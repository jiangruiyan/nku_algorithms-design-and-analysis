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7"/>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5" r:id="rId16"/>
    <p:sldId id="276" r:id="rId17"/>
    <p:sldId id="277" r:id="rId18"/>
    <p:sldId id="278" r:id="rId19"/>
    <p:sldId id="272" r:id="rId20"/>
    <p:sldId id="273" r:id="rId21"/>
    <p:sldId id="279" r:id="rId22"/>
    <p:sldId id="280" r:id="rId23"/>
    <p:sldId id="281" r:id="rId24"/>
    <p:sldId id="282" r:id="rId25"/>
    <p:sldId id="283" r:id="rId2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362" autoAdjust="0"/>
  </p:normalViewPr>
  <p:slideViewPr>
    <p:cSldViewPr snapToGrid="0">
      <p:cViewPr varScale="1">
        <p:scale>
          <a:sx n="61" d="100"/>
          <a:sy n="61" d="100"/>
        </p:scale>
        <p:origin x="2074" y="48"/>
      </p:cViewPr>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89ED344-1093-45AB-B2FE-8F3EDC5013E7}" type="datetimeFigureOut">
              <a:rPr lang="zh-CN" altLang="en-US" smtClean="0"/>
              <a:t>2025/4/15</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7D5DD3-5FFE-40CB-947C-D5C285AC5779}" type="slidenum">
              <a:rPr lang="zh-CN" altLang="en-US" smtClean="0"/>
              <a:t>‹#›</a:t>
            </a:fld>
            <a:endParaRPr lang="zh-CN" altLang="en-US"/>
          </a:p>
        </p:txBody>
      </p:sp>
    </p:spTree>
    <p:extLst>
      <p:ext uri="{BB962C8B-B14F-4D97-AF65-F5344CB8AC3E}">
        <p14:creationId xmlns:p14="http://schemas.microsoft.com/office/powerpoint/2010/main" val="2450116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同学们大家好，这一讲我们来学习递归方程及其求解方法。在对递归算法进行复杂度分析时，主要分三步。一是根据递归过程建立递归方程。二是利用数学工具来求解该递归方程，得到一个表示算法执行时间的表达式。三是用渐近符号表示这个函数的阶，其中最关键的就是建立递归方程和求解递归方程。接下来我们来了解一下递归方程的建立方法和它的主要求解方法。</a:t>
            </a:r>
          </a:p>
        </p:txBody>
      </p:sp>
      <p:sp>
        <p:nvSpPr>
          <p:cNvPr id="4" name="灯片编号占位符 3"/>
          <p:cNvSpPr>
            <a:spLocks noGrp="1"/>
          </p:cNvSpPr>
          <p:nvPr>
            <p:ph type="sldNum" sz="quarter" idx="5"/>
          </p:nvPr>
        </p:nvSpPr>
        <p:spPr/>
        <p:txBody>
          <a:bodyPr/>
          <a:lstStyle/>
          <a:p>
            <a:fld id="{337D5DD3-5FFE-40CB-947C-D5C285AC5779}" type="slidenum">
              <a:rPr lang="zh-CN" altLang="en-US" smtClean="0"/>
              <a:t>2</a:t>
            </a:fld>
            <a:endParaRPr lang="zh-CN" altLang="en-US"/>
          </a:p>
        </p:txBody>
      </p:sp>
    </p:spTree>
    <p:extLst>
      <p:ext uri="{BB962C8B-B14F-4D97-AF65-F5344CB8AC3E}">
        <p14:creationId xmlns:p14="http://schemas.microsoft.com/office/powerpoint/2010/main" val="23464080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先来看一下什么叫做递归方程。递归方程通常也称为递推方程或者递推关系式，它是一个等式或不等式是通过更小的输入上的函数的值来描述一个函数。当一个算法包含对其自身的递归调用时，我们往往可以用递归方程来表示它的运行时间。接下来我们通过汉诺塔算法的例子来了解一下递归方程的建立过程。</a:t>
            </a:r>
          </a:p>
        </p:txBody>
      </p:sp>
      <p:sp>
        <p:nvSpPr>
          <p:cNvPr id="4" name="灯片编号占位符 3"/>
          <p:cNvSpPr>
            <a:spLocks noGrp="1"/>
          </p:cNvSpPr>
          <p:nvPr>
            <p:ph type="sldNum" sz="quarter" idx="5"/>
          </p:nvPr>
        </p:nvSpPr>
        <p:spPr/>
        <p:txBody>
          <a:bodyPr/>
          <a:lstStyle/>
          <a:p>
            <a:fld id="{337D5DD3-5FFE-40CB-947C-D5C285AC5779}" type="slidenum">
              <a:rPr lang="zh-CN" altLang="en-US" smtClean="0"/>
              <a:t>3</a:t>
            </a:fld>
            <a:endParaRPr lang="zh-CN" altLang="en-US"/>
          </a:p>
        </p:txBody>
      </p:sp>
    </p:spTree>
    <p:extLst>
      <p:ext uri="{BB962C8B-B14F-4D97-AF65-F5344CB8AC3E}">
        <p14:creationId xmlns:p14="http://schemas.microsoft.com/office/powerpoint/2010/main" val="97236451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接下来我们通过汉诺塔算法的例子来了解一下递归方程的建立过程。</a:t>
            </a:r>
            <a:endParaRPr lang="en-US" altLang="zh-CN" dirty="0"/>
          </a:p>
          <a:p>
            <a:endParaRPr lang="en-US" altLang="zh-CN" dirty="0"/>
          </a:p>
          <a:p>
            <a:r>
              <a:rPr lang="zh-CN" altLang="en-US" dirty="0"/>
              <a:t>这是汉诺塔问题的代码。设整个算法的时间复杂度为</a:t>
            </a:r>
            <a:r>
              <a:rPr lang="en-US" altLang="zh-CN" dirty="0"/>
              <a:t>TN</a:t>
            </a:r>
            <a:r>
              <a:rPr lang="zh-CN" altLang="en-US" dirty="0"/>
              <a:t>。</a:t>
            </a:r>
            <a:endParaRPr lang="en-US" altLang="zh-CN" dirty="0"/>
          </a:p>
          <a:p>
            <a:endParaRPr lang="en-US" altLang="zh-CN" dirty="0"/>
          </a:p>
          <a:p>
            <a:r>
              <a:rPr lang="zh-CN" altLang="en-US" dirty="0"/>
              <a:t>接下来给出主要语句的计算时间表示。移动一个盘片的时间为常量，即为大</a:t>
            </a:r>
            <a:r>
              <a:rPr lang="en-US" altLang="zh-CN" dirty="0"/>
              <a:t>O1</a:t>
            </a:r>
            <a:r>
              <a:rPr lang="zh-CN" altLang="en-US" dirty="0"/>
              <a:t>。移动</a:t>
            </a:r>
            <a:r>
              <a:rPr lang="en-US" altLang="zh-CN" dirty="0"/>
              <a:t>N</a:t>
            </a:r>
            <a:r>
              <a:rPr lang="zh-CN" altLang="en-US" dirty="0"/>
              <a:t>减一个盘片的两次递归调用所用的这段时间都是</a:t>
            </a:r>
            <a:r>
              <a:rPr lang="en-US" altLang="zh-CN" dirty="0"/>
              <a:t>T N</a:t>
            </a:r>
            <a:r>
              <a:rPr lang="zh-CN" altLang="en-US" dirty="0"/>
              <a:t>减一。接下来求和，就可以得到下面的递归方程。当</a:t>
            </a:r>
            <a:r>
              <a:rPr lang="en-US" altLang="zh-CN" dirty="0"/>
              <a:t>N</a:t>
            </a:r>
            <a:r>
              <a:rPr lang="zh-CN" altLang="en-US" dirty="0"/>
              <a:t>等于一时，</a:t>
            </a:r>
            <a:r>
              <a:rPr lang="en-US" altLang="zh-CN" dirty="0"/>
              <a:t>TN</a:t>
            </a:r>
            <a:r>
              <a:rPr lang="zh-CN" altLang="en-US" dirty="0"/>
              <a:t>等于大</a:t>
            </a:r>
            <a:r>
              <a:rPr lang="en-US" altLang="zh-CN" dirty="0"/>
              <a:t>O(1)</a:t>
            </a:r>
            <a:r>
              <a:rPr lang="zh-CN" altLang="en-US" dirty="0"/>
              <a:t>，当</a:t>
            </a:r>
            <a:r>
              <a:rPr lang="en-US" altLang="zh-CN" dirty="0"/>
              <a:t>N</a:t>
            </a:r>
            <a:r>
              <a:rPr lang="zh-CN" altLang="en-US" dirty="0"/>
              <a:t>大于</a:t>
            </a:r>
            <a:r>
              <a:rPr lang="en-US" altLang="zh-CN" dirty="0"/>
              <a:t>1</a:t>
            </a:r>
            <a:r>
              <a:rPr lang="zh-CN" altLang="en-US" dirty="0"/>
              <a:t>时，</a:t>
            </a:r>
            <a:r>
              <a:rPr lang="en-US" altLang="zh-CN" dirty="0"/>
              <a:t>Tn</a:t>
            </a:r>
            <a:r>
              <a:rPr lang="zh-CN" altLang="en-US" dirty="0"/>
              <a:t>等于二倍的</a:t>
            </a:r>
            <a:r>
              <a:rPr lang="en-US" altLang="zh-CN" dirty="0"/>
              <a:t>TN</a:t>
            </a:r>
            <a:r>
              <a:rPr lang="zh-CN" altLang="en-US" dirty="0"/>
              <a:t>减一加上大</a:t>
            </a:r>
            <a:r>
              <a:rPr lang="en-US" altLang="zh-CN" dirty="0"/>
              <a:t>O(1)</a:t>
            </a:r>
            <a:r>
              <a:rPr lang="zh-CN" altLang="en-US" dirty="0"/>
              <a:t>， 得到递归方程后，接下来就是求解这个递归方程。</a:t>
            </a:r>
          </a:p>
        </p:txBody>
      </p:sp>
      <p:sp>
        <p:nvSpPr>
          <p:cNvPr id="4" name="灯片编号占位符 3"/>
          <p:cNvSpPr>
            <a:spLocks noGrp="1"/>
          </p:cNvSpPr>
          <p:nvPr>
            <p:ph type="sldNum" sz="quarter" idx="5"/>
          </p:nvPr>
        </p:nvSpPr>
        <p:spPr/>
        <p:txBody>
          <a:bodyPr/>
          <a:lstStyle/>
          <a:p>
            <a:fld id="{337D5DD3-5FFE-40CB-947C-D5C285AC5779}" type="slidenum">
              <a:rPr lang="zh-CN" altLang="en-US" smtClean="0"/>
              <a:t>4</a:t>
            </a:fld>
            <a:endParaRPr lang="zh-CN" altLang="en-US"/>
          </a:p>
        </p:txBody>
      </p:sp>
    </p:spTree>
    <p:extLst>
      <p:ext uri="{BB962C8B-B14F-4D97-AF65-F5344CB8AC3E}">
        <p14:creationId xmlns:p14="http://schemas.microsoft.com/office/powerpoint/2010/main" val="6445291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这里介绍四种主要的求解递归方程的方法，分别是迭代法、代入法、递归树法和主方法。我们逐一介绍</a:t>
            </a:r>
          </a:p>
        </p:txBody>
      </p:sp>
      <p:sp>
        <p:nvSpPr>
          <p:cNvPr id="4" name="灯片编号占位符 3"/>
          <p:cNvSpPr>
            <a:spLocks noGrp="1"/>
          </p:cNvSpPr>
          <p:nvPr>
            <p:ph type="sldNum" sz="quarter" idx="5"/>
          </p:nvPr>
        </p:nvSpPr>
        <p:spPr/>
        <p:txBody>
          <a:bodyPr/>
          <a:lstStyle/>
          <a:p>
            <a:fld id="{337D5DD3-5FFE-40CB-947C-D5C285AC5779}" type="slidenum">
              <a:rPr lang="zh-CN" altLang="en-US" smtClean="0"/>
              <a:t>5</a:t>
            </a:fld>
            <a:endParaRPr lang="zh-CN" altLang="en-US"/>
          </a:p>
        </p:txBody>
      </p:sp>
    </p:spTree>
    <p:extLst>
      <p:ext uri="{BB962C8B-B14F-4D97-AF65-F5344CB8AC3E}">
        <p14:creationId xmlns:p14="http://schemas.microsoft.com/office/powerpoint/2010/main" val="39884234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第一种，迭代法。</a:t>
            </a:r>
            <a:endParaRPr lang="en-US" altLang="zh-CN" dirty="0"/>
          </a:p>
          <a:p>
            <a:r>
              <a:rPr lang="zh-CN" altLang="en-US" dirty="0"/>
              <a:t>迭代法是一种常用的求解，递归方程的方法，它的求解过程是这样的，从初始递归方程开始，反复用递归方程右边的等式代入左边的函数。直到得到初值，最后把递归方程转化为求和表达式。然后使用求和技术来求解。</a:t>
            </a:r>
          </a:p>
        </p:txBody>
      </p:sp>
      <p:sp>
        <p:nvSpPr>
          <p:cNvPr id="4" name="灯片编号占位符 3"/>
          <p:cNvSpPr>
            <a:spLocks noGrp="1"/>
          </p:cNvSpPr>
          <p:nvPr>
            <p:ph type="sldNum" sz="quarter" idx="5"/>
          </p:nvPr>
        </p:nvSpPr>
        <p:spPr/>
        <p:txBody>
          <a:bodyPr/>
          <a:lstStyle/>
          <a:p>
            <a:fld id="{337D5DD3-5FFE-40CB-947C-D5C285AC5779}" type="slidenum">
              <a:rPr lang="zh-CN" altLang="en-US" smtClean="0"/>
              <a:t>6</a:t>
            </a:fld>
            <a:endParaRPr lang="zh-CN" altLang="en-US"/>
          </a:p>
        </p:txBody>
      </p:sp>
    </p:spTree>
    <p:extLst>
      <p:ext uri="{BB962C8B-B14F-4D97-AF65-F5344CB8AC3E}">
        <p14:creationId xmlns:p14="http://schemas.microsoft.com/office/powerpoint/2010/main" val="30780881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下面是对汉诺塔问题的递归方程的求解过程。</a:t>
            </a:r>
            <a:endParaRPr lang="en-US" altLang="zh-CN" dirty="0"/>
          </a:p>
          <a:p>
            <a:endParaRPr lang="en-US" altLang="zh-CN" dirty="0"/>
          </a:p>
          <a:p>
            <a:r>
              <a:rPr lang="zh-CN" altLang="en-US" dirty="0"/>
              <a:t>这里的大</a:t>
            </a:r>
            <a:r>
              <a:rPr lang="en-US" altLang="zh-CN" dirty="0"/>
              <a:t>O1</a:t>
            </a:r>
            <a:r>
              <a:rPr lang="zh-CN" altLang="en-US" dirty="0"/>
              <a:t>，我们假设它的常系数为</a:t>
            </a:r>
            <a:r>
              <a:rPr lang="en-US" altLang="zh-CN" dirty="0"/>
              <a:t>C</a:t>
            </a:r>
            <a:r>
              <a:rPr lang="zh-CN" altLang="en-US" dirty="0"/>
              <a:t>，那么，</a:t>
            </a:r>
            <a:r>
              <a:rPr lang="en-US" altLang="zh-CN" dirty="0"/>
              <a:t>TN</a:t>
            </a:r>
            <a:r>
              <a:rPr lang="zh-CN" altLang="en-US" dirty="0"/>
              <a:t>就等于二倍的</a:t>
            </a:r>
            <a:r>
              <a:rPr lang="en-US" altLang="zh-CN" dirty="0"/>
              <a:t>TN</a:t>
            </a:r>
            <a:r>
              <a:rPr lang="zh-CN" altLang="en-US" dirty="0"/>
              <a:t>减一加上到</a:t>
            </a:r>
            <a:r>
              <a:rPr lang="en-US" altLang="zh-CN" dirty="0"/>
              <a:t>O1</a:t>
            </a:r>
            <a:r>
              <a:rPr lang="zh-CN" altLang="en-US" dirty="0"/>
              <a:t>。</a:t>
            </a:r>
            <a:endParaRPr lang="en-US" altLang="zh-CN" dirty="0"/>
          </a:p>
          <a:p>
            <a:endParaRPr lang="en-US" altLang="zh-CN" dirty="0"/>
          </a:p>
          <a:p>
            <a:r>
              <a:rPr lang="zh-CN" altLang="en-US" dirty="0"/>
              <a:t>也可以把它表示为</a:t>
            </a:r>
            <a:r>
              <a:rPr lang="en-US" altLang="zh-CN" dirty="0"/>
              <a:t>Tn</a:t>
            </a:r>
            <a:r>
              <a:rPr lang="zh-CN" altLang="en-US" dirty="0"/>
              <a:t>等于二倍的</a:t>
            </a:r>
            <a:r>
              <a:rPr lang="en-US" altLang="zh-CN" dirty="0"/>
              <a:t>Tn</a:t>
            </a:r>
            <a:r>
              <a:rPr lang="zh-CN" altLang="en-US" dirty="0"/>
              <a:t>减一加上</a:t>
            </a:r>
            <a:r>
              <a:rPr lang="en-US" altLang="zh-CN" dirty="0"/>
              <a:t>C</a:t>
            </a:r>
            <a:r>
              <a:rPr lang="zh-CN" altLang="en-US" dirty="0"/>
              <a:t>。而</a:t>
            </a:r>
            <a:r>
              <a:rPr lang="en-US" altLang="zh-CN" dirty="0"/>
              <a:t>TN</a:t>
            </a:r>
            <a:r>
              <a:rPr lang="zh-CN" altLang="en-US" dirty="0"/>
              <a:t>减一又可以表示为二倍的添减二加</a:t>
            </a:r>
            <a:r>
              <a:rPr lang="en-US" altLang="zh-CN" dirty="0"/>
              <a:t>C</a:t>
            </a:r>
            <a:r>
              <a:rPr lang="zh-CN" altLang="en-US" dirty="0"/>
              <a:t>。这样循环展开，不断带入，当展开到</a:t>
            </a:r>
            <a:r>
              <a:rPr lang="en-US" altLang="zh-CN" dirty="0"/>
              <a:t>T1</a:t>
            </a:r>
            <a:r>
              <a:rPr lang="zh-CN" altLang="en-US" dirty="0"/>
              <a:t>时停止。将</a:t>
            </a:r>
            <a:r>
              <a:rPr lang="en-US" altLang="zh-CN" dirty="0"/>
              <a:t>T1</a:t>
            </a:r>
            <a:r>
              <a:rPr lang="zh-CN" altLang="en-US" dirty="0"/>
              <a:t>等于</a:t>
            </a:r>
            <a:r>
              <a:rPr lang="en-US" altLang="zh-CN" dirty="0"/>
              <a:t>C</a:t>
            </a:r>
            <a:r>
              <a:rPr lang="zh-CN" altLang="en-US" dirty="0"/>
              <a:t>带入，就得到了一个求和表达式。求解这个求和表达式，可以得到</a:t>
            </a:r>
            <a:r>
              <a:rPr lang="en-US" altLang="zh-CN" dirty="0"/>
              <a:t>Tn</a:t>
            </a:r>
            <a:r>
              <a:rPr lang="zh-CN" altLang="en-US" dirty="0"/>
              <a:t>等于</a:t>
            </a:r>
            <a:r>
              <a:rPr lang="en-US" altLang="zh-CN" dirty="0"/>
              <a:t>C</a:t>
            </a:r>
            <a:r>
              <a:rPr lang="zh-CN" altLang="en-US" dirty="0"/>
              <a:t>倍的二的</a:t>
            </a:r>
            <a:r>
              <a:rPr lang="en-US" altLang="zh-CN" dirty="0"/>
              <a:t>N</a:t>
            </a:r>
            <a:r>
              <a:rPr lang="zh-CN" altLang="en-US" dirty="0"/>
              <a:t>次方减一。然后我们用大</a:t>
            </a:r>
            <a:r>
              <a:rPr lang="en-US" altLang="zh-CN" dirty="0"/>
              <a:t>O</a:t>
            </a:r>
            <a:r>
              <a:rPr lang="zh-CN" altLang="en-US" dirty="0"/>
              <a:t>符号来表示，得到了最终的结果，</a:t>
            </a:r>
            <a:r>
              <a:rPr lang="en-US" altLang="zh-CN" dirty="0"/>
              <a:t>Tn</a:t>
            </a:r>
            <a:r>
              <a:rPr lang="zh-CN" altLang="en-US" dirty="0"/>
              <a:t>等于大</a:t>
            </a:r>
            <a:r>
              <a:rPr lang="en-US" altLang="zh-CN" dirty="0"/>
              <a:t>O2</a:t>
            </a:r>
            <a:r>
              <a:rPr lang="zh-CN" altLang="en-US" dirty="0"/>
              <a:t>的</a:t>
            </a:r>
            <a:r>
              <a:rPr lang="en-US" altLang="zh-CN" dirty="0"/>
              <a:t>N</a:t>
            </a:r>
            <a:r>
              <a:rPr lang="zh-CN" altLang="en-US" dirty="0"/>
              <a:t>次方。这就是采用迭代法求解递归方程的一般过程。</a:t>
            </a:r>
          </a:p>
        </p:txBody>
      </p:sp>
      <p:sp>
        <p:nvSpPr>
          <p:cNvPr id="4" name="灯片编号占位符 3"/>
          <p:cNvSpPr>
            <a:spLocks noGrp="1"/>
          </p:cNvSpPr>
          <p:nvPr>
            <p:ph type="sldNum" sz="quarter" idx="5"/>
          </p:nvPr>
        </p:nvSpPr>
        <p:spPr/>
        <p:txBody>
          <a:bodyPr/>
          <a:lstStyle/>
          <a:p>
            <a:fld id="{337D5DD3-5FFE-40CB-947C-D5C285AC5779}" type="slidenum">
              <a:rPr lang="zh-CN" altLang="en-US" smtClean="0"/>
              <a:t>7</a:t>
            </a:fld>
            <a:endParaRPr lang="zh-CN" altLang="en-US"/>
          </a:p>
        </p:txBody>
      </p:sp>
    </p:spTree>
    <p:extLst>
      <p:ext uri="{BB962C8B-B14F-4D97-AF65-F5344CB8AC3E}">
        <p14:creationId xmlns:p14="http://schemas.microsoft.com/office/powerpoint/2010/main" val="268705571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第二种方法是代入法。</a:t>
            </a:r>
            <a:endParaRPr lang="en-US" altLang="zh-CN" dirty="0"/>
          </a:p>
          <a:p>
            <a:endParaRPr lang="en-US" altLang="zh-CN" dirty="0"/>
          </a:p>
          <a:p>
            <a:r>
              <a:rPr lang="zh-CN" altLang="en-US" dirty="0"/>
              <a:t>代入法求解递归方程，一般分两步。</a:t>
            </a:r>
            <a:endParaRPr lang="en-US" altLang="zh-CN" dirty="0"/>
          </a:p>
          <a:p>
            <a:r>
              <a:rPr lang="zh-CN" altLang="en-US" dirty="0"/>
              <a:t>第一步，猜测一个解，</a:t>
            </a:r>
            <a:endParaRPr lang="en-US" altLang="zh-CN" dirty="0"/>
          </a:p>
          <a:p>
            <a:r>
              <a:rPr lang="zh-CN" altLang="en-US" dirty="0"/>
              <a:t>第二部用数学归纳法证明解的正确性。</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337D5DD3-5FFE-40CB-947C-D5C285AC5779}" type="slidenum">
              <a:rPr lang="zh-CN" altLang="en-US" smtClean="0"/>
              <a:t>8</a:t>
            </a:fld>
            <a:endParaRPr lang="zh-CN" altLang="en-US"/>
          </a:p>
        </p:txBody>
      </p:sp>
    </p:spTree>
    <p:extLst>
      <p:ext uri="{BB962C8B-B14F-4D97-AF65-F5344CB8AC3E}">
        <p14:creationId xmlns:p14="http://schemas.microsoft.com/office/powerpoint/2010/main" val="1139831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我们来看一个例子。</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求解递归方程，</a:t>
            </a:r>
            <a:r>
              <a:rPr lang="en-US" altLang="zh-CN" sz="1200" b="1" dirty="0">
                <a:solidFill>
                  <a:srgbClr val="002060"/>
                </a:solidFill>
                <a:latin typeface="微软雅黑" panose="020B0503020204020204" pitchFamily="34" charset="-122"/>
                <a:ea typeface="+mn-ea"/>
              </a:rPr>
              <a:t>T(</a:t>
            </a:r>
            <a:r>
              <a:rPr lang="en-US" altLang="zh-CN" sz="1200" b="1" i="1" dirty="0">
                <a:solidFill>
                  <a:srgbClr val="002060"/>
                </a:solidFill>
                <a:latin typeface="微软雅黑" panose="020B0503020204020204" pitchFamily="34" charset="-122"/>
                <a:ea typeface="+mn-ea"/>
              </a:rPr>
              <a:t>n</a:t>
            </a:r>
            <a:r>
              <a:rPr lang="en-US" altLang="zh-CN" sz="1200" b="1" dirty="0">
                <a:solidFill>
                  <a:srgbClr val="002060"/>
                </a:solidFill>
                <a:latin typeface="微软雅黑" panose="020B0503020204020204" pitchFamily="34" charset="-122"/>
                <a:ea typeface="+mn-ea"/>
              </a:rPr>
              <a:t>) = 2T(</a:t>
            </a:r>
            <a:r>
              <a:rPr lang="en-US" altLang="zh-CN" sz="1200" b="1" i="1" dirty="0">
                <a:solidFill>
                  <a:srgbClr val="002060"/>
                </a:solidFill>
                <a:latin typeface="微软雅黑" panose="020B0503020204020204" pitchFamily="34" charset="-122"/>
                <a:ea typeface="+mn-ea"/>
              </a:rPr>
              <a:t>n</a:t>
            </a:r>
            <a:r>
              <a:rPr lang="en-US" altLang="zh-CN" sz="1200" b="1" dirty="0">
                <a:solidFill>
                  <a:srgbClr val="002060"/>
                </a:solidFill>
                <a:latin typeface="微软雅黑" panose="020B0503020204020204" pitchFamily="34" charset="-122"/>
                <a:ea typeface="+mn-ea"/>
              </a:rPr>
              <a:t>/2+5)+ n</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首先猜测一个解。因为</a:t>
            </a:r>
            <a:r>
              <a:rPr lang="en-US" altLang="zh-CN" sz="1200" b="1" dirty="0">
                <a:solidFill>
                  <a:srgbClr val="002060"/>
                </a:solidFill>
                <a:latin typeface="微软雅黑" panose="020B0503020204020204" pitchFamily="34" charset="-122"/>
                <a:ea typeface="+mn-ea"/>
              </a:rPr>
              <a:t>T(</a:t>
            </a:r>
            <a:r>
              <a:rPr lang="en-US" altLang="zh-CN" sz="1200" b="1" i="1" dirty="0">
                <a:solidFill>
                  <a:srgbClr val="002060"/>
                </a:solidFill>
                <a:latin typeface="微软雅黑" panose="020B0503020204020204" pitchFamily="34" charset="-122"/>
                <a:ea typeface="+mn-ea"/>
              </a:rPr>
              <a:t>n</a:t>
            </a:r>
            <a:r>
              <a:rPr lang="en-US" altLang="zh-CN" sz="1200" b="1" dirty="0">
                <a:solidFill>
                  <a:srgbClr val="002060"/>
                </a:solidFill>
                <a:latin typeface="微软雅黑" panose="020B0503020204020204" pitchFamily="34" charset="-122"/>
                <a:ea typeface="+mn-ea"/>
              </a:rPr>
              <a:t>) = 2T(</a:t>
            </a:r>
            <a:r>
              <a:rPr lang="en-US" altLang="zh-CN" sz="1200" b="1" i="1" dirty="0">
                <a:solidFill>
                  <a:srgbClr val="002060"/>
                </a:solidFill>
                <a:latin typeface="微软雅黑" panose="020B0503020204020204" pitchFamily="34" charset="-122"/>
                <a:ea typeface="+mn-ea"/>
              </a:rPr>
              <a:t>n</a:t>
            </a:r>
            <a:r>
              <a:rPr lang="en-US" altLang="zh-CN" sz="1200" b="1" dirty="0">
                <a:solidFill>
                  <a:srgbClr val="002060"/>
                </a:solidFill>
                <a:latin typeface="微软雅黑" panose="020B0503020204020204" pitchFamily="34" charset="-122"/>
                <a:ea typeface="+mn-ea"/>
              </a:rPr>
              <a:t>/2+5)+ n</a:t>
            </a:r>
            <a:r>
              <a:rPr lang="zh-CN" altLang="en-US" dirty="0"/>
              <a:t>和</a:t>
            </a:r>
            <a:r>
              <a:rPr lang="en-US" altLang="zh-CN" sz="1200" b="1" dirty="0">
                <a:solidFill>
                  <a:srgbClr val="002060"/>
                </a:solidFill>
                <a:latin typeface="微软雅黑" panose="020B0503020204020204" pitchFamily="34" charset="-122"/>
                <a:ea typeface="+mn-ea"/>
              </a:rPr>
              <a:t>T(</a:t>
            </a:r>
            <a:r>
              <a:rPr lang="en-US" altLang="zh-CN" sz="1200" b="1" i="1" dirty="0">
                <a:solidFill>
                  <a:srgbClr val="002060"/>
                </a:solidFill>
                <a:latin typeface="微软雅黑" panose="020B0503020204020204" pitchFamily="34" charset="-122"/>
                <a:ea typeface="+mn-ea"/>
              </a:rPr>
              <a:t>n</a:t>
            </a:r>
            <a:r>
              <a:rPr lang="en-US" altLang="zh-CN" sz="1200" b="1" dirty="0">
                <a:solidFill>
                  <a:srgbClr val="002060"/>
                </a:solidFill>
                <a:latin typeface="微软雅黑" panose="020B0503020204020204" pitchFamily="34" charset="-122"/>
                <a:ea typeface="+mn-ea"/>
              </a:rPr>
              <a:t>) = 2T(</a:t>
            </a:r>
            <a:r>
              <a:rPr lang="en-US" altLang="zh-CN" sz="1200" b="1" i="1" dirty="0">
                <a:solidFill>
                  <a:srgbClr val="002060"/>
                </a:solidFill>
                <a:latin typeface="微软雅黑" panose="020B0503020204020204" pitchFamily="34" charset="-122"/>
                <a:ea typeface="+mn-ea"/>
              </a:rPr>
              <a:t>n</a:t>
            </a:r>
            <a:r>
              <a:rPr lang="en-US" altLang="zh-CN" sz="1200" b="1" dirty="0">
                <a:solidFill>
                  <a:srgbClr val="002060"/>
                </a:solidFill>
                <a:latin typeface="微软雅黑" panose="020B0503020204020204" pitchFamily="34" charset="-122"/>
                <a:ea typeface="+mn-ea"/>
              </a:rPr>
              <a:t>/2)+ n</a:t>
            </a:r>
            <a:r>
              <a:rPr lang="zh-CN" altLang="en-US" dirty="0"/>
              <a:t>只差一个</a:t>
            </a:r>
            <a:r>
              <a:rPr lang="en-US" altLang="zh-CN" dirty="0"/>
              <a:t>5</a:t>
            </a:r>
            <a:r>
              <a:rPr lang="zh-CN" altLang="en-US" dirty="0"/>
              <a:t>，当问题规模足够大时，应该差别不大，所以我们可以猜测</a:t>
            </a:r>
            <a:r>
              <a:rPr lang="en-US" altLang="zh-CN" dirty="0"/>
              <a:t>TN</a:t>
            </a:r>
            <a:r>
              <a:rPr lang="zh-CN" altLang="en-US" dirty="0"/>
              <a:t>等于</a:t>
            </a:r>
            <a:r>
              <a:rPr lang="en-US" altLang="zh-CN" dirty="0"/>
              <a:t>N</a:t>
            </a:r>
            <a:r>
              <a:rPr lang="zh-CN" altLang="en-US" dirty="0"/>
              <a:t>倍的</a:t>
            </a:r>
            <a:r>
              <a:rPr lang="en-US" altLang="zh-CN" dirty="0"/>
              <a:t>log n</a:t>
            </a:r>
            <a:r>
              <a:rPr lang="zh-CN" altLang="en-US" dirty="0"/>
              <a:t>。然后用数学归纳法证明我们这个猜测是正确的。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这里具体的证明过程，由于时间关系，我们就不做介绍了。但是要强调的一点是，虽然我们可以用代入法简洁的证明，一个解是正确的，但是有时</a:t>
            </a:r>
            <a:r>
              <a:rPr lang="zh-CN" altLang="en-US" b="1" dirty="0"/>
              <a:t>猜测一个正确的结是不容易的</a:t>
            </a:r>
            <a:r>
              <a:rPr lang="zh-CN" altLang="en-US" dirty="0"/>
              <a:t>，因为并不存在通用的方法。往往需要</a:t>
            </a:r>
            <a:r>
              <a:rPr lang="zh-CN" altLang="en-US" b="1" dirty="0"/>
              <a:t>丰富的经验</a:t>
            </a:r>
            <a:r>
              <a:rPr lang="zh-CN" altLang="en-US" dirty="0"/>
              <a:t>。而接下来我们要介绍的递归树。就是一种很好的估计和猜测解的方法，因此我们可以用递归树估计解，然后用代入法来验证解的正确性。</a:t>
            </a:r>
          </a:p>
          <a:p>
            <a:endParaRPr lang="zh-CN" altLang="en-US" dirty="0"/>
          </a:p>
        </p:txBody>
      </p:sp>
      <p:sp>
        <p:nvSpPr>
          <p:cNvPr id="4" name="灯片编号占位符 3"/>
          <p:cNvSpPr>
            <a:spLocks noGrp="1"/>
          </p:cNvSpPr>
          <p:nvPr>
            <p:ph type="sldNum" sz="quarter" idx="5"/>
          </p:nvPr>
        </p:nvSpPr>
        <p:spPr/>
        <p:txBody>
          <a:bodyPr/>
          <a:lstStyle/>
          <a:p>
            <a:fld id="{337D5DD3-5FFE-40CB-947C-D5C285AC5779}" type="slidenum">
              <a:rPr lang="zh-CN" altLang="en-US" smtClean="0"/>
              <a:t>9</a:t>
            </a:fld>
            <a:endParaRPr lang="zh-CN" altLang="en-US"/>
          </a:p>
        </p:txBody>
      </p:sp>
    </p:spTree>
    <p:extLst>
      <p:ext uri="{BB962C8B-B14F-4D97-AF65-F5344CB8AC3E}">
        <p14:creationId xmlns:p14="http://schemas.microsoft.com/office/powerpoint/2010/main" val="4026744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下面我们就来介绍递归树法。</a:t>
            </a:r>
            <a:endParaRPr lang="en-US" altLang="zh-CN" dirty="0"/>
          </a:p>
          <a:p>
            <a:endParaRPr lang="en-US" altLang="zh-CN" dirty="0"/>
          </a:p>
          <a:p>
            <a:r>
              <a:rPr lang="zh-CN" altLang="en-US" dirty="0"/>
              <a:t>递归树法是用树的形式给出一个递归算法执行的成本模型，它用图形化的方法来对递归算法的流程进行。</a:t>
            </a:r>
            <a:endParaRPr lang="en-US" altLang="zh-CN" dirty="0"/>
          </a:p>
          <a:p>
            <a:endParaRPr lang="en-US" altLang="zh-CN" dirty="0"/>
          </a:p>
          <a:p>
            <a:r>
              <a:rPr lang="zh-CN" altLang="en-US" dirty="0"/>
              <a:t>递归树法求解递归方程主要有两步。</a:t>
            </a:r>
            <a:endParaRPr lang="en-US" altLang="zh-CN" dirty="0"/>
          </a:p>
          <a:p>
            <a:r>
              <a:rPr lang="zh-CN" altLang="en-US" dirty="0"/>
              <a:t>第一步，展开递归方程，构造对应的递归树。</a:t>
            </a:r>
            <a:endParaRPr lang="en-US" altLang="zh-CN" dirty="0"/>
          </a:p>
          <a:p>
            <a:r>
              <a:rPr lang="zh-CN" altLang="en-US" dirty="0"/>
              <a:t>第二步，将树中每层中所有节点的代价求和得到每层代价，再将所有层的代价求和，得到总的递归调用代驾。</a:t>
            </a:r>
            <a:endParaRPr lang="en-US" altLang="zh-CN" dirty="0"/>
          </a:p>
          <a:p>
            <a:endParaRPr lang="en-US" altLang="zh-CN" dirty="0"/>
          </a:p>
          <a:p>
            <a:r>
              <a:rPr lang="zh-CN" altLang="en-US" dirty="0"/>
              <a:t>可以看到，递归树模型求解递归方程，本质上就是迭代思想的应用，利用递归方程迭代展开的过程来构造对应的递归树。然后把每层的时间代价进行求和，就得到了总的代价。图形化的递归树模型比迭代法更直观。也能克服二阶和更高阶递归方程不方便迭代展开的缺点。</a:t>
            </a:r>
            <a:endParaRPr lang="en-US" altLang="zh-CN" dirty="0"/>
          </a:p>
          <a:p>
            <a:endParaRPr lang="en-US" altLang="zh-CN" dirty="0"/>
          </a:p>
          <a:p>
            <a:r>
              <a:rPr lang="zh-CN" altLang="en-US" dirty="0"/>
              <a:t>这是递归树很大的一个优势。</a:t>
            </a:r>
          </a:p>
        </p:txBody>
      </p:sp>
      <p:sp>
        <p:nvSpPr>
          <p:cNvPr id="4" name="灯片编号占位符 3"/>
          <p:cNvSpPr>
            <a:spLocks noGrp="1"/>
          </p:cNvSpPr>
          <p:nvPr>
            <p:ph type="sldNum" sz="quarter" idx="5"/>
          </p:nvPr>
        </p:nvSpPr>
        <p:spPr/>
        <p:txBody>
          <a:bodyPr/>
          <a:lstStyle/>
          <a:p>
            <a:fld id="{337D5DD3-5FFE-40CB-947C-D5C285AC5779}" type="slidenum">
              <a:rPr lang="zh-CN" altLang="en-US" smtClean="0"/>
              <a:t>10</a:t>
            </a:fld>
            <a:endParaRPr lang="zh-CN" altLang="en-US"/>
          </a:p>
        </p:txBody>
      </p:sp>
    </p:spTree>
    <p:extLst>
      <p:ext uri="{BB962C8B-B14F-4D97-AF65-F5344CB8AC3E}">
        <p14:creationId xmlns:p14="http://schemas.microsoft.com/office/powerpoint/2010/main" val="425920909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接下来我们来了解一下递归树的构造方法。</a:t>
            </a:r>
            <a:endParaRPr lang="en-US" altLang="zh-CN" dirty="0"/>
          </a:p>
          <a:p>
            <a:endParaRPr lang="en-US" altLang="zh-CN" dirty="0"/>
          </a:p>
          <a:p>
            <a:r>
              <a:rPr lang="zh-CN" altLang="en-US" dirty="0"/>
              <a:t>递归树是一棵结点带权的数。每一个节点表示一个单一子问题的代价，子问题对应某次递归函数调用。</a:t>
            </a:r>
            <a:endParaRPr lang="en-US" altLang="zh-CN" dirty="0"/>
          </a:p>
          <a:p>
            <a:endParaRPr lang="en-US" altLang="zh-CN" dirty="0"/>
          </a:p>
          <a:p>
            <a:r>
              <a:rPr lang="zh-CN" altLang="en-US" dirty="0"/>
              <a:t>初始的递归树只有一个节点，它的全标记为</a:t>
            </a:r>
            <a:r>
              <a:rPr lang="en-US" altLang="zh-CN" dirty="0"/>
              <a:t>TN</a:t>
            </a:r>
            <a:r>
              <a:rPr lang="zh-CN" altLang="en-US" dirty="0"/>
              <a:t>，然后按照递归树的迭代规则不断进行迭代，每迭代一次递归树就增加一层，这样一层层的分解下去，直到递归树中不再含有权值为函数的节点。</a:t>
            </a:r>
            <a:endParaRPr lang="en-US" altLang="zh-CN" dirty="0"/>
          </a:p>
          <a:p>
            <a:endParaRPr lang="en-US" altLang="zh-CN" dirty="0"/>
          </a:p>
        </p:txBody>
      </p:sp>
      <p:sp>
        <p:nvSpPr>
          <p:cNvPr id="4" name="灯片编号占位符 3"/>
          <p:cNvSpPr>
            <a:spLocks noGrp="1"/>
          </p:cNvSpPr>
          <p:nvPr>
            <p:ph type="sldNum" sz="quarter" idx="5"/>
          </p:nvPr>
        </p:nvSpPr>
        <p:spPr/>
        <p:txBody>
          <a:bodyPr/>
          <a:lstStyle/>
          <a:p>
            <a:fld id="{337D5DD3-5FFE-40CB-947C-D5C285AC5779}" type="slidenum">
              <a:rPr lang="zh-CN" altLang="en-US" smtClean="0"/>
              <a:t>11</a:t>
            </a:fld>
            <a:endParaRPr lang="zh-CN" altLang="en-US"/>
          </a:p>
        </p:txBody>
      </p:sp>
    </p:spTree>
    <p:extLst>
      <p:ext uri="{BB962C8B-B14F-4D97-AF65-F5344CB8AC3E}">
        <p14:creationId xmlns:p14="http://schemas.microsoft.com/office/powerpoint/2010/main" val="6894136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下面以递归方程</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dirty="0"/>
              <a:t>TN</a:t>
            </a:r>
            <a:r>
              <a:rPr lang="zh-CN" altLang="en-US" dirty="0"/>
              <a:t>等于</a:t>
            </a:r>
            <a:r>
              <a:rPr lang="en-US" altLang="zh-CN" dirty="0"/>
              <a:t>T4</a:t>
            </a:r>
            <a:r>
              <a:rPr lang="zh-CN" altLang="en-US" dirty="0"/>
              <a:t>分之</a:t>
            </a:r>
            <a:r>
              <a:rPr lang="en-US" altLang="zh-CN" dirty="0"/>
              <a:t>N</a:t>
            </a:r>
            <a:r>
              <a:rPr lang="zh-CN" altLang="en-US" dirty="0"/>
              <a:t>加上</a:t>
            </a:r>
            <a:r>
              <a:rPr lang="en-US" altLang="zh-CN" dirty="0"/>
              <a:t>T2</a:t>
            </a:r>
            <a:r>
              <a:rPr lang="zh-CN" altLang="en-US" dirty="0"/>
              <a:t>分之</a:t>
            </a:r>
            <a:r>
              <a:rPr lang="en-US" altLang="zh-CN" dirty="0"/>
              <a:t>N</a:t>
            </a:r>
            <a:r>
              <a:rPr lang="zh-CN" altLang="en-US" dirty="0"/>
              <a:t>加上</a:t>
            </a:r>
            <a:r>
              <a:rPr lang="en-US" altLang="zh-CN" dirty="0"/>
              <a:t>N</a:t>
            </a:r>
            <a:r>
              <a:rPr lang="zh-CN" altLang="en-US" dirty="0"/>
              <a:t>方</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为例来介绍递归树的具体构造方法。</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我们要求</a:t>
            </a:r>
            <a:r>
              <a:rPr lang="en-US" altLang="zh-CN" dirty="0"/>
              <a:t>t n</a:t>
            </a:r>
            <a:r>
              <a:rPr lang="zh-CN" altLang="en-US" dirty="0"/>
              <a:t>，而</a:t>
            </a:r>
            <a:r>
              <a:rPr lang="en-US" altLang="zh-CN" dirty="0"/>
              <a:t>Tn </a:t>
            </a:r>
            <a:r>
              <a:rPr lang="zh-CN" altLang="en-US" dirty="0"/>
              <a:t>可以表示为这样一颗递归树。</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以</a:t>
            </a:r>
            <a:r>
              <a:rPr lang="en-US" altLang="zh-CN" dirty="0"/>
              <a:t>n</a:t>
            </a:r>
            <a:r>
              <a:rPr lang="zh-CN" altLang="en-US" dirty="0"/>
              <a:t>方为根，左边子数的叶结点为</a:t>
            </a:r>
            <a:r>
              <a:rPr lang="en-US" altLang="zh-CN" dirty="0"/>
              <a:t>T4</a:t>
            </a:r>
            <a:r>
              <a:rPr lang="zh-CN" altLang="en-US" dirty="0"/>
              <a:t>分之</a:t>
            </a:r>
            <a:r>
              <a:rPr lang="en-US" altLang="zh-CN" dirty="0"/>
              <a:t>n</a:t>
            </a:r>
            <a:r>
              <a:rPr lang="zh-CN" altLang="en-US" dirty="0"/>
              <a:t>， 右边子树的叶结点为</a:t>
            </a:r>
            <a:r>
              <a:rPr lang="en-US" altLang="zh-CN" dirty="0"/>
              <a:t>T2</a:t>
            </a:r>
            <a:r>
              <a:rPr lang="zh-CN" altLang="en-US" dirty="0"/>
              <a:t>分之</a:t>
            </a:r>
            <a:r>
              <a:rPr lang="en-US" altLang="zh-CN" dirty="0"/>
              <a:t>N</a:t>
            </a:r>
            <a:r>
              <a:rPr lang="zh-CN" altLang="en-US" dirty="0"/>
              <a:t>。</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第二步，再把叶节点</a:t>
            </a:r>
            <a:r>
              <a:rPr lang="en-US" altLang="zh-CN" dirty="0"/>
              <a:t>T4</a:t>
            </a:r>
            <a:r>
              <a:rPr lang="zh-CN" altLang="en-US" dirty="0"/>
              <a:t>分之</a:t>
            </a:r>
            <a:r>
              <a:rPr lang="en-US" altLang="zh-CN" dirty="0"/>
              <a:t>N</a:t>
            </a:r>
            <a:r>
              <a:rPr lang="zh-CN" altLang="en-US" dirty="0"/>
              <a:t>和</a:t>
            </a:r>
            <a:r>
              <a:rPr lang="en-US" altLang="zh-CN" dirty="0"/>
              <a:t> t2</a:t>
            </a:r>
            <a:r>
              <a:rPr lang="zh-CN" altLang="en-US" dirty="0"/>
              <a:t>分之</a:t>
            </a:r>
            <a:r>
              <a:rPr lang="en-US" altLang="zh-CN" dirty="0"/>
              <a:t>N</a:t>
            </a:r>
            <a:r>
              <a:rPr lang="zh-CN" altLang="en-US" dirty="0"/>
              <a:t>，按照第一步的方式继续展开。</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接下来反复迭代，每迭代一次递归树就增加一层。直到树中不再含有权值为函数的节点。</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337D5DD3-5FFE-40CB-947C-D5C285AC5779}" type="slidenum">
              <a:rPr lang="zh-CN" altLang="en-US" smtClean="0"/>
              <a:t>12</a:t>
            </a:fld>
            <a:endParaRPr lang="zh-CN" altLang="en-US"/>
          </a:p>
        </p:txBody>
      </p:sp>
    </p:spTree>
    <p:extLst>
      <p:ext uri="{BB962C8B-B14F-4D97-AF65-F5344CB8AC3E}">
        <p14:creationId xmlns:p14="http://schemas.microsoft.com/office/powerpoint/2010/main" val="329005846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得到递归树后，把数中每一层所有节点的代价求和得到每一层的代价。然后再将所有层的代价求和，得到整棵树的总代价。</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这是一个求和表达式。因为递归树完全展开后的高度为</a:t>
            </a:r>
            <a:r>
              <a:rPr lang="en-US" altLang="zh-CN" dirty="0" err="1"/>
              <a:t>logn</a:t>
            </a:r>
            <a:r>
              <a:rPr lang="zh-CN" altLang="en-US" dirty="0"/>
              <a:t>加一，所以这个表达式一共有</a:t>
            </a:r>
            <a:r>
              <a:rPr lang="en-US" altLang="zh-CN" dirty="0" err="1"/>
              <a:t>logn</a:t>
            </a:r>
            <a:r>
              <a:rPr lang="zh-CN" altLang="en-US" dirty="0"/>
              <a:t>加一项。最终可以求得</a:t>
            </a:r>
            <a:r>
              <a:rPr lang="en-US" altLang="zh-CN" dirty="0" err="1"/>
              <a:t>tn</a:t>
            </a:r>
            <a:r>
              <a:rPr lang="zh-CN" altLang="en-US" dirty="0"/>
              <a:t>等于大</a:t>
            </a:r>
            <a:r>
              <a:rPr lang="en-US" altLang="zh-CN" dirty="0"/>
              <a:t>O N</a:t>
            </a:r>
            <a:r>
              <a:rPr lang="zh-CN" altLang="en-US" dirty="0"/>
              <a:t>方。</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zh-CN" altLang="en-US" dirty="0"/>
          </a:p>
          <a:p>
            <a:endParaRPr lang="zh-CN" altLang="en-US" dirty="0"/>
          </a:p>
        </p:txBody>
      </p:sp>
      <p:sp>
        <p:nvSpPr>
          <p:cNvPr id="4" name="灯片编号占位符 3"/>
          <p:cNvSpPr>
            <a:spLocks noGrp="1"/>
          </p:cNvSpPr>
          <p:nvPr>
            <p:ph type="sldNum" sz="quarter" idx="5"/>
          </p:nvPr>
        </p:nvSpPr>
        <p:spPr/>
        <p:txBody>
          <a:bodyPr/>
          <a:lstStyle/>
          <a:p>
            <a:fld id="{337D5DD3-5FFE-40CB-947C-D5C285AC5779}" type="slidenum">
              <a:rPr lang="zh-CN" altLang="en-US" smtClean="0"/>
              <a:t>13</a:t>
            </a:fld>
            <a:endParaRPr lang="zh-CN" altLang="en-US"/>
          </a:p>
        </p:txBody>
      </p:sp>
    </p:spTree>
    <p:extLst>
      <p:ext uri="{BB962C8B-B14F-4D97-AF65-F5344CB8AC3E}">
        <p14:creationId xmlns:p14="http://schemas.microsoft.com/office/powerpoint/2010/main" val="5707978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接下来我们来学习第四种求解递归方程的方法，叫做主方法。</a:t>
            </a:r>
            <a:endParaRPr lang="en-US" altLang="zh-CN" dirty="0"/>
          </a:p>
          <a:p>
            <a:endParaRPr lang="en-US" altLang="zh-CN" dirty="0"/>
          </a:p>
          <a:p>
            <a:r>
              <a:rPr lang="zh-CN" altLang="en-US" dirty="0"/>
              <a:t>主方法适用于求解形如</a:t>
            </a:r>
            <a:r>
              <a:rPr lang="en-US" altLang="zh-CN" dirty="0"/>
              <a:t>TN</a:t>
            </a:r>
            <a:r>
              <a:rPr lang="zh-CN" altLang="en-US" dirty="0"/>
              <a:t>等于</a:t>
            </a:r>
            <a:r>
              <a:rPr lang="en-US" altLang="zh-CN" dirty="0"/>
              <a:t>a</a:t>
            </a:r>
            <a:r>
              <a:rPr lang="zh-CN" altLang="en-US" dirty="0"/>
              <a:t>倍的</a:t>
            </a:r>
            <a:r>
              <a:rPr lang="en-US" altLang="zh-CN" dirty="0"/>
              <a:t>T B</a:t>
            </a:r>
            <a:r>
              <a:rPr lang="zh-CN" altLang="en-US" dirty="0"/>
              <a:t>分之</a:t>
            </a:r>
            <a:r>
              <a:rPr lang="en-US" altLang="zh-CN" dirty="0"/>
              <a:t>N</a:t>
            </a:r>
            <a:r>
              <a:rPr lang="zh-CN" altLang="en-US" dirty="0"/>
              <a:t>加上</a:t>
            </a:r>
            <a:r>
              <a:rPr lang="en-US" altLang="zh-CN" dirty="0"/>
              <a:t>FN</a:t>
            </a:r>
            <a:r>
              <a:rPr lang="zh-CN" altLang="en-US" dirty="0"/>
              <a:t>这样的递归方程。</a:t>
            </a:r>
          </a:p>
        </p:txBody>
      </p:sp>
      <p:sp>
        <p:nvSpPr>
          <p:cNvPr id="4" name="灯片编号占位符 3"/>
          <p:cNvSpPr>
            <a:spLocks noGrp="1"/>
          </p:cNvSpPr>
          <p:nvPr>
            <p:ph type="sldNum" sz="quarter" idx="5"/>
          </p:nvPr>
        </p:nvSpPr>
        <p:spPr/>
        <p:txBody>
          <a:bodyPr/>
          <a:lstStyle/>
          <a:p>
            <a:fld id="{337D5DD3-5FFE-40CB-947C-D5C285AC5779}" type="slidenum">
              <a:rPr lang="zh-CN" altLang="en-US" smtClean="0"/>
              <a:t>14</a:t>
            </a:fld>
            <a:endParaRPr lang="zh-CN" altLang="en-US"/>
          </a:p>
        </p:txBody>
      </p:sp>
    </p:spTree>
    <p:extLst>
      <p:ext uri="{BB962C8B-B14F-4D97-AF65-F5344CB8AC3E}">
        <p14:creationId xmlns:p14="http://schemas.microsoft.com/office/powerpoint/2010/main" val="122288518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BD3397-6071-DA22-49AD-A2964E2896B8}"/>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E11C9F05-0AB6-A4F1-EAFD-CB57AB1D81B5}"/>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B30EDA41-1660-3C1C-AA92-D1703A4EF6C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77234E25-56FD-F15E-7BB1-26369AC68A1C}"/>
              </a:ext>
            </a:extLst>
          </p:cNvPr>
          <p:cNvSpPr>
            <a:spLocks noGrp="1"/>
          </p:cNvSpPr>
          <p:nvPr>
            <p:ph type="sldNum" sz="quarter" idx="5"/>
          </p:nvPr>
        </p:nvSpPr>
        <p:spPr/>
        <p:txBody>
          <a:bodyPr/>
          <a:lstStyle/>
          <a:p>
            <a:fld id="{337D5DD3-5FFE-40CB-947C-D5C285AC5779}" type="slidenum">
              <a:rPr lang="zh-CN" altLang="en-US" smtClean="0"/>
              <a:t>15</a:t>
            </a:fld>
            <a:endParaRPr lang="zh-CN" altLang="en-US"/>
          </a:p>
        </p:txBody>
      </p:sp>
    </p:spTree>
    <p:extLst>
      <p:ext uri="{BB962C8B-B14F-4D97-AF65-F5344CB8AC3E}">
        <p14:creationId xmlns:p14="http://schemas.microsoft.com/office/powerpoint/2010/main" val="16557358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1B1880-C4DC-75FB-A612-4865D1CFFE5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63A5935-F6CD-7196-37CE-212B5602215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23A550D-EC03-8241-BDEB-A869C4F179A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CA84E129-7121-A0B2-48C3-33D97F30620E}"/>
              </a:ext>
            </a:extLst>
          </p:cNvPr>
          <p:cNvSpPr>
            <a:spLocks noGrp="1"/>
          </p:cNvSpPr>
          <p:nvPr>
            <p:ph type="sldNum" sz="quarter" idx="5"/>
          </p:nvPr>
        </p:nvSpPr>
        <p:spPr/>
        <p:txBody>
          <a:bodyPr/>
          <a:lstStyle/>
          <a:p>
            <a:fld id="{337D5DD3-5FFE-40CB-947C-D5C285AC5779}" type="slidenum">
              <a:rPr lang="zh-CN" altLang="en-US" smtClean="0"/>
              <a:t>16</a:t>
            </a:fld>
            <a:endParaRPr lang="zh-CN" altLang="en-US"/>
          </a:p>
        </p:txBody>
      </p:sp>
    </p:spTree>
    <p:extLst>
      <p:ext uri="{BB962C8B-B14F-4D97-AF65-F5344CB8AC3E}">
        <p14:creationId xmlns:p14="http://schemas.microsoft.com/office/powerpoint/2010/main" val="28203954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D4CCA3-2AB6-8F95-D9C0-2AF8C3F548C4}"/>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1C3CFD6B-1AEE-5EF4-8377-85843D476341}"/>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3D5FA173-623D-6621-F5AA-A04F76C4AE6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B7A92316-AB6D-A1ED-9727-F882377C8FC1}"/>
              </a:ext>
            </a:extLst>
          </p:cNvPr>
          <p:cNvSpPr>
            <a:spLocks noGrp="1"/>
          </p:cNvSpPr>
          <p:nvPr>
            <p:ph type="sldNum" sz="quarter" idx="5"/>
          </p:nvPr>
        </p:nvSpPr>
        <p:spPr/>
        <p:txBody>
          <a:bodyPr/>
          <a:lstStyle/>
          <a:p>
            <a:fld id="{337D5DD3-5FFE-40CB-947C-D5C285AC5779}" type="slidenum">
              <a:rPr lang="zh-CN" altLang="en-US" smtClean="0"/>
              <a:t>17</a:t>
            </a:fld>
            <a:endParaRPr lang="zh-CN" altLang="en-US"/>
          </a:p>
        </p:txBody>
      </p:sp>
    </p:spTree>
    <p:extLst>
      <p:ext uri="{BB962C8B-B14F-4D97-AF65-F5344CB8AC3E}">
        <p14:creationId xmlns:p14="http://schemas.microsoft.com/office/powerpoint/2010/main" val="20419841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D27DAC-6437-B243-94A4-30DC263643A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83E075CB-663C-0958-9900-0EFC11D98BD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D28293CA-57AE-0070-F6BC-280641AB1EB2}"/>
              </a:ext>
            </a:extLst>
          </p:cNvPr>
          <p:cNvSpPr>
            <a:spLocks noGrp="1"/>
          </p:cNvSpPr>
          <p:nvPr>
            <p:ph type="body" idx="1"/>
          </p:nvPr>
        </p:nvSpPr>
        <p:spPr/>
        <p:txBody>
          <a:bodyPr/>
          <a:lstStyle/>
          <a:p>
            <a:r>
              <a:rPr lang="zh-CN" altLang="en-US" dirty="0"/>
              <a:t>接下来我们来学习第四种求解递归方程的方法，叫做主方法。</a:t>
            </a:r>
            <a:endParaRPr lang="en-US" altLang="zh-CN" dirty="0"/>
          </a:p>
          <a:p>
            <a:endParaRPr lang="en-US" altLang="zh-CN" dirty="0"/>
          </a:p>
          <a:p>
            <a:r>
              <a:rPr lang="zh-CN" altLang="en-US" dirty="0"/>
              <a:t>主方法适用于求解形如</a:t>
            </a:r>
            <a:r>
              <a:rPr lang="en-US" altLang="zh-CN" dirty="0"/>
              <a:t>TN</a:t>
            </a:r>
            <a:r>
              <a:rPr lang="zh-CN" altLang="en-US" dirty="0"/>
              <a:t>等于</a:t>
            </a:r>
            <a:r>
              <a:rPr lang="en-US" altLang="zh-CN" dirty="0"/>
              <a:t>a</a:t>
            </a:r>
            <a:r>
              <a:rPr lang="zh-CN" altLang="en-US" dirty="0"/>
              <a:t>倍的</a:t>
            </a:r>
            <a:r>
              <a:rPr lang="en-US" altLang="zh-CN" dirty="0"/>
              <a:t>T B</a:t>
            </a:r>
            <a:r>
              <a:rPr lang="zh-CN" altLang="en-US" dirty="0"/>
              <a:t>分之</a:t>
            </a:r>
            <a:r>
              <a:rPr lang="en-US" altLang="zh-CN" dirty="0"/>
              <a:t>N</a:t>
            </a:r>
            <a:r>
              <a:rPr lang="zh-CN" altLang="en-US" dirty="0"/>
              <a:t>加上</a:t>
            </a:r>
            <a:r>
              <a:rPr lang="en-US" altLang="zh-CN" dirty="0"/>
              <a:t>FN</a:t>
            </a:r>
            <a:r>
              <a:rPr lang="zh-CN" altLang="en-US" dirty="0"/>
              <a:t>这样的递归方程。</a:t>
            </a:r>
          </a:p>
        </p:txBody>
      </p:sp>
      <p:sp>
        <p:nvSpPr>
          <p:cNvPr id="4" name="灯片编号占位符 3">
            <a:extLst>
              <a:ext uri="{FF2B5EF4-FFF2-40B4-BE49-F238E27FC236}">
                <a16:creationId xmlns:a16="http://schemas.microsoft.com/office/drawing/2014/main" id="{F6D10434-E8F8-21D2-992F-944149971B97}"/>
              </a:ext>
            </a:extLst>
          </p:cNvPr>
          <p:cNvSpPr>
            <a:spLocks noGrp="1"/>
          </p:cNvSpPr>
          <p:nvPr>
            <p:ph type="sldNum" sz="quarter" idx="5"/>
          </p:nvPr>
        </p:nvSpPr>
        <p:spPr/>
        <p:txBody>
          <a:bodyPr/>
          <a:lstStyle/>
          <a:p>
            <a:fld id="{337D5DD3-5FFE-40CB-947C-D5C285AC5779}" type="slidenum">
              <a:rPr lang="zh-CN" altLang="en-US" smtClean="0"/>
              <a:t>18</a:t>
            </a:fld>
            <a:endParaRPr lang="zh-CN" altLang="en-US"/>
          </a:p>
        </p:txBody>
      </p:sp>
    </p:spTree>
    <p:extLst>
      <p:ext uri="{BB962C8B-B14F-4D97-AF65-F5344CB8AC3E}">
        <p14:creationId xmlns:p14="http://schemas.microsoft.com/office/powerpoint/2010/main" val="74713858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7D5DD3-5FFE-40CB-947C-D5C285AC5779}" type="slidenum">
              <a:rPr lang="zh-CN" altLang="en-US" smtClean="0"/>
              <a:t>19</a:t>
            </a:fld>
            <a:endParaRPr lang="zh-CN" altLang="en-US"/>
          </a:p>
        </p:txBody>
      </p:sp>
    </p:spTree>
    <p:extLst>
      <p:ext uri="{BB962C8B-B14F-4D97-AF65-F5344CB8AC3E}">
        <p14:creationId xmlns:p14="http://schemas.microsoft.com/office/powerpoint/2010/main" val="36106687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337D5DD3-5FFE-40CB-947C-D5C285AC5779}" type="slidenum">
              <a:rPr lang="zh-CN" altLang="en-US" smtClean="0"/>
              <a:t>20</a:t>
            </a:fld>
            <a:endParaRPr lang="zh-CN" altLang="en-US"/>
          </a:p>
        </p:txBody>
      </p:sp>
    </p:spTree>
    <p:extLst>
      <p:ext uri="{BB962C8B-B14F-4D97-AF65-F5344CB8AC3E}">
        <p14:creationId xmlns:p14="http://schemas.microsoft.com/office/powerpoint/2010/main" val="21049678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4EDDF9-9AA2-C6CA-8846-73CCD55223CE}"/>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47966E8F-5C28-2E48-63D2-0D050A02034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7241619E-BC05-5C9A-2422-3BBC0C5B6E94}"/>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66A553D0-7FEB-8A97-B0EF-FDDDF0A43A91}"/>
              </a:ext>
            </a:extLst>
          </p:cNvPr>
          <p:cNvSpPr>
            <a:spLocks noGrp="1"/>
          </p:cNvSpPr>
          <p:nvPr>
            <p:ph type="sldNum" sz="quarter" idx="5"/>
          </p:nvPr>
        </p:nvSpPr>
        <p:spPr/>
        <p:txBody>
          <a:bodyPr/>
          <a:lstStyle/>
          <a:p>
            <a:fld id="{337D5DD3-5FFE-40CB-947C-D5C285AC5779}" type="slidenum">
              <a:rPr lang="zh-CN" altLang="en-US" smtClean="0"/>
              <a:t>21</a:t>
            </a:fld>
            <a:endParaRPr lang="zh-CN" altLang="en-US"/>
          </a:p>
        </p:txBody>
      </p:sp>
    </p:spTree>
    <p:extLst>
      <p:ext uri="{BB962C8B-B14F-4D97-AF65-F5344CB8AC3E}">
        <p14:creationId xmlns:p14="http://schemas.microsoft.com/office/powerpoint/2010/main" val="252918662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4678E6-BF31-57E5-EDB4-82FFB80826A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2B9ADFB8-6EBD-1169-1F28-06B93184E016}"/>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08B71FC4-5973-9230-6C85-7E904612558A}"/>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32458D8-5328-5BD9-4C8A-55D7E40C4D9A}"/>
              </a:ext>
            </a:extLst>
          </p:cNvPr>
          <p:cNvSpPr>
            <a:spLocks noGrp="1"/>
          </p:cNvSpPr>
          <p:nvPr>
            <p:ph type="sldNum" sz="quarter" idx="5"/>
          </p:nvPr>
        </p:nvSpPr>
        <p:spPr/>
        <p:txBody>
          <a:bodyPr/>
          <a:lstStyle/>
          <a:p>
            <a:fld id="{337D5DD3-5FFE-40CB-947C-D5C285AC5779}" type="slidenum">
              <a:rPr lang="zh-CN" altLang="en-US" smtClean="0"/>
              <a:t>22</a:t>
            </a:fld>
            <a:endParaRPr lang="zh-CN" altLang="en-US"/>
          </a:p>
        </p:txBody>
      </p:sp>
    </p:spTree>
    <p:extLst>
      <p:ext uri="{BB962C8B-B14F-4D97-AF65-F5344CB8AC3E}">
        <p14:creationId xmlns:p14="http://schemas.microsoft.com/office/powerpoint/2010/main" val="192459392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AFAC13-8A51-504C-7A17-37D4EE83F081}"/>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01528363-2B96-11CB-81E8-6EB3C199B71E}"/>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48ECB83F-3ADF-7F85-2E21-40ABF173FD56}"/>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40F32280-18D0-BA64-3F98-956579176E95}"/>
              </a:ext>
            </a:extLst>
          </p:cNvPr>
          <p:cNvSpPr>
            <a:spLocks noGrp="1"/>
          </p:cNvSpPr>
          <p:nvPr>
            <p:ph type="sldNum" sz="quarter" idx="5"/>
          </p:nvPr>
        </p:nvSpPr>
        <p:spPr/>
        <p:txBody>
          <a:bodyPr/>
          <a:lstStyle/>
          <a:p>
            <a:fld id="{337D5DD3-5FFE-40CB-947C-D5C285AC5779}" type="slidenum">
              <a:rPr lang="zh-CN" altLang="en-US" smtClean="0"/>
              <a:t>23</a:t>
            </a:fld>
            <a:endParaRPr lang="zh-CN" altLang="en-US"/>
          </a:p>
        </p:txBody>
      </p:sp>
    </p:spTree>
    <p:extLst>
      <p:ext uri="{BB962C8B-B14F-4D97-AF65-F5344CB8AC3E}">
        <p14:creationId xmlns:p14="http://schemas.microsoft.com/office/powerpoint/2010/main" val="356221734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751CB8-A09B-DFE7-9D69-854AEB424A1B}"/>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6B1553E-8F5B-19C3-3F08-3D098A081ADA}"/>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655031A9-2A3C-243E-E8AA-AD7E9C7299F9}"/>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07C95A5-0717-2A78-C1E8-C3398631D925}"/>
              </a:ext>
            </a:extLst>
          </p:cNvPr>
          <p:cNvSpPr>
            <a:spLocks noGrp="1"/>
          </p:cNvSpPr>
          <p:nvPr>
            <p:ph type="sldNum" sz="quarter" idx="5"/>
          </p:nvPr>
        </p:nvSpPr>
        <p:spPr/>
        <p:txBody>
          <a:bodyPr/>
          <a:lstStyle/>
          <a:p>
            <a:fld id="{337D5DD3-5FFE-40CB-947C-D5C285AC5779}" type="slidenum">
              <a:rPr lang="zh-CN" altLang="en-US" smtClean="0"/>
              <a:t>24</a:t>
            </a:fld>
            <a:endParaRPr lang="zh-CN" altLang="en-US"/>
          </a:p>
        </p:txBody>
      </p:sp>
    </p:spTree>
    <p:extLst>
      <p:ext uri="{BB962C8B-B14F-4D97-AF65-F5344CB8AC3E}">
        <p14:creationId xmlns:p14="http://schemas.microsoft.com/office/powerpoint/2010/main" val="21769002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7B1A3-0ABE-9685-8EAE-38508E079AA3}"/>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A4F93C39-0783-979C-7FC0-86954F607838}"/>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8335E98D-3AA0-C5CA-003C-C1259526027D}"/>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EAAD95E8-794C-A92B-1BE9-579149DC8BBC}"/>
              </a:ext>
            </a:extLst>
          </p:cNvPr>
          <p:cNvSpPr>
            <a:spLocks noGrp="1"/>
          </p:cNvSpPr>
          <p:nvPr>
            <p:ph type="sldNum" sz="quarter" idx="5"/>
          </p:nvPr>
        </p:nvSpPr>
        <p:spPr/>
        <p:txBody>
          <a:bodyPr/>
          <a:lstStyle/>
          <a:p>
            <a:fld id="{337D5DD3-5FFE-40CB-947C-D5C285AC5779}" type="slidenum">
              <a:rPr lang="zh-CN" altLang="en-US" smtClean="0"/>
              <a:t>25</a:t>
            </a:fld>
            <a:endParaRPr lang="zh-CN" altLang="en-US"/>
          </a:p>
        </p:txBody>
      </p:sp>
    </p:spTree>
    <p:extLst>
      <p:ext uri="{BB962C8B-B14F-4D97-AF65-F5344CB8AC3E}">
        <p14:creationId xmlns:p14="http://schemas.microsoft.com/office/powerpoint/2010/main" val="211869236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l="39788" r="40189"/>
          <a:stretch>
            <a:fillRect/>
          </a:stretch>
        </p:blipFill>
        <p:spPr>
          <a:xfrm>
            <a:off x="1" y="1"/>
            <a:ext cx="2318993" cy="6879215"/>
          </a:xfrm>
          <a:prstGeom prst="rect">
            <a:avLst/>
          </a:prstGeom>
        </p:spPr>
      </p:pic>
      <p:sp>
        <p:nvSpPr>
          <p:cNvPr id="9" name="矩形 8"/>
          <p:cNvSpPr/>
          <p:nvPr/>
        </p:nvSpPr>
        <p:spPr>
          <a:xfrm>
            <a:off x="0" y="-1"/>
            <a:ext cx="2318993" cy="6879215"/>
          </a:xfrm>
          <a:prstGeom prst="rect">
            <a:avLst/>
          </a:prstGeom>
          <a:solidFill>
            <a:srgbClr val="7E0C6E">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grpSp>
        <p:nvGrpSpPr>
          <p:cNvPr id="2" name="组合 1"/>
          <p:cNvGrpSpPr/>
          <p:nvPr/>
        </p:nvGrpSpPr>
        <p:grpSpPr>
          <a:xfrm>
            <a:off x="443679" y="789084"/>
            <a:ext cx="1385468" cy="5301047"/>
            <a:chOff x="494010" y="778476"/>
            <a:chExt cx="1847290" cy="5301047"/>
          </a:xfrm>
        </p:grpSpPr>
        <p:sp>
          <p:nvSpPr>
            <p:cNvPr id="11" name="文本框 10"/>
            <p:cNvSpPr txBox="1"/>
            <p:nvPr/>
          </p:nvSpPr>
          <p:spPr>
            <a:xfrm>
              <a:off x="1356415" y="778476"/>
              <a:ext cx="984885" cy="3111500"/>
            </a:xfrm>
            <a:prstGeom prst="rect">
              <a:avLst/>
            </a:prstGeom>
            <a:noFill/>
          </p:spPr>
          <p:txBody>
            <a:bodyPr vert="eaVert" wrap="square" rtlCol="0">
              <a:spAutoFit/>
            </a:bodyPr>
            <a:lstStyle/>
            <a:p>
              <a:pPr algn="ctr"/>
              <a:r>
                <a:rPr lang="zh-CN" altLang="en-US" sz="3600" b="0" dirty="0">
                  <a:solidFill>
                    <a:schemeClr val="bg1"/>
                  </a:solidFill>
                  <a:latin typeface="华文隶书" panose="02010800040101010101" pitchFamily="2" charset="-122"/>
                  <a:ea typeface="华文隶书" panose="02010800040101010101" pitchFamily="2" charset="-122"/>
                </a:rPr>
                <a:t>允公允能</a:t>
              </a:r>
            </a:p>
          </p:txBody>
        </p:sp>
        <p:sp>
          <p:nvSpPr>
            <p:cNvPr id="12" name="文本框 11"/>
            <p:cNvSpPr txBox="1"/>
            <p:nvPr/>
          </p:nvSpPr>
          <p:spPr>
            <a:xfrm>
              <a:off x="494010" y="2968023"/>
              <a:ext cx="984885" cy="3111500"/>
            </a:xfrm>
            <a:prstGeom prst="rect">
              <a:avLst/>
            </a:prstGeom>
            <a:noFill/>
          </p:spPr>
          <p:txBody>
            <a:bodyPr vert="eaVert" wrap="square" rtlCol="0">
              <a:spAutoFit/>
            </a:bodyPr>
            <a:lstStyle/>
            <a:p>
              <a:pPr algn="ctr"/>
              <a:r>
                <a:rPr lang="zh-CN" altLang="en-US" sz="3600" b="0" kern="1200" dirty="0">
                  <a:solidFill>
                    <a:schemeClr val="bg1"/>
                  </a:solidFill>
                  <a:latin typeface="华文隶书" panose="02010800040101010101" pitchFamily="2" charset="-122"/>
                  <a:ea typeface="华文隶书" panose="02010800040101010101" pitchFamily="2" charset="-122"/>
                  <a:cs typeface="+mn-cs"/>
                </a:rPr>
                <a:t>日新月异</a:t>
              </a:r>
            </a:p>
          </p:txBody>
        </p:sp>
      </p:grpSp>
      <p:sp>
        <p:nvSpPr>
          <p:cNvPr id="13" name="矩形 12"/>
          <p:cNvSpPr/>
          <p:nvPr/>
        </p:nvSpPr>
        <p:spPr>
          <a:xfrm>
            <a:off x="1" y="-10607"/>
            <a:ext cx="2318993" cy="6879215"/>
          </a:xfrm>
          <a:prstGeom prst="rect">
            <a:avLst/>
          </a:prstGeom>
          <a:solidFill>
            <a:srgbClr val="7E0C6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grpSp>
        <p:nvGrpSpPr>
          <p:cNvPr id="14" name="组合 13"/>
          <p:cNvGrpSpPr/>
          <p:nvPr/>
        </p:nvGrpSpPr>
        <p:grpSpPr>
          <a:xfrm>
            <a:off x="7505665" y="445443"/>
            <a:ext cx="1224971" cy="1633295"/>
            <a:chOff x="9995625" y="454847"/>
            <a:chExt cx="1737980" cy="1737980"/>
          </a:xfrm>
        </p:grpSpPr>
        <p:grpSp>
          <p:nvGrpSpPr>
            <p:cNvPr id="15" name="组合 14"/>
            <p:cNvGrpSpPr/>
            <p:nvPr/>
          </p:nvGrpSpPr>
          <p:grpSpPr>
            <a:xfrm>
              <a:off x="10270615" y="719123"/>
              <a:ext cx="1188000" cy="1188000"/>
              <a:chOff x="9655860" y="955908"/>
              <a:chExt cx="1188000" cy="1188000"/>
            </a:xfrm>
          </p:grpSpPr>
          <p:cxnSp>
            <p:nvCxnSpPr>
              <p:cNvPr id="19" name="直接连接符 18"/>
              <p:cNvCxnSpPr/>
              <p:nvPr/>
            </p:nvCxnSpPr>
            <p:spPr>
              <a:xfrm>
                <a:off x="9655860" y="973770"/>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16200000">
                <a:off x="10230734" y="1549908"/>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9995625" y="454847"/>
              <a:ext cx="1737980" cy="1737980"/>
              <a:chOff x="9655860" y="963609"/>
              <a:chExt cx="1188000" cy="1188000"/>
            </a:xfrm>
          </p:grpSpPr>
          <p:cxnSp>
            <p:nvCxnSpPr>
              <p:cNvPr id="17" name="直接连接符 16"/>
              <p:cNvCxnSpPr/>
              <p:nvPr/>
            </p:nvCxnSpPr>
            <p:spPr>
              <a:xfrm>
                <a:off x="9655860" y="973770"/>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16200000">
                <a:off x="10236976" y="1557609"/>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grpSp>
      </p:grpSp>
      <p:sp>
        <p:nvSpPr>
          <p:cNvPr id="21" name="矩形 20"/>
          <p:cNvSpPr/>
          <p:nvPr/>
        </p:nvSpPr>
        <p:spPr>
          <a:xfrm>
            <a:off x="2395094" y="3397969"/>
            <a:ext cx="6745778" cy="3559269"/>
          </a:xfrm>
          <a:prstGeom prst="rect">
            <a:avLst/>
          </a:prstGeom>
          <a:blipFill dpi="0" rotWithShape="1">
            <a:blip r:embed="rId3">
              <a:alphaModFix amt="1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Tree>
    <p:extLst>
      <p:ext uri="{BB962C8B-B14F-4D97-AF65-F5344CB8AC3E}">
        <p14:creationId xmlns:p14="http://schemas.microsoft.com/office/powerpoint/2010/main" val="363838811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标题和内容">
    <p:spTree>
      <p:nvGrpSpPr>
        <p:cNvPr id="1" name=""/>
        <p:cNvGrpSpPr/>
        <p:nvPr/>
      </p:nvGrpSpPr>
      <p:grpSpPr>
        <a:xfrm>
          <a:off x="0" y="0"/>
          <a:ext cx="0" cy="0"/>
          <a:chOff x="0" y="0"/>
          <a:chExt cx="0" cy="0"/>
        </a:xfrm>
      </p:grpSpPr>
      <p:pic>
        <p:nvPicPr>
          <p:cNvPr id="11" name="图片 10"/>
          <p:cNvPicPr>
            <a:picLocks noChangeAspect="1"/>
          </p:cNvPicPr>
          <p:nvPr/>
        </p:nvPicPr>
        <p:blipFill rotWithShape="1">
          <a:blip r:embed="rId2">
            <a:extLst>
              <a:ext uri="{28A0092B-C50C-407E-A947-70E740481C1C}">
                <a14:useLocalDpi xmlns:a14="http://schemas.microsoft.com/office/drawing/2010/main" val="0"/>
              </a:ext>
            </a:extLst>
          </a:blip>
          <a:srcRect l="39788" r="40189"/>
          <a:stretch>
            <a:fillRect/>
          </a:stretch>
        </p:blipFill>
        <p:spPr>
          <a:xfrm>
            <a:off x="865023" y="-5304"/>
            <a:ext cx="2318993" cy="6879215"/>
          </a:xfrm>
          <a:prstGeom prst="rect">
            <a:avLst/>
          </a:prstGeom>
        </p:spPr>
      </p:pic>
      <p:sp>
        <p:nvSpPr>
          <p:cNvPr id="12" name="矩形 11"/>
          <p:cNvSpPr/>
          <p:nvPr/>
        </p:nvSpPr>
        <p:spPr>
          <a:xfrm>
            <a:off x="865022" y="-5305"/>
            <a:ext cx="2318993" cy="6879215"/>
          </a:xfrm>
          <a:prstGeom prst="rect">
            <a:avLst/>
          </a:prstGeom>
          <a:solidFill>
            <a:srgbClr val="7E0C6E">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20" name="矩形 19"/>
          <p:cNvSpPr/>
          <p:nvPr/>
        </p:nvSpPr>
        <p:spPr>
          <a:xfrm>
            <a:off x="865021" y="1"/>
            <a:ext cx="2318993" cy="6879215"/>
          </a:xfrm>
          <a:prstGeom prst="rect">
            <a:avLst/>
          </a:prstGeom>
          <a:solidFill>
            <a:srgbClr val="7E0C6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21" name="矩形 20"/>
          <p:cNvSpPr/>
          <p:nvPr/>
        </p:nvSpPr>
        <p:spPr>
          <a:xfrm>
            <a:off x="3247518" y="3813436"/>
            <a:ext cx="5896482" cy="3111155"/>
          </a:xfrm>
          <a:prstGeom prst="rect">
            <a:avLst/>
          </a:prstGeom>
          <a:blipFill dpi="0" rotWithShape="1">
            <a:blip r:embed="rId3">
              <a:alphaModFix amt="1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pic>
        <p:nvPicPr>
          <p:cNvPr id="8" name="图片 7"/>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637328" y="524137"/>
            <a:ext cx="1251523" cy="481027"/>
          </a:xfrm>
          <a:prstGeom prst="rect">
            <a:avLst/>
          </a:prstGeom>
        </p:spPr>
      </p:pic>
    </p:spTree>
    <p:extLst>
      <p:ext uri="{BB962C8B-B14F-4D97-AF65-F5344CB8AC3E}">
        <p14:creationId xmlns:p14="http://schemas.microsoft.com/office/powerpoint/2010/main" val="19003372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节标题">
    <p:bg>
      <p:bgPr>
        <a:gradFill>
          <a:gsLst>
            <a:gs pos="11000">
              <a:srgbClr val="7E0C6E">
                <a:alpha val="75000"/>
              </a:srgbClr>
            </a:gs>
            <a:gs pos="100000">
              <a:srgbClr val="7E0C6E"/>
            </a:gs>
          </a:gsLst>
          <a:lin ang="5400000" scaled="1"/>
        </a:gradFill>
        <a:effectLst/>
      </p:bgPr>
    </p:bg>
    <p:spTree>
      <p:nvGrpSpPr>
        <p:cNvPr id="1" name=""/>
        <p:cNvGrpSpPr/>
        <p:nvPr/>
      </p:nvGrpSpPr>
      <p:grpSpPr>
        <a:xfrm>
          <a:off x="0" y="0"/>
          <a:ext cx="0" cy="0"/>
          <a:chOff x="0" y="0"/>
          <a:chExt cx="0" cy="0"/>
        </a:xfrm>
      </p:grpSpPr>
      <p:grpSp>
        <p:nvGrpSpPr>
          <p:cNvPr id="10" name="组合 9"/>
          <p:cNvGrpSpPr/>
          <p:nvPr/>
        </p:nvGrpSpPr>
        <p:grpSpPr>
          <a:xfrm flipH="1">
            <a:off x="1260248" y="0"/>
            <a:ext cx="173903" cy="3276600"/>
            <a:chOff x="4399082" y="1624876"/>
            <a:chExt cx="231871" cy="3276600"/>
          </a:xfrm>
        </p:grpSpPr>
        <p:cxnSp>
          <p:nvCxnSpPr>
            <p:cNvPr id="11" name="直接连接符 10"/>
            <p:cNvCxnSpPr/>
            <p:nvPr/>
          </p:nvCxnSpPr>
          <p:spPr>
            <a:xfrm rot="5400000" flipV="1">
              <a:off x="2992653" y="3263176"/>
              <a:ext cx="3276600" cy="0"/>
            </a:xfrm>
            <a:prstGeom prst="line">
              <a:avLst/>
            </a:prstGeom>
            <a:ln w="38100">
              <a:gradFill>
                <a:gsLst>
                  <a:gs pos="11000">
                    <a:srgbClr val="7E0C6E">
                      <a:alpha val="0"/>
                    </a:srgbClr>
                  </a:gs>
                  <a:gs pos="100000">
                    <a:srgbClr val="7E0C6E"/>
                  </a:gs>
                </a:gsLst>
                <a:lin ang="10800000" scaled="0"/>
              </a:gra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rot="5400000" flipV="1">
              <a:off x="3608507" y="2415451"/>
              <a:ext cx="1581150" cy="0"/>
            </a:xfrm>
            <a:prstGeom prst="line">
              <a:avLst/>
            </a:prstGeom>
            <a:ln w="38100">
              <a:gradFill>
                <a:gsLst>
                  <a:gs pos="11000">
                    <a:srgbClr val="7E0C6E">
                      <a:alpha val="0"/>
                    </a:srgbClr>
                  </a:gs>
                  <a:gs pos="100000">
                    <a:srgbClr val="7E0C6E"/>
                  </a:gs>
                </a:gsLst>
                <a:lin ang="10800000" scaled="0"/>
              </a:gradFill>
            </a:ln>
          </p:spPr>
          <p:style>
            <a:lnRef idx="1">
              <a:schemeClr val="accent1"/>
            </a:lnRef>
            <a:fillRef idx="0">
              <a:schemeClr val="accent1"/>
            </a:fillRef>
            <a:effectRef idx="0">
              <a:schemeClr val="accent1"/>
            </a:effectRef>
            <a:fontRef idx="minor">
              <a:schemeClr val="tx1"/>
            </a:fontRef>
          </p:style>
        </p:cxnSp>
      </p:grpSp>
      <p:sp>
        <p:nvSpPr>
          <p:cNvPr id="5" name="矩形 4"/>
          <p:cNvSpPr/>
          <p:nvPr/>
        </p:nvSpPr>
        <p:spPr>
          <a:xfrm>
            <a:off x="5564838" y="-417609"/>
            <a:ext cx="5769913" cy="7693217"/>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Tree>
    <p:extLst>
      <p:ext uri="{BB962C8B-B14F-4D97-AF65-F5344CB8AC3E}">
        <p14:creationId xmlns:p14="http://schemas.microsoft.com/office/powerpoint/2010/main" val="14736312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两栏内容">
    <p:spTree>
      <p:nvGrpSpPr>
        <p:cNvPr id="1" name=""/>
        <p:cNvGrpSpPr/>
        <p:nvPr/>
      </p:nvGrpSpPr>
      <p:grpSpPr>
        <a:xfrm>
          <a:off x="0" y="0"/>
          <a:ext cx="0" cy="0"/>
          <a:chOff x="0" y="0"/>
          <a:chExt cx="0" cy="0"/>
        </a:xfrm>
      </p:grpSpPr>
      <p:pic>
        <p:nvPicPr>
          <p:cNvPr id="8" name="图片 7"/>
          <p:cNvPicPr>
            <a:picLocks noChangeAspect="1"/>
          </p:cNvPicPr>
          <p:nvPr/>
        </p:nvPicPr>
        <p:blipFill rotWithShape="1">
          <a:blip r:embed="rId2">
            <a:extLst>
              <a:ext uri="{28A0092B-C50C-407E-A947-70E740481C1C}">
                <a14:useLocalDpi xmlns:a14="http://schemas.microsoft.com/office/drawing/2010/main" val="0"/>
              </a:ext>
            </a:extLst>
          </a:blip>
          <a:srcRect l="39788" r="40189"/>
          <a:stretch>
            <a:fillRect/>
          </a:stretch>
        </p:blipFill>
        <p:spPr>
          <a:xfrm>
            <a:off x="6825007" y="1"/>
            <a:ext cx="2318993" cy="6879215"/>
          </a:xfrm>
          <a:prstGeom prst="rect">
            <a:avLst/>
          </a:prstGeom>
        </p:spPr>
      </p:pic>
      <p:sp>
        <p:nvSpPr>
          <p:cNvPr id="9" name="矩形 8"/>
          <p:cNvSpPr/>
          <p:nvPr/>
        </p:nvSpPr>
        <p:spPr>
          <a:xfrm>
            <a:off x="6848476" y="1"/>
            <a:ext cx="2318993" cy="6879215"/>
          </a:xfrm>
          <a:prstGeom prst="rect">
            <a:avLst/>
          </a:prstGeom>
          <a:solidFill>
            <a:srgbClr val="7E0C6E">
              <a:alpha val="5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grpSp>
        <p:nvGrpSpPr>
          <p:cNvPr id="14" name="组合 13"/>
          <p:cNvGrpSpPr/>
          <p:nvPr/>
        </p:nvGrpSpPr>
        <p:grpSpPr>
          <a:xfrm rot="16200000">
            <a:off x="344703" y="945768"/>
            <a:ext cx="1633295" cy="1224971"/>
            <a:chOff x="9995625" y="454847"/>
            <a:chExt cx="1737980" cy="1737980"/>
          </a:xfrm>
        </p:grpSpPr>
        <p:grpSp>
          <p:nvGrpSpPr>
            <p:cNvPr id="15" name="组合 14"/>
            <p:cNvGrpSpPr/>
            <p:nvPr/>
          </p:nvGrpSpPr>
          <p:grpSpPr>
            <a:xfrm>
              <a:off x="10270615" y="719123"/>
              <a:ext cx="1188000" cy="1188000"/>
              <a:chOff x="9655860" y="955908"/>
              <a:chExt cx="1188000" cy="1188000"/>
            </a:xfrm>
          </p:grpSpPr>
          <p:cxnSp>
            <p:nvCxnSpPr>
              <p:cNvPr id="19" name="直接连接符 18"/>
              <p:cNvCxnSpPr/>
              <p:nvPr/>
            </p:nvCxnSpPr>
            <p:spPr>
              <a:xfrm>
                <a:off x="9655860" y="973770"/>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rot="16200000">
                <a:off x="10230734" y="1549908"/>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nvGrpSpPr>
          <p:grpSpPr>
            <a:xfrm>
              <a:off x="9995625" y="454847"/>
              <a:ext cx="1737980" cy="1737980"/>
              <a:chOff x="9655860" y="963609"/>
              <a:chExt cx="1188000" cy="1188000"/>
            </a:xfrm>
          </p:grpSpPr>
          <p:cxnSp>
            <p:nvCxnSpPr>
              <p:cNvPr id="17" name="直接连接符 16"/>
              <p:cNvCxnSpPr/>
              <p:nvPr/>
            </p:nvCxnSpPr>
            <p:spPr>
              <a:xfrm>
                <a:off x="9655860" y="973770"/>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16200000">
                <a:off x="10236976" y="1557609"/>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grpSp>
      </p:grpSp>
      <p:grpSp>
        <p:nvGrpSpPr>
          <p:cNvPr id="21" name="组合 20"/>
          <p:cNvGrpSpPr/>
          <p:nvPr/>
        </p:nvGrpSpPr>
        <p:grpSpPr>
          <a:xfrm>
            <a:off x="7292156" y="789084"/>
            <a:ext cx="1385468" cy="5301047"/>
            <a:chOff x="494010" y="778476"/>
            <a:chExt cx="1847290" cy="5301047"/>
          </a:xfrm>
        </p:grpSpPr>
        <p:sp>
          <p:nvSpPr>
            <p:cNvPr id="22" name="文本框 21"/>
            <p:cNvSpPr txBox="1"/>
            <p:nvPr/>
          </p:nvSpPr>
          <p:spPr>
            <a:xfrm>
              <a:off x="1356415" y="778476"/>
              <a:ext cx="984885" cy="3111500"/>
            </a:xfrm>
            <a:prstGeom prst="rect">
              <a:avLst/>
            </a:prstGeom>
            <a:noFill/>
          </p:spPr>
          <p:txBody>
            <a:bodyPr vert="eaVert" wrap="square" rtlCol="0">
              <a:spAutoFit/>
            </a:bodyPr>
            <a:lstStyle/>
            <a:p>
              <a:pPr algn="ctr"/>
              <a:r>
                <a:rPr lang="zh-CN" altLang="en-US" sz="3600" b="0" dirty="0">
                  <a:solidFill>
                    <a:schemeClr val="bg1"/>
                  </a:solidFill>
                  <a:latin typeface="华文隶书" panose="02010800040101010101" pitchFamily="2" charset="-122"/>
                  <a:ea typeface="华文隶书" panose="02010800040101010101" pitchFamily="2" charset="-122"/>
                </a:rPr>
                <a:t>允公允能</a:t>
              </a:r>
            </a:p>
          </p:txBody>
        </p:sp>
        <p:sp>
          <p:nvSpPr>
            <p:cNvPr id="23" name="文本框 22"/>
            <p:cNvSpPr txBox="1"/>
            <p:nvPr/>
          </p:nvSpPr>
          <p:spPr>
            <a:xfrm>
              <a:off x="494010" y="2968023"/>
              <a:ext cx="984885" cy="3111500"/>
            </a:xfrm>
            <a:prstGeom prst="rect">
              <a:avLst/>
            </a:prstGeom>
            <a:noFill/>
          </p:spPr>
          <p:txBody>
            <a:bodyPr vert="eaVert" wrap="square" rtlCol="0">
              <a:spAutoFit/>
            </a:bodyPr>
            <a:lstStyle/>
            <a:p>
              <a:pPr algn="ctr"/>
              <a:r>
                <a:rPr lang="zh-CN" altLang="en-US" sz="3600" b="0" kern="1200" dirty="0">
                  <a:solidFill>
                    <a:schemeClr val="bg1"/>
                  </a:solidFill>
                  <a:latin typeface="华文隶书" panose="02010800040101010101" pitchFamily="2" charset="-122"/>
                  <a:ea typeface="华文隶书" panose="02010800040101010101" pitchFamily="2" charset="-122"/>
                  <a:cs typeface="+mn-cs"/>
                </a:rPr>
                <a:t>日新月异</a:t>
              </a:r>
            </a:p>
          </p:txBody>
        </p:sp>
      </p:grpSp>
      <p:sp>
        <p:nvSpPr>
          <p:cNvPr id="12" name="矩形 11"/>
          <p:cNvSpPr/>
          <p:nvPr/>
        </p:nvSpPr>
        <p:spPr>
          <a:xfrm>
            <a:off x="6825007" y="-10607"/>
            <a:ext cx="2318993" cy="6879215"/>
          </a:xfrm>
          <a:prstGeom prst="rect">
            <a:avLst/>
          </a:prstGeom>
          <a:solidFill>
            <a:srgbClr val="7E0C6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24" name="矩形 23"/>
          <p:cNvSpPr/>
          <p:nvPr/>
        </p:nvSpPr>
        <p:spPr>
          <a:xfrm>
            <a:off x="117766" y="3380899"/>
            <a:ext cx="6745778" cy="3559269"/>
          </a:xfrm>
          <a:prstGeom prst="rect">
            <a:avLst/>
          </a:prstGeom>
          <a:blipFill dpi="0" rotWithShape="1">
            <a:blip r:embed="rId3">
              <a:alphaModFix amt="1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Tree>
    <p:extLst>
      <p:ext uri="{BB962C8B-B14F-4D97-AF65-F5344CB8AC3E}">
        <p14:creationId xmlns:p14="http://schemas.microsoft.com/office/powerpoint/2010/main" val="23825841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比较">
    <p:spTree>
      <p:nvGrpSpPr>
        <p:cNvPr id="1" name=""/>
        <p:cNvGrpSpPr/>
        <p:nvPr/>
      </p:nvGrpSpPr>
      <p:grpSpPr>
        <a:xfrm>
          <a:off x="0" y="0"/>
          <a:ext cx="0" cy="0"/>
          <a:chOff x="0" y="0"/>
          <a:chExt cx="0" cy="0"/>
        </a:xfrm>
      </p:grpSpPr>
      <p:grpSp>
        <p:nvGrpSpPr>
          <p:cNvPr id="139" name="组合 138"/>
          <p:cNvGrpSpPr/>
          <p:nvPr/>
        </p:nvGrpSpPr>
        <p:grpSpPr>
          <a:xfrm flipH="1">
            <a:off x="397300" y="1"/>
            <a:ext cx="63360" cy="1193800"/>
            <a:chOff x="4399082" y="1624876"/>
            <a:chExt cx="231871" cy="3276600"/>
          </a:xfrm>
        </p:grpSpPr>
        <p:cxnSp>
          <p:nvCxnSpPr>
            <p:cNvPr id="140" name="直接连接符 139"/>
            <p:cNvCxnSpPr/>
            <p:nvPr/>
          </p:nvCxnSpPr>
          <p:spPr>
            <a:xfrm rot="5400000" flipV="1">
              <a:off x="2992653" y="3263176"/>
              <a:ext cx="3276600" cy="0"/>
            </a:xfrm>
            <a:prstGeom prst="line">
              <a:avLst/>
            </a:prstGeom>
            <a:ln w="38100">
              <a:gradFill>
                <a:gsLst>
                  <a:gs pos="11000">
                    <a:srgbClr val="7E0C6E">
                      <a:alpha val="0"/>
                    </a:srgbClr>
                  </a:gs>
                  <a:gs pos="100000">
                    <a:srgbClr val="7E0C6E"/>
                  </a:gs>
                </a:gsLst>
                <a:lin ang="10800000" scaled="0"/>
              </a:gra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a:xfrm rot="5400000" flipV="1">
              <a:off x="3608507" y="2415451"/>
              <a:ext cx="1581150" cy="0"/>
            </a:xfrm>
            <a:prstGeom prst="line">
              <a:avLst/>
            </a:prstGeom>
            <a:ln w="38100">
              <a:gradFill>
                <a:gsLst>
                  <a:gs pos="11000">
                    <a:srgbClr val="7E0C6E">
                      <a:alpha val="0"/>
                    </a:srgbClr>
                  </a:gs>
                  <a:gs pos="100000">
                    <a:srgbClr val="7E0C6E"/>
                  </a:gs>
                </a:gsLst>
                <a:lin ang="10800000" scaled="0"/>
              </a:gradFill>
            </a:ln>
          </p:spPr>
          <p:style>
            <a:lnRef idx="1">
              <a:schemeClr val="accent1"/>
            </a:lnRef>
            <a:fillRef idx="0">
              <a:schemeClr val="accent1"/>
            </a:fillRef>
            <a:effectRef idx="0">
              <a:schemeClr val="accent1"/>
            </a:effectRef>
            <a:fontRef idx="minor">
              <a:schemeClr val="tx1"/>
            </a:fontRef>
          </p:style>
        </p:cxnSp>
      </p:grpSp>
      <p:pic>
        <p:nvPicPr>
          <p:cNvPr id="142" name="图片 141"/>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7637328" y="524137"/>
            <a:ext cx="1251523" cy="481027"/>
          </a:xfrm>
          <a:prstGeom prst="rect">
            <a:avLst/>
          </a:prstGeom>
        </p:spPr>
      </p:pic>
      <p:grpSp>
        <p:nvGrpSpPr>
          <p:cNvPr id="2" name="组合 1"/>
          <p:cNvGrpSpPr/>
          <p:nvPr/>
        </p:nvGrpSpPr>
        <p:grpSpPr>
          <a:xfrm>
            <a:off x="-23979" y="6359109"/>
            <a:ext cx="9230491" cy="224782"/>
            <a:chOff x="-31973" y="6359109"/>
            <a:chExt cx="12307321" cy="224782"/>
          </a:xfrm>
        </p:grpSpPr>
        <p:grpSp>
          <p:nvGrpSpPr>
            <p:cNvPr id="11" name="组合 10"/>
            <p:cNvGrpSpPr/>
            <p:nvPr/>
          </p:nvGrpSpPr>
          <p:grpSpPr>
            <a:xfrm>
              <a:off x="-31973" y="6414350"/>
              <a:ext cx="9656823" cy="114300"/>
              <a:chOff x="-111800" y="6407270"/>
              <a:chExt cx="9656823" cy="114300"/>
            </a:xfrm>
          </p:grpSpPr>
          <p:cxnSp>
            <p:nvCxnSpPr>
              <p:cNvPr id="12" name="直接连接符 11"/>
              <p:cNvCxnSpPr/>
              <p:nvPr/>
            </p:nvCxnSpPr>
            <p:spPr>
              <a:xfrm flipH="1">
                <a:off x="-11180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flipH="1">
                <a:off x="-2709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 name="直接连接符 13"/>
              <p:cNvCxnSpPr/>
              <p:nvPr/>
            </p:nvCxnSpPr>
            <p:spPr>
              <a:xfrm flipH="1">
                <a:off x="5761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 name="直接连接符 14"/>
              <p:cNvCxnSpPr/>
              <p:nvPr/>
            </p:nvCxnSpPr>
            <p:spPr>
              <a:xfrm flipH="1">
                <a:off x="1423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 name="直接连接符 15"/>
              <p:cNvCxnSpPr/>
              <p:nvPr/>
            </p:nvCxnSpPr>
            <p:spPr>
              <a:xfrm flipH="1">
                <a:off x="22703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 name="直接连接符 16"/>
              <p:cNvCxnSpPr/>
              <p:nvPr/>
            </p:nvCxnSpPr>
            <p:spPr>
              <a:xfrm flipH="1">
                <a:off x="3117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flipH="1">
                <a:off x="39645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 name="直接连接符 18"/>
              <p:cNvCxnSpPr/>
              <p:nvPr/>
            </p:nvCxnSpPr>
            <p:spPr>
              <a:xfrm flipH="1">
                <a:off x="4811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flipH="1">
                <a:off x="56587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flipH="1">
                <a:off x="6505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 name="直接连接符 21"/>
              <p:cNvCxnSpPr/>
              <p:nvPr/>
            </p:nvCxnSpPr>
            <p:spPr>
              <a:xfrm flipH="1">
                <a:off x="73529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flipH="1">
                <a:off x="8200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flipH="1">
                <a:off x="9047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a:off x="98942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6" name="直接连接符 25"/>
              <p:cNvCxnSpPr/>
              <p:nvPr/>
            </p:nvCxnSpPr>
            <p:spPr>
              <a:xfrm flipH="1">
                <a:off x="10741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flipH="1">
                <a:off x="115884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flipH="1">
                <a:off x="12435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9" name="直接连接符 28"/>
              <p:cNvCxnSpPr/>
              <p:nvPr/>
            </p:nvCxnSpPr>
            <p:spPr>
              <a:xfrm flipH="1">
                <a:off x="132826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flipH="1">
                <a:off x="14129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1" name="直接连接符 30"/>
              <p:cNvCxnSpPr/>
              <p:nvPr/>
            </p:nvCxnSpPr>
            <p:spPr>
              <a:xfrm flipH="1">
                <a:off x="149768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2" name="直接连接符 31"/>
              <p:cNvCxnSpPr/>
              <p:nvPr/>
            </p:nvCxnSpPr>
            <p:spPr>
              <a:xfrm flipH="1">
                <a:off x="15823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3" name="直接连接符 32"/>
              <p:cNvCxnSpPr/>
              <p:nvPr/>
            </p:nvCxnSpPr>
            <p:spPr>
              <a:xfrm flipH="1">
                <a:off x="166710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nvCxnSpPr>
            <p:spPr>
              <a:xfrm flipH="1">
                <a:off x="17518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5" name="直接连接符 34"/>
              <p:cNvCxnSpPr/>
              <p:nvPr/>
            </p:nvCxnSpPr>
            <p:spPr>
              <a:xfrm flipH="1">
                <a:off x="183651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flipH="1">
                <a:off x="19212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flipH="1">
                <a:off x="200593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nvCxnSpPr>
            <p:spPr>
              <a:xfrm flipH="1">
                <a:off x="20906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nvCxnSpPr>
            <p:spPr>
              <a:xfrm flipH="1">
                <a:off x="217535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0" name="直接连接符 39"/>
              <p:cNvCxnSpPr/>
              <p:nvPr/>
            </p:nvCxnSpPr>
            <p:spPr>
              <a:xfrm flipH="1">
                <a:off x="22600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1" name="直接连接符 40"/>
              <p:cNvCxnSpPr/>
              <p:nvPr/>
            </p:nvCxnSpPr>
            <p:spPr>
              <a:xfrm flipH="1">
                <a:off x="234477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2" name="直接连接符 41"/>
              <p:cNvCxnSpPr/>
              <p:nvPr/>
            </p:nvCxnSpPr>
            <p:spPr>
              <a:xfrm flipH="1">
                <a:off x="24294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H="1">
                <a:off x="251419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H="1">
                <a:off x="25989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H="1">
                <a:off x="26836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6" name="直接连接符 45"/>
              <p:cNvCxnSpPr/>
              <p:nvPr/>
            </p:nvCxnSpPr>
            <p:spPr>
              <a:xfrm flipH="1">
                <a:off x="276832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7" name="直接连接符 46"/>
              <p:cNvCxnSpPr/>
              <p:nvPr/>
            </p:nvCxnSpPr>
            <p:spPr>
              <a:xfrm flipH="1">
                <a:off x="28530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8" name="直接连接符 47"/>
              <p:cNvCxnSpPr/>
              <p:nvPr/>
            </p:nvCxnSpPr>
            <p:spPr>
              <a:xfrm flipH="1">
                <a:off x="293774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49" name="直接连接符 48"/>
              <p:cNvCxnSpPr/>
              <p:nvPr/>
            </p:nvCxnSpPr>
            <p:spPr>
              <a:xfrm flipH="1">
                <a:off x="30224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flipH="1">
                <a:off x="310716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H="1">
                <a:off x="31918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2" name="直接连接符 51"/>
              <p:cNvCxnSpPr/>
              <p:nvPr/>
            </p:nvCxnSpPr>
            <p:spPr>
              <a:xfrm flipH="1">
                <a:off x="327658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3" name="直接连接符 52"/>
              <p:cNvCxnSpPr/>
              <p:nvPr/>
            </p:nvCxnSpPr>
            <p:spPr>
              <a:xfrm flipH="1">
                <a:off x="33612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4" name="直接连接符 53"/>
              <p:cNvCxnSpPr/>
              <p:nvPr/>
            </p:nvCxnSpPr>
            <p:spPr>
              <a:xfrm flipH="1">
                <a:off x="344600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flipH="1">
                <a:off x="35307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flipH="1">
                <a:off x="361541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flipH="1">
                <a:off x="37001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flipH="1">
                <a:off x="378483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59" name="直接连接符 58"/>
              <p:cNvCxnSpPr/>
              <p:nvPr/>
            </p:nvCxnSpPr>
            <p:spPr>
              <a:xfrm flipH="1">
                <a:off x="38695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0" name="直接连接符 59"/>
              <p:cNvCxnSpPr/>
              <p:nvPr/>
            </p:nvCxnSpPr>
            <p:spPr>
              <a:xfrm flipH="1">
                <a:off x="395425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1" name="直接连接符 60"/>
              <p:cNvCxnSpPr/>
              <p:nvPr/>
            </p:nvCxnSpPr>
            <p:spPr>
              <a:xfrm flipH="1">
                <a:off x="40389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flipH="1">
                <a:off x="412367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flipH="1">
                <a:off x="42083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flipH="1">
                <a:off x="429309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flipH="1">
                <a:off x="44625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6" name="直接连接符 65"/>
              <p:cNvCxnSpPr/>
              <p:nvPr/>
            </p:nvCxnSpPr>
            <p:spPr>
              <a:xfrm flipH="1">
                <a:off x="43778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7" name="直接连接符 66"/>
              <p:cNvCxnSpPr/>
              <p:nvPr/>
            </p:nvCxnSpPr>
            <p:spPr>
              <a:xfrm flipH="1">
                <a:off x="454722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H="1">
                <a:off x="46319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69" name="直接连接符 68"/>
              <p:cNvCxnSpPr/>
              <p:nvPr/>
            </p:nvCxnSpPr>
            <p:spPr>
              <a:xfrm flipH="1">
                <a:off x="471664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0" name="直接连接符 69"/>
              <p:cNvCxnSpPr/>
              <p:nvPr/>
            </p:nvCxnSpPr>
            <p:spPr>
              <a:xfrm flipH="1">
                <a:off x="48013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1" name="直接连接符 70"/>
              <p:cNvCxnSpPr/>
              <p:nvPr/>
            </p:nvCxnSpPr>
            <p:spPr>
              <a:xfrm flipH="1">
                <a:off x="488606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2" name="直接连接符 71"/>
              <p:cNvCxnSpPr/>
              <p:nvPr/>
            </p:nvCxnSpPr>
            <p:spPr>
              <a:xfrm flipH="1">
                <a:off x="49707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3" name="直接连接符 72"/>
              <p:cNvCxnSpPr/>
              <p:nvPr/>
            </p:nvCxnSpPr>
            <p:spPr>
              <a:xfrm flipH="1">
                <a:off x="505548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4" name="直接连接符 73"/>
              <p:cNvCxnSpPr/>
              <p:nvPr/>
            </p:nvCxnSpPr>
            <p:spPr>
              <a:xfrm flipH="1">
                <a:off x="51401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H="1">
                <a:off x="522490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flipH="1">
                <a:off x="53096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7" name="直接连接符 76"/>
              <p:cNvCxnSpPr/>
              <p:nvPr/>
            </p:nvCxnSpPr>
            <p:spPr>
              <a:xfrm flipH="1">
                <a:off x="539432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8" name="直接连接符 77"/>
              <p:cNvCxnSpPr/>
              <p:nvPr/>
            </p:nvCxnSpPr>
            <p:spPr>
              <a:xfrm flipH="1">
                <a:off x="54790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H="1">
                <a:off x="556373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H="1">
                <a:off x="56484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H="1">
                <a:off x="573315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2" name="直接连接符 81"/>
              <p:cNvCxnSpPr/>
              <p:nvPr/>
            </p:nvCxnSpPr>
            <p:spPr>
              <a:xfrm flipH="1">
                <a:off x="58178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3" name="直接连接符 82"/>
              <p:cNvCxnSpPr/>
              <p:nvPr/>
            </p:nvCxnSpPr>
            <p:spPr>
              <a:xfrm flipH="1">
                <a:off x="590257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4" name="直接连接符 83"/>
              <p:cNvCxnSpPr/>
              <p:nvPr/>
            </p:nvCxnSpPr>
            <p:spPr>
              <a:xfrm flipH="1">
                <a:off x="59872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5" name="直接连接符 84"/>
              <p:cNvCxnSpPr/>
              <p:nvPr/>
            </p:nvCxnSpPr>
            <p:spPr>
              <a:xfrm flipH="1">
                <a:off x="607199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6" name="直接连接符 85"/>
              <p:cNvCxnSpPr/>
              <p:nvPr/>
            </p:nvCxnSpPr>
            <p:spPr>
              <a:xfrm flipH="1">
                <a:off x="61567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7" name="直接连接符 86"/>
              <p:cNvCxnSpPr/>
              <p:nvPr/>
            </p:nvCxnSpPr>
            <p:spPr>
              <a:xfrm flipH="1">
                <a:off x="62414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8" name="直接连接符 87"/>
              <p:cNvCxnSpPr/>
              <p:nvPr/>
            </p:nvCxnSpPr>
            <p:spPr>
              <a:xfrm flipH="1">
                <a:off x="632612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flipH="1">
                <a:off x="64108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649554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flipH="1">
                <a:off x="65802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2" name="直接连接符 91"/>
              <p:cNvCxnSpPr/>
              <p:nvPr/>
            </p:nvCxnSpPr>
            <p:spPr>
              <a:xfrm flipH="1">
                <a:off x="666496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3" name="直接连接符 92"/>
              <p:cNvCxnSpPr/>
              <p:nvPr/>
            </p:nvCxnSpPr>
            <p:spPr>
              <a:xfrm flipH="1">
                <a:off x="67496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4" name="直接连接符 93"/>
              <p:cNvCxnSpPr/>
              <p:nvPr/>
            </p:nvCxnSpPr>
            <p:spPr>
              <a:xfrm flipH="1">
                <a:off x="683438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a:off x="69190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6" name="直接连接符 95"/>
              <p:cNvCxnSpPr/>
              <p:nvPr/>
            </p:nvCxnSpPr>
            <p:spPr>
              <a:xfrm flipH="1">
                <a:off x="700380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flipH="1">
                <a:off x="70885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8" name="直接连接符 97"/>
              <p:cNvCxnSpPr/>
              <p:nvPr/>
            </p:nvCxnSpPr>
            <p:spPr>
              <a:xfrm flipH="1">
                <a:off x="717322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99" name="直接连接符 98"/>
              <p:cNvCxnSpPr/>
              <p:nvPr/>
            </p:nvCxnSpPr>
            <p:spPr>
              <a:xfrm flipH="1">
                <a:off x="72579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0" name="直接连接符 99"/>
              <p:cNvCxnSpPr/>
              <p:nvPr/>
            </p:nvCxnSpPr>
            <p:spPr>
              <a:xfrm flipH="1">
                <a:off x="734263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1" name="直接连接符 100"/>
              <p:cNvCxnSpPr/>
              <p:nvPr/>
            </p:nvCxnSpPr>
            <p:spPr>
              <a:xfrm flipH="1">
                <a:off x="74273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flipH="1">
                <a:off x="751205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3" name="直接连接符 102"/>
              <p:cNvCxnSpPr/>
              <p:nvPr/>
            </p:nvCxnSpPr>
            <p:spPr>
              <a:xfrm flipH="1">
                <a:off x="75967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4" name="直接连接符 103"/>
              <p:cNvCxnSpPr/>
              <p:nvPr/>
            </p:nvCxnSpPr>
            <p:spPr>
              <a:xfrm flipH="1">
                <a:off x="768147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flipH="1">
                <a:off x="77661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flipH="1">
                <a:off x="785089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7" name="直接连接符 106"/>
              <p:cNvCxnSpPr/>
              <p:nvPr/>
            </p:nvCxnSpPr>
            <p:spPr>
              <a:xfrm flipH="1">
                <a:off x="79356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8" name="直接连接符 107"/>
              <p:cNvCxnSpPr/>
              <p:nvPr/>
            </p:nvCxnSpPr>
            <p:spPr>
              <a:xfrm flipH="1">
                <a:off x="80203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09" name="直接连接符 108"/>
              <p:cNvCxnSpPr/>
              <p:nvPr/>
            </p:nvCxnSpPr>
            <p:spPr>
              <a:xfrm flipH="1">
                <a:off x="810502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flipH="1">
                <a:off x="81897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1" name="直接连接符 110"/>
              <p:cNvCxnSpPr/>
              <p:nvPr/>
            </p:nvCxnSpPr>
            <p:spPr>
              <a:xfrm flipH="1">
                <a:off x="827444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2" name="直接连接符 111"/>
              <p:cNvCxnSpPr/>
              <p:nvPr/>
            </p:nvCxnSpPr>
            <p:spPr>
              <a:xfrm flipH="1">
                <a:off x="83591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3" name="直接连接符 112"/>
              <p:cNvCxnSpPr/>
              <p:nvPr/>
            </p:nvCxnSpPr>
            <p:spPr>
              <a:xfrm flipH="1">
                <a:off x="844386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4" name="直接连接符 113"/>
              <p:cNvCxnSpPr/>
              <p:nvPr/>
            </p:nvCxnSpPr>
            <p:spPr>
              <a:xfrm flipH="1">
                <a:off x="85285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flipH="1">
                <a:off x="861328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86979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7" name="直接连接符 116"/>
              <p:cNvCxnSpPr/>
              <p:nvPr/>
            </p:nvCxnSpPr>
            <p:spPr>
              <a:xfrm flipH="1">
                <a:off x="878270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flipH="1">
                <a:off x="88674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895212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flipH="1">
                <a:off x="90368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flipH="1">
                <a:off x="912153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22" name="直接连接符 121"/>
              <p:cNvCxnSpPr/>
              <p:nvPr/>
            </p:nvCxnSpPr>
            <p:spPr>
              <a:xfrm flipH="1">
                <a:off x="92062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flipH="1">
                <a:off x="929095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24" name="直接连接符 123"/>
              <p:cNvCxnSpPr/>
              <p:nvPr/>
            </p:nvCxnSpPr>
            <p:spPr>
              <a:xfrm flipH="1">
                <a:off x="93756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25" name="直接连接符 124"/>
              <p:cNvCxnSpPr/>
              <p:nvPr/>
            </p:nvCxnSpPr>
            <p:spPr>
              <a:xfrm flipH="1">
                <a:off x="94603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grpSp>
        <p:grpSp>
          <p:nvGrpSpPr>
            <p:cNvPr id="127" name="组合 126"/>
            <p:cNvGrpSpPr/>
            <p:nvPr/>
          </p:nvGrpSpPr>
          <p:grpSpPr>
            <a:xfrm>
              <a:off x="11597706" y="6414350"/>
              <a:ext cx="677642" cy="114300"/>
              <a:chOff x="11597706" y="6414350"/>
              <a:chExt cx="677642" cy="114300"/>
            </a:xfrm>
          </p:grpSpPr>
          <p:cxnSp>
            <p:nvCxnSpPr>
              <p:cNvPr id="128" name="直接连接符 127"/>
              <p:cNvCxnSpPr/>
              <p:nvPr/>
            </p:nvCxnSpPr>
            <p:spPr>
              <a:xfrm flipH="1">
                <a:off x="11597706"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flipH="1">
                <a:off x="11682416"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a:off x="11767125"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flipH="1">
                <a:off x="11851835"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flipH="1">
                <a:off x="11936544"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flipH="1">
                <a:off x="12021254"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flipH="1">
                <a:off x="12105963"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flipH="1">
                <a:off x="12190673"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grpSp>
        <p:pic>
          <p:nvPicPr>
            <p:cNvPr id="136" name="图片 135"/>
            <p:cNvPicPr>
              <a:picLocks noChangeAspect="1"/>
            </p:cNvPicPr>
            <p:nvPr/>
          </p:nvPicPr>
          <p:blipFill>
            <a:blip r:embed="rId3">
              <a:duotone>
                <a:schemeClr val="accent4">
                  <a:shade val="45000"/>
                  <a:satMod val="135000"/>
                </a:schemeClr>
                <a:prstClr val="white"/>
              </a:duotone>
            </a:blip>
            <a:stretch>
              <a:fillRect/>
            </a:stretch>
          </p:blipFill>
          <p:spPr>
            <a:xfrm>
              <a:off x="9749032" y="6359109"/>
              <a:ext cx="1554456" cy="224782"/>
            </a:xfrm>
            <a:prstGeom prst="rect">
              <a:avLst/>
            </a:prstGeom>
          </p:spPr>
        </p:pic>
      </p:grpSp>
    </p:spTree>
    <p:extLst>
      <p:ext uri="{BB962C8B-B14F-4D97-AF65-F5344CB8AC3E}">
        <p14:creationId xmlns:p14="http://schemas.microsoft.com/office/powerpoint/2010/main" val="3569221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仅标题">
    <p:spTree>
      <p:nvGrpSpPr>
        <p:cNvPr id="1" name=""/>
        <p:cNvGrpSpPr/>
        <p:nvPr/>
      </p:nvGrpSpPr>
      <p:grpSpPr>
        <a:xfrm>
          <a:off x="0" y="0"/>
          <a:ext cx="0" cy="0"/>
          <a:chOff x="0" y="0"/>
          <a:chExt cx="0" cy="0"/>
        </a:xfrm>
      </p:grpSpPr>
      <p:pic>
        <p:nvPicPr>
          <p:cNvPr id="6" name="图片 5"/>
          <p:cNvPicPr>
            <a:picLocks noChangeAspect="1"/>
          </p:cNvPicPr>
          <p:nvPr/>
        </p:nvPicPr>
        <p:blipFill>
          <a:blip r:embed="rId2"/>
          <a:stretch>
            <a:fillRect/>
          </a:stretch>
        </p:blipFill>
        <p:spPr>
          <a:xfrm>
            <a:off x="-725766" y="160806"/>
            <a:ext cx="10595531" cy="6697194"/>
          </a:xfrm>
          <a:prstGeom prst="rect">
            <a:avLst/>
          </a:prstGeom>
        </p:spPr>
      </p:pic>
      <p:grpSp>
        <p:nvGrpSpPr>
          <p:cNvPr id="132" name="组合 131"/>
          <p:cNvGrpSpPr/>
          <p:nvPr/>
        </p:nvGrpSpPr>
        <p:grpSpPr>
          <a:xfrm flipH="1">
            <a:off x="397300" y="1"/>
            <a:ext cx="63360" cy="1193800"/>
            <a:chOff x="4399082" y="1624876"/>
            <a:chExt cx="231871" cy="3276600"/>
          </a:xfrm>
        </p:grpSpPr>
        <p:cxnSp>
          <p:nvCxnSpPr>
            <p:cNvPr id="133" name="直接连接符 132"/>
            <p:cNvCxnSpPr/>
            <p:nvPr/>
          </p:nvCxnSpPr>
          <p:spPr>
            <a:xfrm rot="5400000" flipV="1">
              <a:off x="2992653" y="3263176"/>
              <a:ext cx="3276600" cy="0"/>
            </a:xfrm>
            <a:prstGeom prst="line">
              <a:avLst/>
            </a:prstGeom>
            <a:ln w="38100">
              <a:gradFill>
                <a:gsLst>
                  <a:gs pos="11000">
                    <a:srgbClr val="7E0C6E">
                      <a:alpha val="0"/>
                    </a:srgbClr>
                  </a:gs>
                  <a:gs pos="100000">
                    <a:srgbClr val="7E0C6E"/>
                  </a:gs>
                </a:gsLst>
                <a:lin ang="10800000" scaled="0"/>
              </a:gra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rot="5400000" flipV="1">
              <a:off x="3608507" y="2415451"/>
              <a:ext cx="1581150" cy="0"/>
            </a:xfrm>
            <a:prstGeom prst="line">
              <a:avLst/>
            </a:prstGeom>
            <a:ln w="38100">
              <a:gradFill>
                <a:gsLst>
                  <a:gs pos="11000">
                    <a:srgbClr val="7E0C6E">
                      <a:alpha val="0"/>
                    </a:srgbClr>
                  </a:gs>
                  <a:gs pos="100000">
                    <a:srgbClr val="7E0C6E"/>
                  </a:gs>
                </a:gsLst>
                <a:lin ang="10800000" scaled="0"/>
              </a:gradFill>
            </a:ln>
          </p:spPr>
          <p:style>
            <a:lnRef idx="1">
              <a:schemeClr val="accent1"/>
            </a:lnRef>
            <a:fillRef idx="0">
              <a:schemeClr val="accent1"/>
            </a:fillRef>
            <a:effectRef idx="0">
              <a:schemeClr val="accent1"/>
            </a:effectRef>
            <a:fontRef idx="minor">
              <a:schemeClr val="tx1"/>
            </a:fontRef>
          </p:style>
        </p:cxnSp>
      </p:grpSp>
      <p:pic>
        <p:nvPicPr>
          <p:cNvPr id="135" name="图片 13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37328" y="524137"/>
            <a:ext cx="1251523" cy="481027"/>
          </a:xfrm>
          <a:prstGeom prst="rect">
            <a:avLst/>
          </a:prstGeom>
        </p:spPr>
      </p:pic>
      <p:grpSp>
        <p:nvGrpSpPr>
          <p:cNvPr id="136" name="组合 135"/>
          <p:cNvGrpSpPr/>
          <p:nvPr/>
        </p:nvGrpSpPr>
        <p:grpSpPr>
          <a:xfrm>
            <a:off x="-23979" y="6359109"/>
            <a:ext cx="9230491" cy="224782"/>
            <a:chOff x="-31973" y="6359109"/>
            <a:chExt cx="12307321" cy="224782"/>
          </a:xfrm>
        </p:grpSpPr>
        <p:grpSp>
          <p:nvGrpSpPr>
            <p:cNvPr id="137" name="组合 136"/>
            <p:cNvGrpSpPr/>
            <p:nvPr/>
          </p:nvGrpSpPr>
          <p:grpSpPr>
            <a:xfrm>
              <a:off x="-31973" y="6414350"/>
              <a:ext cx="9656823" cy="114300"/>
              <a:chOff x="-111800" y="6407270"/>
              <a:chExt cx="9656823" cy="114300"/>
            </a:xfrm>
          </p:grpSpPr>
          <p:cxnSp>
            <p:nvCxnSpPr>
              <p:cNvPr id="148" name="直接连接符 147"/>
              <p:cNvCxnSpPr/>
              <p:nvPr/>
            </p:nvCxnSpPr>
            <p:spPr>
              <a:xfrm flipH="1">
                <a:off x="-11180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9" name="直接连接符 148"/>
              <p:cNvCxnSpPr/>
              <p:nvPr/>
            </p:nvCxnSpPr>
            <p:spPr>
              <a:xfrm flipH="1">
                <a:off x="-2709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0" name="直接连接符 149"/>
              <p:cNvCxnSpPr/>
              <p:nvPr/>
            </p:nvCxnSpPr>
            <p:spPr>
              <a:xfrm flipH="1">
                <a:off x="5761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flipH="1">
                <a:off x="1423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flipH="1">
                <a:off x="22703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3" name="直接连接符 152"/>
              <p:cNvCxnSpPr/>
              <p:nvPr/>
            </p:nvCxnSpPr>
            <p:spPr>
              <a:xfrm flipH="1">
                <a:off x="3117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flipH="1">
                <a:off x="39645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flipH="1">
                <a:off x="4811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6" name="直接连接符 155"/>
              <p:cNvCxnSpPr/>
              <p:nvPr/>
            </p:nvCxnSpPr>
            <p:spPr>
              <a:xfrm flipH="1">
                <a:off x="56587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flipH="1">
                <a:off x="6505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flipH="1">
                <a:off x="73529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59" name="直接连接符 158"/>
              <p:cNvCxnSpPr/>
              <p:nvPr/>
            </p:nvCxnSpPr>
            <p:spPr>
              <a:xfrm flipH="1">
                <a:off x="8200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0" name="直接连接符 159"/>
              <p:cNvCxnSpPr/>
              <p:nvPr/>
            </p:nvCxnSpPr>
            <p:spPr>
              <a:xfrm flipH="1">
                <a:off x="9047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1" name="直接连接符 160"/>
              <p:cNvCxnSpPr/>
              <p:nvPr/>
            </p:nvCxnSpPr>
            <p:spPr>
              <a:xfrm flipH="1">
                <a:off x="98942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2" name="直接连接符 161"/>
              <p:cNvCxnSpPr/>
              <p:nvPr/>
            </p:nvCxnSpPr>
            <p:spPr>
              <a:xfrm flipH="1">
                <a:off x="10741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3" name="直接连接符 162"/>
              <p:cNvCxnSpPr/>
              <p:nvPr/>
            </p:nvCxnSpPr>
            <p:spPr>
              <a:xfrm flipH="1">
                <a:off x="115884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4" name="直接连接符 163"/>
              <p:cNvCxnSpPr/>
              <p:nvPr/>
            </p:nvCxnSpPr>
            <p:spPr>
              <a:xfrm flipH="1">
                <a:off x="12435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5" name="直接连接符 164"/>
              <p:cNvCxnSpPr/>
              <p:nvPr/>
            </p:nvCxnSpPr>
            <p:spPr>
              <a:xfrm flipH="1">
                <a:off x="132826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6" name="直接连接符 165"/>
              <p:cNvCxnSpPr/>
              <p:nvPr/>
            </p:nvCxnSpPr>
            <p:spPr>
              <a:xfrm flipH="1">
                <a:off x="14129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7" name="直接连接符 166"/>
              <p:cNvCxnSpPr/>
              <p:nvPr/>
            </p:nvCxnSpPr>
            <p:spPr>
              <a:xfrm flipH="1">
                <a:off x="149768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8" name="直接连接符 167"/>
              <p:cNvCxnSpPr/>
              <p:nvPr/>
            </p:nvCxnSpPr>
            <p:spPr>
              <a:xfrm flipH="1">
                <a:off x="15823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69" name="直接连接符 168"/>
              <p:cNvCxnSpPr/>
              <p:nvPr/>
            </p:nvCxnSpPr>
            <p:spPr>
              <a:xfrm flipH="1">
                <a:off x="166710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0" name="直接连接符 169"/>
              <p:cNvCxnSpPr/>
              <p:nvPr/>
            </p:nvCxnSpPr>
            <p:spPr>
              <a:xfrm flipH="1">
                <a:off x="17518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1" name="直接连接符 170"/>
              <p:cNvCxnSpPr/>
              <p:nvPr/>
            </p:nvCxnSpPr>
            <p:spPr>
              <a:xfrm flipH="1">
                <a:off x="183651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2" name="直接连接符 171"/>
              <p:cNvCxnSpPr/>
              <p:nvPr/>
            </p:nvCxnSpPr>
            <p:spPr>
              <a:xfrm flipH="1">
                <a:off x="19212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3" name="直接连接符 172"/>
              <p:cNvCxnSpPr/>
              <p:nvPr/>
            </p:nvCxnSpPr>
            <p:spPr>
              <a:xfrm flipH="1">
                <a:off x="200593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4" name="直接连接符 173"/>
              <p:cNvCxnSpPr/>
              <p:nvPr/>
            </p:nvCxnSpPr>
            <p:spPr>
              <a:xfrm flipH="1">
                <a:off x="20906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5" name="直接连接符 174"/>
              <p:cNvCxnSpPr/>
              <p:nvPr/>
            </p:nvCxnSpPr>
            <p:spPr>
              <a:xfrm flipH="1">
                <a:off x="217535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6" name="直接连接符 175"/>
              <p:cNvCxnSpPr/>
              <p:nvPr/>
            </p:nvCxnSpPr>
            <p:spPr>
              <a:xfrm flipH="1">
                <a:off x="22600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7" name="直接连接符 176"/>
              <p:cNvCxnSpPr/>
              <p:nvPr/>
            </p:nvCxnSpPr>
            <p:spPr>
              <a:xfrm flipH="1">
                <a:off x="234477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8" name="直接连接符 177"/>
              <p:cNvCxnSpPr/>
              <p:nvPr/>
            </p:nvCxnSpPr>
            <p:spPr>
              <a:xfrm flipH="1">
                <a:off x="24294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79" name="直接连接符 178"/>
              <p:cNvCxnSpPr/>
              <p:nvPr/>
            </p:nvCxnSpPr>
            <p:spPr>
              <a:xfrm flipH="1">
                <a:off x="251419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0" name="直接连接符 179"/>
              <p:cNvCxnSpPr/>
              <p:nvPr/>
            </p:nvCxnSpPr>
            <p:spPr>
              <a:xfrm flipH="1">
                <a:off x="25989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1" name="直接连接符 180"/>
              <p:cNvCxnSpPr/>
              <p:nvPr/>
            </p:nvCxnSpPr>
            <p:spPr>
              <a:xfrm flipH="1">
                <a:off x="26836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2" name="直接连接符 181"/>
              <p:cNvCxnSpPr/>
              <p:nvPr/>
            </p:nvCxnSpPr>
            <p:spPr>
              <a:xfrm flipH="1">
                <a:off x="276832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3" name="直接连接符 182"/>
              <p:cNvCxnSpPr/>
              <p:nvPr/>
            </p:nvCxnSpPr>
            <p:spPr>
              <a:xfrm flipH="1">
                <a:off x="28530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4" name="直接连接符 183"/>
              <p:cNvCxnSpPr/>
              <p:nvPr/>
            </p:nvCxnSpPr>
            <p:spPr>
              <a:xfrm flipH="1">
                <a:off x="293774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5" name="直接连接符 184"/>
              <p:cNvCxnSpPr/>
              <p:nvPr/>
            </p:nvCxnSpPr>
            <p:spPr>
              <a:xfrm flipH="1">
                <a:off x="30224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6" name="直接连接符 185"/>
              <p:cNvCxnSpPr/>
              <p:nvPr/>
            </p:nvCxnSpPr>
            <p:spPr>
              <a:xfrm flipH="1">
                <a:off x="310716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7" name="直接连接符 186"/>
              <p:cNvCxnSpPr/>
              <p:nvPr/>
            </p:nvCxnSpPr>
            <p:spPr>
              <a:xfrm flipH="1">
                <a:off x="31918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8" name="直接连接符 187"/>
              <p:cNvCxnSpPr/>
              <p:nvPr/>
            </p:nvCxnSpPr>
            <p:spPr>
              <a:xfrm flipH="1">
                <a:off x="327658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89" name="直接连接符 188"/>
              <p:cNvCxnSpPr/>
              <p:nvPr/>
            </p:nvCxnSpPr>
            <p:spPr>
              <a:xfrm flipH="1">
                <a:off x="33612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0" name="直接连接符 189"/>
              <p:cNvCxnSpPr/>
              <p:nvPr/>
            </p:nvCxnSpPr>
            <p:spPr>
              <a:xfrm flipH="1">
                <a:off x="344600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1" name="直接连接符 190"/>
              <p:cNvCxnSpPr/>
              <p:nvPr/>
            </p:nvCxnSpPr>
            <p:spPr>
              <a:xfrm flipH="1">
                <a:off x="35307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2" name="直接连接符 191"/>
              <p:cNvCxnSpPr/>
              <p:nvPr/>
            </p:nvCxnSpPr>
            <p:spPr>
              <a:xfrm flipH="1">
                <a:off x="361541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3" name="直接连接符 192"/>
              <p:cNvCxnSpPr/>
              <p:nvPr/>
            </p:nvCxnSpPr>
            <p:spPr>
              <a:xfrm flipH="1">
                <a:off x="37001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4" name="直接连接符 193"/>
              <p:cNvCxnSpPr/>
              <p:nvPr/>
            </p:nvCxnSpPr>
            <p:spPr>
              <a:xfrm flipH="1">
                <a:off x="378483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5" name="直接连接符 194"/>
              <p:cNvCxnSpPr/>
              <p:nvPr/>
            </p:nvCxnSpPr>
            <p:spPr>
              <a:xfrm flipH="1">
                <a:off x="38695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6" name="直接连接符 195"/>
              <p:cNvCxnSpPr/>
              <p:nvPr/>
            </p:nvCxnSpPr>
            <p:spPr>
              <a:xfrm flipH="1">
                <a:off x="395425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7" name="直接连接符 196"/>
              <p:cNvCxnSpPr/>
              <p:nvPr/>
            </p:nvCxnSpPr>
            <p:spPr>
              <a:xfrm flipH="1">
                <a:off x="40389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8" name="直接连接符 197"/>
              <p:cNvCxnSpPr/>
              <p:nvPr/>
            </p:nvCxnSpPr>
            <p:spPr>
              <a:xfrm flipH="1">
                <a:off x="412367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99" name="直接连接符 198"/>
              <p:cNvCxnSpPr/>
              <p:nvPr/>
            </p:nvCxnSpPr>
            <p:spPr>
              <a:xfrm flipH="1">
                <a:off x="42083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0" name="直接连接符 199"/>
              <p:cNvCxnSpPr/>
              <p:nvPr/>
            </p:nvCxnSpPr>
            <p:spPr>
              <a:xfrm flipH="1">
                <a:off x="429309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1" name="直接连接符 200"/>
              <p:cNvCxnSpPr/>
              <p:nvPr/>
            </p:nvCxnSpPr>
            <p:spPr>
              <a:xfrm flipH="1">
                <a:off x="44625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2" name="直接连接符 201"/>
              <p:cNvCxnSpPr/>
              <p:nvPr/>
            </p:nvCxnSpPr>
            <p:spPr>
              <a:xfrm flipH="1">
                <a:off x="43778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3" name="直接连接符 202"/>
              <p:cNvCxnSpPr/>
              <p:nvPr/>
            </p:nvCxnSpPr>
            <p:spPr>
              <a:xfrm flipH="1">
                <a:off x="454722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4" name="直接连接符 203"/>
              <p:cNvCxnSpPr/>
              <p:nvPr/>
            </p:nvCxnSpPr>
            <p:spPr>
              <a:xfrm flipH="1">
                <a:off x="46319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5" name="直接连接符 204"/>
              <p:cNvCxnSpPr/>
              <p:nvPr/>
            </p:nvCxnSpPr>
            <p:spPr>
              <a:xfrm flipH="1">
                <a:off x="471664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6" name="直接连接符 205"/>
              <p:cNvCxnSpPr/>
              <p:nvPr/>
            </p:nvCxnSpPr>
            <p:spPr>
              <a:xfrm flipH="1">
                <a:off x="48013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7" name="直接连接符 206"/>
              <p:cNvCxnSpPr/>
              <p:nvPr/>
            </p:nvCxnSpPr>
            <p:spPr>
              <a:xfrm flipH="1">
                <a:off x="488606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8" name="直接连接符 207"/>
              <p:cNvCxnSpPr/>
              <p:nvPr/>
            </p:nvCxnSpPr>
            <p:spPr>
              <a:xfrm flipH="1">
                <a:off x="49707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09" name="直接连接符 208"/>
              <p:cNvCxnSpPr/>
              <p:nvPr/>
            </p:nvCxnSpPr>
            <p:spPr>
              <a:xfrm flipH="1">
                <a:off x="505548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0" name="直接连接符 209"/>
              <p:cNvCxnSpPr/>
              <p:nvPr/>
            </p:nvCxnSpPr>
            <p:spPr>
              <a:xfrm flipH="1">
                <a:off x="51401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1" name="直接连接符 210"/>
              <p:cNvCxnSpPr/>
              <p:nvPr/>
            </p:nvCxnSpPr>
            <p:spPr>
              <a:xfrm flipH="1">
                <a:off x="522490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2" name="直接连接符 211"/>
              <p:cNvCxnSpPr/>
              <p:nvPr/>
            </p:nvCxnSpPr>
            <p:spPr>
              <a:xfrm flipH="1">
                <a:off x="53096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3" name="直接连接符 212"/>
              <p:cNvCxnSpPr/>
              <p:nvPr/>
            </p:nvCxnSpPr>
            <p:spPr>
              <a:xfrm flipH="1">
                <a:off x="539432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4" name="直接连接符 213"/>
              <p:cNvCxnSpPr/>
              <p:nvPr/>
            </p:nvCxnSpPr>
            <p:spPr>
              <a:xfrm flipH="1">
                <a:off x="54790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5" name="直接连接符 214"/>
              <p:cNvCxnSpPr/>
              <p:nvPr/>
            </p:nvCxnSpPr>
            <p:spPr>
              <a:xfrm flipH="1">
                <a:off x="556373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6" name="直接连接符 215"/>
              <p:cNvCxnSpPr/>
              <p:nvPr/>
            </p:nvCxnSpPr>
            <p:spPr>
              <a:xfrm flipH="1">
                <a:off x="56484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7" name="直接连接符 216"/>
              <p:cNvCxnSpPr/>
              <p:nvPr/>
            </p:nvCxnSpPr>
            <p:spPr>
              <a:xfrm flipH="1">
                <a:off x="573315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8" name="直接连接符 217"/>
              <p:cNvCxnSpPr/>
              <p:nvPr/>
            </p:nvCxnSpPr>
            <p:spPr>
              <a:xfrm flipH="1">
                <a:off x="58178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19" name="直接连接符 218"/>
              <p:cNvCxnSpPr/>
              <p:nvPr/>
            </p:nvCxnSpPr>
            <p:spPr>
              <a:xfrm flipH="1">
                <a:off x="590257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0" name="直接连接符 219"/>
              <p:cNvCxnSpPr/>
              <p:nvPr/>
            </p:nvCxnSpPr>
            <p:spPr>
              <a:xfrm flipH="1">
                <a:off x="59872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1" name="直接连接符 220"/>
              <p:cNvCxnSpPr/>
              <p:nvPr/>
            </p:nvCxnSpPr>
            <p:spPr>
              <a:xfrm flipH="1">
                <a:off x="607199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2" name="直接连接符 221"/>
              <p:cNvCxnSpPr/>
              <p:nvPr/>
            </p:nvCxnSpPr>
            <p:spPr>
              <a:xfrm flipH="1">
                <a:off x="61567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3" name="直接连接符 222"/>
              <p:cNvCxnSpPr/>
              <p:nvPr/>
            </p:nvCxnSpPr>
            <p:spPr>
              <a:xfrm flipH="1">
                <a:off x="62414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4" name="直接连接符 223"/>
              <p:cNvCxnSpPr/>
              <p:nvPr/>
            </p:nvCxnSpPr>
            <p:spPr>
              <a:xfrm flipH="1">
                <a:off x="632612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5" name="直接连接符 224"/>
              <p:cNvCxnSpPr/>
              <p:nvPr/>
            </p:nvCxnSpPr>
            <p:spPr>
              <a:xfrm flipH="1">
                <a:off x="64108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6" name="直接连接符 225"/>
              <p:cNvCxnSpPr/>
              <p:nvPr/>
            </p:nvCxnSpPr>
            <p:spPr>
              <a:xfrm flipH="1">
                <a:off x="649554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7" name="直接连接符 226"/>
              <p:cNvCxnSpPr/>
              <p:nvPr/>
            </p:nvCxnSpPr>
            <p:spPr>
              <a:xfrm flipH="1">
                <a:off x="65802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8" name="直接连接符 227"/>
              <p:cNvCxnSpPr/>
              <p:nvPr/>
            </p:nvCxnSpPr>
            <p:spPr>
              <a:xfrm flipH="1">
                <a:off x="666496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29" name="直接连接符 228"/>
              <p:cNvCxnSpPr/>
              <p:nvPr/>
            </p:nvCxnSpPr>
            <p:spPr>
              <a:xfrm flipH="1">
                <a:off x="67496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0" name="直接连接符 229"/>
              <p:cNvCxnSpPr/>
              <p:nvPr/>
            </p:nvCxnSpPr>
            <p:spPr>
              <a:xfrm flipH="1">
                <a:off x="683438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flipH="1">
                <a:off x="69190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flipH="1">
                <a:off x="700380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flipH="1">
                <a:off x="70885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flipH="1">
                <a:off x="717322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5" name="直接连接符 234"/>
              <p:cNvCxnSpPr/>
              <p:nvPr/>
            </p:nvCxnSpPr>
            <p:spPr>
              <a:xfrm flipH="1">
                <a:off x="72579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6" name="直接连接符 235"/>
              <p:cNvCxnSpPr/>
              <p:nvPr/>
            </p:nvCxnSpPr>
            <p:spPr>
              <a:xfrm flipH="1">
                <a:off x="734263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7" name="直接连接符 236"/>
              <p:cNvCxnSpPr/>
              <p:nvPr/>
            </p:nvCxnSpPr>
            <p:spPr>
              <a:xfrm flipH="1">
                <a:off x="74273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8" name="直接连接符 237"/>
              <p:cNvCxnSpPr/>
              <p:nvPr/>
            </p:nvCxnSpPr>
            <p:spPr>
              <a:xfrm flipH="1">
                <a:off x="751205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39" name="直接连接符 238"/>
              <p:cNvCxnSpPr/>
              <p:nvPr/>
            </p:nvCxnSpPr>
            <p:spPr>
              <a:xfrm flipH="1">
                <a:off x="75967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0" name="直接连接符 239"/>
              <p:cNvCxnSpPr/>
              <p:nvPr/>
            </p:nvCxnSpPr>
            <p:spPr>
              <a:xfrm flipH="1">
                <a:off x="768147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1" name="直接连接符 240"/>
              <p:cNvCxnSpPr/>
              <p:nvPr/>
            </p:nvCxnSpPr>
            <p:spPr>
              <a:xfrm flipH="1">
                <a:off x="776618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2" name="直接连接符 241"/>
              <p:cNvCxnSpPr/>
              <p:nvPr/>
            </p:nvCxnSpPr>
            <p:spPr>
              <a:xfrm flipH="1">
                <a:off x="7850896"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3" name="直接连接符 242"/>
              <p:cNvCxnSpPr/>
              <p:nvPr/>
            </p:nvCxnSpPr>
            <p:spPr>
              <a:xfrm flipH="1">
                <a:off x="793560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4" name="直接连接符 243"/>
              <p:cNvCxnSpPr/>
              <p:nvPr/>
            </p:nvCxnSpPr>
            <p:spPr>
              <a:xfrm flipH="1">
                <a:off x="802031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5" name="直接连接符 244"/>
              <p:cNvCxnSpPr/>
              <p:nvPr/>
            </p:nvCxnSpPr>
            <p:spPr>
              <a:xfrm flipH="1">
                <a:off x="8105025"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6" name="直接连接符 245"/>
              <p:cNvCxnSpPr/>
              <p:nvPr/>
            </p:nvCxnSpPr>
            <p:spPr>
              <a:xfrm flipH="1">
                <a:off x="818973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7" name="直接连接符 246"/>
              <p:cNvCxnSpPr/>
              <p:nvPr/>
            </p:nvCxnSpPr>
            <p:spPr>
              <a:xfrm flipH="1">
                <a:off x="8274444"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8" name="直接连接符 247"/>
              <p:cNvCxnSpPr/>
              <p:nvPr/>
            </p:nvCxnSpPr>
            <p:spPr>
              <a:xfrm flipH="1">
                <a:off x="835915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49" name="直接连接符 248"/>
              <p:cNvCxnSpPr/>
              <p:nvPr/>
            </p:nvCxnSpPr>
            <p:spPr>
              <a:xfrm flipH="1">
                <a:off x="8443863"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0" name="直接连接符 249"/>
              <p:cNvCxnSpPr/>
              <p:nvPr/>
            </p:nvCxnSpPr>
            <p:spPr>
              <a:xfrm flipH="1">
                <a:off x="852857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1" name="直接连接符 250"/>
              <p:cNvCxnSpPr/>
              <p:nvPr/>
            </p:nvCxnSpPr>
            <p:spPr>
              <a:xfrm flipH="1">
                <a:off x="8613282"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2" name="直接连接符 251"/>
              <p:cNvCxnSpPr/>
              <p:nvPr/>
            </p:nvCxnSpPr>
            <p:spPr>
              <a:xfrm flipH="1">
                <a:off x="869799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3" name="直接连接符 252"/>
              <p:cNvCxnSpPr/>
              <p:nvPr/>
            </p:nvCxnSpPr>
            <p:spPr>
              <a:xfrm flipH="1">
                <a:off x="8782701"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4" name="直接连接符 253"/>
              <p:cNvCxnSpPr/>
              <p:nvPr/>
            </p:nvCxnSpPr>
            <p:spPr>
              <a:xfrm flipH="1">
                <a:off x="886741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5" name="直接连接符 254"/>
              <p:cNvCxnSpPr/>
              <p:nvPr/>
            </p:nvCxnSpPr>
            <p:spPr>
              <a:xfrm flipH="1">
                <a:off x="8952120"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6" name="直接连接符 255"/>
              <p:cNvCxnSpPr/>
              <p:nvPr/>
            </p:nvCxnSpPr>
            <p:spPr>
              <a:xfrm flipH="1">
                <a:off x="903682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7" name="直接连接符 256"/>
              <p:cNvCxnSpPr/>
              <p:nvPr/>
            </p:nvCxnSpPr>
            <p:spPr>
              <a:xfrm flipH="1">
                <a:off x="9121539"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8" name="直接连接符 257"/>
              <p:cNvCxnSpPr/>
              <p:nvPr/>
            </p:nvCxnSpPr>
            <p:spPr>
              <a:xfrm flipH="1">
                <a:off x="92062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59" name="直接连接符 258"/>
              <p:cNvCxnSpPr/>
              <p:nvPr/>
            </p:nvCxnSpPr>
            <p:spPr>
              <a:xfrm flipH="1">
                <a:off x="929095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60" name="直接连接符 259"/>
              <p:cNvCxnSpPr/>
              <p:nvPr/>
            </p:nvCxnSpPr>
            <p:spPr>
              <a:xfrm flipH="1">
                <a:off x="9375667"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261" name="直接连接符 260"/>
              <p:cNvCxnSpPr/>
              <p:nvPr/>
            </p:nvCxnSpPr>
            <p:spPr>
              <a:xfrm flipH="1">
                <a:off x="9460348" y="640727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grpSp>
        <p:grpSp>
          <p:nvGrpSpPr>
            <p:cNvPr id="138" name="组合 137"/>
            <p:cNvGrpSpPr/>
            <p:nvPr/>
          </p:nvGrpSpPr>
          <p:grpSpPr>
            <a:xfrm>
              <a:off x="11597706" y="6414350"/>
              <a:ext cx="677642" cy="114300"/>
              <a:chOff x="11597706" y="6414350"/>
              <a:chExt cx="677642" cy="114300"/>
            </a:xfrm>
          </p:grpSpPr>
          <p:cxnSp>
            <p:nvCxnSpPr>
              <p:cNvPr id="140" name="直接连接符 139"/>
              <p:cNvCxnSpPr/>
              <p:nvPr/>
            </p:nvCxnSpPr>
            <p:spPr>
              <a:xfrm flipH="1">
                <a:off x="11597706"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1" name="直接连接符 140"/>
              <p:cNvCxnSpPr/>
              <p:nvPr/>
            </p:nvCxnSpPr>
            <p:spPr>
              <a:xfrm flipH="1">
                <a:off x="11682416"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2" name="直接连接符 141"/>
              <p:cNvCxnSpPr/>
              <p:nvPr/>
            </p:nvCxnSpPr>
            <p:spPr>
              <a:xfrm flipH="1">
                <a:off x="11767125"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3" name="直接连接符 142"/>
              <p:cNvCxnSpPr/>
              <p:nvPr/>
            </p:nvCxnSpPr>
            <p:spPr>
              <a:xfrm flipH="1">
                <a:off x="11851835"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4" name="直接连接符 143"/>
              <p:cNvCxnSpPr/>
              <p:nvPr/>
            </p:nvCxnSpPr>
            <p:spPr>
              <a:xfrm flipH="1">
                <a:off x="11936544"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5" name="直接连接符 144"/>
              <p:cNvCxnSpPr/>
              <p:nvPr/>
            </p:nvCxnSpPr>
            <p:spPr>
              <a:xfrm flipH="1">
                <a:off x="12021254"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6" name="直接连接符 145"/>
              <p:cNvCxnSpPr/>
              <p:nvPr/>
            </p:nvCxnSpPr>
            <p:spPr>
              <a:xfrm flipH="1">
                <a:off x="12105963"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cxnSp>
            <p:nvCxnSpPr>
              <p:cNvPr id="147" name="直接连接符 146"/>
              <p:cNvCxnSpPr/>
              <p:nvPr/>
            </p:nvCxnSpPr>
            <p:spPr>
              <a:xfrm flipH="1">
                <a:off x="12190673" y="6414350"/>
                <a:ext cx="84675" cy="114300"/>
              </a:xfrm>
              <a:prstGeom prst="line">
                <a:avLst/>
              </a:prstGeom>
              <a:ln w="9525">
                <a:solidFill>
                  <a:srgbClr val="7E0C6E">
                    <a:alpha val="20000"/>
                  </a:srgbClr>
                </a:solidFill>
              </a:ln>
            </p:spPr>
            <p:style>
              <a:lnRef idx="1">
                <a:schemeClr val="accent1"/>
              </a:lnRef>
              <a:fillRef idx="0">
                <a:schemeClr val="accent1"/>
              </a:fillRef>
              <a:effectRef idx="0">
                <a:schemeClr val="accent1"/>
              </a:effectRef>
              <a:fontRef idx="minor">
                <a:schemeClr val="tx1"/>
              </a:fontRef>
            </p:style>
          </p:cxnSp>
        </p:grpSp>
        <p:pic>
          <p:nvPicPr>
            <p:cNvPr id="139" name="图片 138"/>
            <p:cNvPicPr>
              <a:picLocks noChangeAspect="1"/>
            </p:cNvPicPr>
            <p:nvPr/>
          </p:nvPicPr>
          <p:blipFill>
            <a:blip r:embed="rId4">
              <a:duotone>
                <a:schemeClr val="accent4">
                  <a:shade val="45000"/>
                  <a:satMod val="135000"/>
                </a:schemeClr>
                <a:prstClr val="white"/>
              </a:duotone>
            </a:blip>
            <a:stretch>
              <a:fillRect/>
            </a:stretch>
          </p:blipFill>
          <p:spPr>
            <a:xfrm>
              <a:off x="9749032" y="6359109"/>
              <a:ext cx="1554456" cy="224782"/>
            </a:xfrm>
            <a:prstGeom prst="rect">
              <a:avLst/>
            </a:prstGeom>
          </p:spPr>
        </p:pic>
      </p:grpSp>
    </p:spTree>
    <p:extLst>
      <p:ext uri="{BB962C8B-B14F-4D97-AF65-F5344CB8AC3E}">
        <p14:creationId xmlns:p14="http://schemas.microsoft.com/office/powerpoint/2010/main" val="80299362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C2B53DA0-E748-4DD1-A4F3-EB4379D258EB}" type="datetimeFigureOut">
              <a:rPr lang="zh-CN" altLang="en-US" smtClean="0"/>
              <a:pPr>
                <a:defRPr/>
              </a:pPr>
              <a:t>2025/4/15</a:t>
            </a:fld>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4" name="灯片编号占位符 3"/>
          <p:cNvSpPr>
            <a:spLocks noGrp="1"/>
          </p:cNvSpPr>
          <p:nvPr>
            <p:ph type="sldNum" sz="quarter" idx="12"/>
          </p:nvPr>
        </p:nvSpPr>
        <p:spPr/>
        <p:txBody>
          <a:bodyPr/>
          <a:lstStyle/>
          <a:p>
            <a:pPr>
              <a:defRPr/>
            </a:pPr>
            <a:fld id="{9A91BCA9-D68E-4EC5-9F05-024B2DDC2A71}" type="slidenum">
              <a:rPr lang="zh-CN" altLang="en-US" smtClean="0"/>
              <a:pPr>
                <a:defRPr/>
              </a:pPr>
              <a:t>‹#›</a:t>
            </a:fld>
            <a:endParaRPr lang="zh-CN" altLang="en-US"/>
          </a:p>
        </p:txBody>
      </p:sp>
    </p:spTree>
    <p:extLst>
      <p:ext uri="{BB962C8B-B14F-4D97-AF65-F5344CB8AC3E}">
        <p14:creationId xmlns:p14="http://schemas.microsoft.com/office/powerpoint/2010/main" val="174891567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内容占位符 2"/>
          <p:cNvSpPr>
            <a:spLocks noGrp="1"/>
          </p:cNvSpPr>
          <p:nvPr>
            <p:ph idx="1"/>
          </p:nvPr>
        </p:nvSpPr>
        <p:spPr>
          <a:xfrm>
            <a:off x="3887391" y="987426"/>
            <a:ext cx="4629150" cy="487362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a:defRPr/>
            </a:pPr>
            <a:fld id="{4901CE2B-BDA0-4668-8282-36C9D0C55269}" type="datetimeFigureOut">
              <a:rPr lang="zh-CN" altLang="en-US" smtClean="0"/>
              <a:pPr>
                <a:defRPr/>
              </a:pPr>
              <a:t>2025/4/15</a:t>
            </a:fld>
            <a:endParaRPr lang="zh-CN" altLang="en-US"/>
          </a:p>
        </p:txBody>
      </p:sp>
      <p:sp>
        <p:nvSpPr>
          <p:cNvPr id="6" name="页脚占位符 5"/>
          <p:cNvSpPr>
            <a:spLocks noGrp="1"/>
          </p:cNvSpPr>
          <p:nvPr>
            <p:ph type="ftr" sz="quarter" idx="11"/>
          </p:nvPr>
        </p:nvSpPr>
        <p:spPr/>
        <p:txBody>
          <a:bodyPr/>
          <a:lstStyle/>
          <a:p>
            <a:pPr>
              <a:defRPr/>
            </a:pPr>
            <a:endParaRPr lang="zh-CN" altLang="en-US"/>
          </a:p>
        </p:txBody>
      </p:sp>
      <p:sp>
        <p:nvSpPr>
          <p:cNvPr id="7" name="灯片编号占位符 6"/>
          <p:cNvSpPr>
            <a:spLocks noGrp="1"/>
          </p:cNvSpPr>
          <p:nvPr>
            <p:ph type="sldNum" sz="quarter" idx="12"/>
          </p:nvPr>
        </p:nvSpPr>
        <p:spPr/>
        <p:txBody>
          <a:bodyPr/>
          <a:lstStyle/>
          <a:p>
            <a:pPr>
              <a:defRPr/>
            </a:pPr>
            <a:fld id="{08F375E4-5D4B-45F0-8B56-0377D9A46BEF}" type="slidenum">
              <a:rPr lang="zh-CN" altLang="en-US" smtClean="0"/>
              <a:pPr>
                <a:defRPr/>
              </a:pPr>
              <a:t>‹#›</a:t>
            </a:fld>
            <a:endParaRPr lang="zh-CN" altLang="en-US"/>
          </a:p>
        </p:txBody>
      </p:sp>
    </p:spTree>
    <p:extLst>
      <p:ext uri="{BB962C8B-B14F-4D97-AF65-F5344CB8AC3E}">
        <p14:creationId xmlns:p14="http://schemas.microsoft.com/office/powerpoint/2010/main" val="32788698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2949178" cy="1600200"/>
          </a:xfrm>
        </p:spPr>
        <p:txBody>
          <a:bodyPr anchor="b"/>
          <a:lstStyle>
            <a:lvl1pPr>
              <a:defRPr sz="2400"/>
            </a:lvl1pPr>
          </a:lstStyle>
          <a:p>
            <a:r>
              <a:rPr lang="zh-CN" altLang="en-US"/>
              <a:t>单击此处编辑母版标题样式</a:t>
            </a:r>
          </a:p>
        </p:txBody>
      </p:sp>
      <p:sp>
        <p:nvSpPr>
          <p:cNvPr id="3" name="图片占位符 2"/>
          <p:cNvSpPr>
            <a:spLocks noGrp="1"/>
          </p:cNvSpPr>
          <p:nvPr>
            <p:ph type="pic" idx="1"/>
          </p:nvPr>
        </p:nvSpPr>
        <p:spPr>
          <a:xfrm>
            <a:off x="3887391" y="987426"/>
            <a:ext cx="4629150" cy="4873625"/>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zh-CN" altLang="en-US"/>
              <a:t>单击图标添加图片</a:t>
            </a:r>
          </a:p>
        </p:txBody>
      </p:sp>
      <p:sp>
        <p:nvSpPr>
          <p:cNvPr id="4" name="文本占位符 3"/>
          <p:cNvSpPr>
            <a:spLocks noGrp="1"/>
          </p:cNvSpPr>
          <p:nvPr>
            <p:ph type="body" sz="half" idx="2"/>
          </p:nvPr>
        </p:nvSpPr>
        <p:spPr>
          <a:xfrm>
            <a:off x="629841" y="2057400"/>
            <a:ext cx="2949178" cy="3811588"/>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pPr>
              <a:defRPr/>
            </a:pPr>
            <a:fld id="{95A767B1-E1AC-4A0F-9D4E-4433D73513F7}" type="datetimeFigureOut">
              <a:rPr lang="zh-CN" altLang="en-US" smtClean="0"/>
              <a:pPr>
                <a:defRPr/>
              </a:pPr>
              <a:t>2025/4/15</a:t>
            </a:fld>
            <a:endParaRPr lang="zh-CN" altLang="en-US"/>
          </a:p>
        </p:txBody>
      </p:sp>
      <p:sp>
        <p:nvSpPr>
          <p:cNvPr id="6" name="页脚占位符 5"/>
          <p:cNvSpPr>
            <a:spLocks noGrp="1"/>
          </p:cNvSpPr>
          <p:nvPr>
            <p:ph type="ftr" sz="quarter" idx="11"/>
          </p:nvPr>
        </p:nvSpPr>
        <p:spPr/>
        <p:txBody>
          <a:bodyPr/>
          <a:lstStyle/>
          <a:p>
            <a:pPr>
              <a:defRPr/>
            </a:pPr>
            <a:endParaRPr lang="zh-CN" altLang="en-US"/>
          </a:p>
        </p:txBody>
      </p:sp>
      <p:sp>
        <p:nvSpPr>
          <p:cNvPr id="7" name="灯片编号占位符 6"/>
          <p:cNvSpPr>
            <a:spLocks noGrp="1"/>
          </p:cNvSpPr>
          <p:nvPr>
            <p:ph type="sldNum" sz="quarter" idx="12"/>
          </p:nvPr>
        </p:nvSpPr>
        <p:spPr/>
        <p:txBody>
          <a:bodyPr/>
          <a:lstStyle/>
          <a:p>
            <a:pPr>
              <a:defRPr/>
            </a:pPr>
            <a:fld id="{1A81608B-705E-4433-9A56-24C0CCB5B4CB}" type="slidenum">
              <a:rPr lang="zh-CN" altLang="en-US" smtClean="0"/>
              <a:pPr>
                <a:defRPr/>
              </a:pPr>
              <a:t>‹#›</a:t>
            </a:fld>
            <a:endParaRPr lang="zh-CN" altLang="en-US"/>
          </a:p>
        </p:txBody>
      </p:sp>
    </p:spTree>
    <p:extLst>
      <p:ext uri="{BB962C8B-B14F-4D97-AF65-F5344CB8AC3E}">
        <p14:creationId xmlns:p14="http://schemas.microsoft.com/office/powerpoint/2010/main" val="413173610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a:defRPr/>
            </a:pPr>
            <a:fld id="{2D1384CD-5D0D-45A8-87C2-8708B22B98C5}" type="datetimeFigureOut">
              <a:rPr lang="zh-CN" altLang="en-US" smtClean="0"/>
              <a:pPr>
                <a:defRPr/>
              </a:pPr>
              <a:t>2025/4/15</a:t>
            </a:fld>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pPr>
              <a:defRPr/>
            </a:pPr>
            <a:fld id="{F136DF03-4175-4F7F-BDEB-45EC3F4C8D7D}" type="slidenum">
              <a:rPr lang="zh-CN" altLang="en-US" smtClean="0"/>
              <a:pPr>
                <a:defRPr/>
              </a:pPr>
              <a:t>‹#›</a:t>
            </a:fld>
            <a:endParaRPr lang="zh-CN" altLang="en-US"/>
          </a:p>
        </p:txBody>
      </p:sp>
    </p:spTree>
    <p:extLst>
      <p:ext uri="{BB962C8B-B14F-4D97-AF65-F5344CB8AC3E}">
        <p14:creationId xmlns:p14="http://schemas.microsoft.com/office/powerpoint/2010/main" val="2501713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pPr>
              <a:defRPr/>
            </a:pPr>
            <a:fld id="{A67BBFAC-E39B-4647-883E-99D65FE02385}" type="datetimeFigureOut">
              <a:rPr lang="zh-CN" altLang="en-US" smtClean="0"/>
              <a:pPr>
                <a:defRPr/>
              </a:pPr>
              <a:t>2025/4/15</a:t>
            </a:fld>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pPr>
              <a:defRPr/>
            </a:pPr>
            <a:fld id="{72FD234D-7E7D-4EA8-B60F-7AEA669B56CA}" type="slidenum">
              <a:rPr lang="zh-CN" altLang="en-US" smtClean="0"/>
              <a:pPr>
                <a:defRPr/>
              </a:pPr>
              <a:t>‹#›</a:t>
            </a:fld>
            <a:endParaRPr lang="zh-CN" altLang="en-US"/>
          </a:p>
        </p:txBody>
      </p:sp>
    </p:spTree>
    <p:extLst>
      <p:ext uri="{BB962C8B-B14F-4D97-AF65-F5344CB8AC3E}">
        <p14:creationId xmlns:p14="http://schemas.microsoft.com/office/powerpoint/2010/main" val="301072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cSld name="2_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4500"/>
            </a:lvl1pPr>
          </a:lstStyle>
          <a:p>
            <a:r>
              <a:rPr lang="zh-CN" altLang="en-US"/>
              <a:t>单击此处编辑母版标题样式</a:t>
            </a:r>
            <a:endParaRPr lang="en-US" dirty="0"/>
          </a:p>
        </p:txBody>
      </p:sp>
      <p:sp>
        <p:nvSpPr>
          <p:cNvPr id="3" name="Subtitle 2"/>
          <p:cNvSpPr>
            <a:spLocks noGrp="1"/>
          </p:cNvSpPr>
          <p:nvPr>
            <p:ph type="subTitle" idx="1"/>
          </p:nvPr>
        </p:nvSpPr>
        <p:spPr>
          <a:xfrm>
            <a:off x="1143000" y="3602038"/>
            <a:ext cx="6858000" cy="1655763"/>
          </a:xfrm>
        </p:spPr>
        <p:txBody>
          <a:bodyPr/>
          <a:lstStyle>
            <a:lvl1pPr marL="0" indent="0" algn="ctr">
              <a:buNone/>
              <a:defRPr sz="1800"/>
            </a:lvl1pPr>
            <a:lvl2pPr marL="342892" indent="0" algn="ctr">
              <a:buNone/>
              <a:defRPr sz="1500"/>
            </a:lvl2pPr>
            <a:lvl3pPr marL="685783" indent="0" algn="ctr">
              <a:buNone/>
              <a:defRPr sz="1350"/>
            </a:lvl3pPr>
            <a:lvl4pPr marL="1028675" indent="0" algn="ctr">
              <a:buNone/>
              <a:defRPr sz="1200"/>
            </a:lvl4pPr>
            <a:lvl5pPr marL="1371566" indent="0" algn="ctr">
              <a:buNone/>
              <a:defRPr sz="1200"/>
            </a:lvl5pPr>
            <a:lvl6pPr marL="1714457" indent="0" algn="ctr">
              <a:buNone/>
              <a:defRPr sz="1200"/>
            </a:lvl6pPr>
            <a:lvl7pPr marL="2057348" indent="0" algn="ctr">
              <a:buNone/>
              <a:defRPr sz="1200"/>
            </a:lvl7pPr>
            <a:lvl8pPr marL="2400240" indent="0" algn="ctr">
              <a:buNone/>
              <a:defRPr sz="1200"/>
            </a:lvl8pPr>
            <a:lvl9pPr marL="2743132" indent="0" algn="ctr">
              <a:buNone/>
              <a:defRPr sz="12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pPr>
              <a:defRPr/>
            </a:pPr>
            <a:fld id="{A67BBFAC-E39B-4647-883E-99D65FE02385}" type="datetimeFigureOut">
              <a:rPr lang="zh-CN" altLang="en-US" smtClean="0"/>
              <a:pPr>
                <a:defRPr/>
              </a:pPr>
              <a:t>2025/4/15</a:t>
            </a:fld>
            <a:endParaRPr lang="zh-CN" altLang="en-US"/>
          </a:p>
        </p:txBody>
      </p:sp>
      <p:sp>
        <p:nvSpPr>
          <p:cNvPr id="5" name="Footer Placeholder 4"/>
          <p:cNvSpPr>
            <a:spLocks noGrp="1"/>
          </p:cNvSpPr>
          <p:nvPr>
            <p:ph type="ftr" sz="quarter" idx="11"/>
          </p:nvPr>
        </p:nvSpPr>
        <p:spPr/>
        <p:txBody>
          <a:bodyPr/>
          <a:lstStyle/>
          <a:p>
            <a:pPr>
              <a:defRPr/>
            </a:pPr>
            <a:endParaRPr lang="zh-CN" altLang="en-US"/>
          </a:p>
        </p:txBody>
      </p:sp>
      <p:sp>
        <p:nvSpPr>
          <p:cNvPr id="6" name="Slide Number Placeholder 5"/>
          <p:cNvSpPr>
            <a:spLocks noGrp="1"/>
          </p:cNvSpPr>
          <p:nvPr>
            <p:ph type="sldNum" sz="quarter" idx="12"/>
          </p:nvPr>
        </p:nvSpPr>
        <p:spPr/>
        <p:txBody>
          <a:bodyPr/>
          <a:lstStyle/>
          <a:p>
            <a:pPr>
              <a:defRPr/>
            </a:pPr>
            <a:fld id="{72FD234D-7E7D-4EA8-B60F-7AEA669B56CA}" type="slidenum">
              <a:rPr lang="zh-CN" altLang="en-US" smtClean="0"/>
              <a:pPr>
                <a:defRPr/>
              </a:pPr>
              <a:t>‹#›</a:t>
            </a:fld>
            <a:endParaRPr lang="zh-CN" altLang="en-US"/>
          </a:p>
        </p:txBody>
      </p:sp>
    </p:spTree>
    <p:extLst>
      <p:ext uri="{BB962C8B-B14F-4D97-AF65-F5344CB8AC3E}">
        <p14:creationId xmlns:p14="http://schemas.microsoft.com/office/powerpoint/2010/main" val="17292561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a:defRPr/>
            </a:pPr>
            <a:fld id="{A67BBFAC-E39B-4647-883E-99D65FE02385}" type="datetimeFigureOut">
              <a:rPr lang="zh-CN" altLang="en-US" smtClean="0"/>
              <a:pPr>
                <a:defRPr/>
              </a:pPr>
              <a:t>2025/4/15</a:t>
            </a:fld>
            <a:endParaRPr lang="zh-CN" altLang="en-US"/>
          </a:p>
        </p:txBody>
      </p:sp>
      <p:sp>
        <p:nvSpPr>
          <p:cNvPr id="5" name="页脚占位符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a:defRPr/>
            </a:pPr>
            <a:fld id="{72FD234D-7E7D-4EA8-B60F-7AEA669B56CA}" type="slidenum">
              <a:rPr lang="zh-CN" altLang="en-US" smtClean="0"/>
              <a:pPr>
                <a:defRPr/>
              </a:pPr>
              <a:t>‹#›</a:t>
            </a:fld>
            <a:endParaRPr lang="zh-CN" altLang="en-US"/>
          </a:p>
        </p:txBody>
      </p:sp>
    </p:spTree>
    <p:extLst>
      <p:ext uri="{BB962C8B-B14F-4D97-AF65-F5344CB8AC3E}">
        <p14:creationId xmlns:p14="http://schemas.microsoft.com/office/powerpoint/2010/main" val="251602310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xml"/><Relationship Id="rId1" Type="http://schemas.openxmlformats.org/officeDocument/2006/relationships/slideLayout" Target="../slideLayouts/slideLayout5.xml"/><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9.jpeg"/></Relationships>
</file>

<file path=ppt/slides/_rels/slide4.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8.jpeg"/></Relationships>
</file>

<file path=ppt/slides/_rels/slide6.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7"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5.xml"/><Relationship Id="rId6" Type="http://schemas.openxmlformats.org/officeDocument/2006/relationships/image" Target="../media/image17.jpeg"/><Relationship Id="rId5" Type="http://schemas.openxmlformats.org/officeDocument/2006/relationships/image" Target="../media/image16.jpeg"/><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notesSlide" Target="../notesSlides/notesSlide18.xml"/><Relationship Id="rId1" Type="http://schemas.openxmlformats.org/officeDocument/2006/relationships/slideLayout" Target="../slideLayouts/slideLayout5.xml"/><Relationship Id="rId5" Type="http://schemas.openxmlformats.org/officeDocument/2006/relationships/image" Target="../media/image26.png"/><Relationship Id="rId4" Type="http://schemas.openxmlformats.org/officeDocument/2006/relationships/image" Target="../media/image25.jpeg"/></Relationships>
</file>

<file path=ppt/slides/_rels/slide2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5.xml"/><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25.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24.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myslide2">
    <p:spTree>
      <p:nvGrpSpPr>
        <p:cNvPr id="1" name=""/>
        <p:cNvGrpSpPr/>
        <p:nvPr/>
      </p:nvGrpSpPr>
      <p:grpSpPr>
        <a:xfrm>
          <a:off x="0" y="0"/>
          <a:ext cx="0" cy="0"/>
          <a:chOff x="0" y="0"/>
          <a:chExt cx="0" cy="0"/>
        </a:xfrm>
      </p:grpSpPr>
      <p:sp>
        <p:nvSpPr>
          <p:cNvPr id="3080" name="文本框 10">
            <a:extLst>
              <a:ext uri="{FF2B5EF4-FFF2-40B4-BE49-F238E27FC236}">
                <a16:creationId xmlns:a16="http://schemas.microsoft.com/office/drawing/2014/main" id="{B6CFB7B2-9CED-452C-AECD-1F8FC7DE4525}"/>
              </a:ext>
            </a:extLst>
          </p:cNvPr>
          <p:cNvSpPr txBox="1">
            <a:spLocks noChangeArrowheads="1"/>
          </p:cNvSpPr>
          <p:nvPr/>
        </p:nvSpPr>
        <p:spPr bwMode="auto">
          <a:xfrm>
            <a:off x="2458728" y="2474675"/>
            <a:ext cx="6195607" cy="1368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ts val="3544"/>
              </a:lnSpc>
            </a:pPr>
            <a:r>
              <a:rPr lang="zh-CN" altLang="en-US" sz="4000" b="1" dirty="0">
                <a:latin typeface="微软雅黑" panose="020B0503020204020204" pitchFamily="34" charset="-122"/>
              </a:rPr>
              <a:t>补充内容：</a:t>
            </a:r>
            <a:endParaRPr lang="en-US" altLang="zh-CN" sz="4000" b="1" dirty="0">
              <a:latin typeface="微软雅黑" panose="020B0503020204020204" pitchFamily="34" charset="-122"/>
            </a:endParaRPr>
          </a:p>
          <a:p>
            <a:pPr eaLnBrk="1" hangingPunct="1">
              <a:lnSpc>
                <a:spcPts val="3544"/>
              </a:lnSpc>
            </a:pPr>
            <a:endParaRPr lang="en-US" altLang="zh-CN" sz="4000" b="1" dirty="0">
              <a:latin typeface="微软雅黑" panose="020B0503020204020204" pitchFamily="34" charset="-122"/>
            </a:endParaRPr>
          </a:p>
          <a:p>
            <a:pPr eaLnBrk="1" hangingPunct="1">
              <a:lnSpc>
                <a:spcPts val="3544"/>
              </a:lnSpc>
            </a:pPr>
            <a:r>
              <a:rPr lang="en-US" altLang="zh-CN" sz="4000" b="1" dirty="0">
                <a:latin typeface="微软雅黑" panose="020B0503020204020204" pitchFamily="34" charset="-122"/>
              </a:rPr>
              <a:t>       </a:t>
            </a:r>
            <a:r>
              <a:rPr lang="zh-CN" altLang="en-US" sz="4000" b="1" dirty="0">
                <a:latin typeface="微软雅黑" panose="020B0503020204020204" pitchFamily="34" charset="-122"/>
              </a:rPr>
              <a:t>递归方程及其求解方法</a:t>
            </a:r>
          </a:p>
        </p:txBody>
      </p:sp>
      <p:sp>
        <p:nvSpPr>
          <p:cNvPr id="2" name="矩形 1">
            <a:extLst>
              <a:ext uri="{FF2B5EF4-FFF2-40B4-BE49-F238E27FC236}">
                <a16:creationId xmlns:a16="http://schemas.microsoft.com/office/drawing/2014/main" id="{658ED9E0-4F2F-E379-FEE2-91B677E5610A}"/>
              </a:ext>
            </a:extLst>
          </p:cNvPr>
          <p:cNvSpPr/>
          <p:nvPr/>
        </p:nvSpPr>
        <p:spPr>
          <a:xfrm>
            <a:off x="1" y="-10607"/>
            <a:ext cx="2010831" cy="6879215"/>
          </a:xfrm>
          <a:prstGeom prst="rect">
            <a:avLst/>
          </a:prstGeom>
          <a:solidFill>
            <a:srgbClr val="7E0C6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3" name="组合 2">
            <a:extLst>
              <a:ext uri="{FF2B5EF4-FFF2-40B4-BE49-F238E27FC236}">
                <a16:creationId xmlns:a16="http://schemas.microsoft.com/office/drawing/2014/main" id="{C6958791-B8D5-39E1-839F-7E3EE616EDEB}"/>
              </a:ext>
            </a:extLst>
          </p:cNvPr>
          <p:cNvGrpSpPr/>
          <p:nvPr/>
        </p:nvGrpSpPr>
        <p:grpSpPr>
          <a:xfrm>
            <a:off x="7486652" y="23815"/>
            <a:ext cx="1633295" cy="1633295"/>
            <a:chOff x="9995625" y="454847"/>
            <a:chExt cx="1737980" cy="1737980"/>
          </a:xfrm>
        </p:grpSpPr>
        <p:grpSp>
          <p:nvGrpSpPr>
            <p:cNvPr id="4" name="组合 3">
              <a:extLst>
                <a:ext uri="{FF2B5EF4-FFF2-40B4-BE49-F238E27FC236}">
                  <a16:creationId xmlns:a16="http://schemas.microsoft.com/office/drawing/2014/main" id="{46D80F35-0020-23DE-0EAD-C1961BB68E06}"/>
                </a:ext>
              </a:extLst>
            </p:cNvPr>
            <p:cNvGrpSpPr/>
            <p:nvPr/>
          </p:nvGrpSpPr>
          <p:grpSpPr>
            <a:xfrm>
              <a:off x="10270615" y="719123"/>
              <a:ext cx="1188000" cy="1188000"/>
              <a:chOff x="9655860" y="955908"/>
              <a:chExt cx="1188000" cy="1188000"/>
            </a:xfrm>
          </p:grpSpPr>
          <p:cxnSp>
            <p:nvCxnSpPr>
              <p:cNvPr id="8" name="直接连接符 7">
                <a:extLst>
                  <a:ext uri="{FF2B5EF4-FFF2-40B4-BE49-F238E27FC236}">
                    <a16:creationId xmlns:a16="http://schemas.microsoft.com/office/drawing/2014/main" id="{F1B52ABC-AFB8-43C7-7864-CEB3120C8C20}"/>
                  </a:ext>
                </a:extLst>
              </p:cNvPr>
              <p:cNvCxnSpPr/>
              <p:nvPr/>
            </p:nvCxnSpPr>
            <p:spPr>
              <a:xfrm>
                <a:off x="9655860" y="973770"/>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7C31F86C-A173-7C55-346D-1E482E4D5365}"/>
                  </a:ext>
                </a:extLst>
              </p:cNvPr>
              <p:cNvCxnSpPr/>
              <p:nvPr/>
            </p:nvCxnSpPr>
            <p:spPr>
              <a:xfrm rot="16200000">
                <a:off x="10230734" y="1549908"/>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grpSp>
        <p:grpSp>
          <p:nvGrpSpPr>
            <p:cNvPr id="5" name="组合 4">
              <a:extLst>
                <a:ext uri="{FF2B5EF4-FFF2-40B4-BE49-F238E27FC236}">
                  <a16:creationId xmlns:a16="http://schemas.microsoft.com/office/drawing/2014/main" id="{B4F66512-48AD-56E0-61D4-4667498AA242}"/>
                </a:ext>
              </a:extLst>
            </p:cNvPr>
            <p:cNvGrpSpPr/>
            <p:nvPr/>
          </p:nvGrpSpPr>
          <p:grpSpPr>
            <a:xfrm>
              <a:off x="9995625" y="454847"/>
              <a:ext cx="1737980" cy="1737980"/>
              <a:chOff x="9655860" y="963609"/>
              <a:chExt cx="1188000" cy="1188000"/>
            </a:xfrm>
          </p:grpSpPr>
          <p:cxnSp>
            <p:nvCxnSpPr>
              <p:cNvPr id="6" name="直接连接符 5">
                <a:extLst>
                  <a:ext uri="{FF2B5EF4-FFF2-40B4-BE49-F238E27FC236}">
                    <a16:creationId xmlns:a16="http://schemas.microsoft.com/office/drawing/2014/main" id="{60F1D24B-A974-0BFE-0E1F-1CF62CADBE15}"/>
                  </a:ext>
                </a:extLst>
              </p:cNvPr>
              <p:cNvCxnSpPr/>
              <p:nvPr/>
            </p:nvCxnSpPr>
            <p:spPr>
              <a:xfrm>
                <a:off x="9655860" y="973770"/>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19F92F78-950A-5760-EFE7-1AC064B5913E}"/>
                  </a:ext>
                </a:extLst>
              </p:cNvPr>
              <p:cNvCxnSpPr/>
              <p:nvPr/>
            </p:nvCxnSpPr>
            <p:spPr>
              <a:xfrm rot="16200000">
                <a:off x="10236976" y="1557609"/>
                <a:ext cx="1188000" cy="0"/>
              </a:xfrm>
              <a:prstGeom prst="line">
                <a:avLst/>
              </a:prstGeom>
              <a:ln w="38100">
                <a:solidFill>
                  <a:srgbClr val="7E0C6E"/>
                </a:solidFill>
              </a:ln>
            </p:spPr>
            <p:style>
              <a:lnRef idx="1">
                <a:schemeClr val="accent1"/>
              </a:lnRef>
              <a:fillRef idx="0">
                <a:schemeClr val="accent1"/>
              </a:fillRef>
              <a:effectRef idx="0">
                <a:schemeClr val="accent1"/>
              </a:effectRef>
              <a:fontRef idx="minor">
                <a:schemeClr val="tx1"/>
              </a:fontRef>
            </p:style>
          </p:cxnSp>
        </p:grpSp>
      </p:grpSp>
      <p:sp>
        <p:nvSpPr>
          <p:cNvPr id="10" name="矩形 9">
            <a:extLst>
              <a:ext uri="{FF2B5EF4-FFF2-40B4-BE49-F238E27FC236}">
                <a16:creationId xmlns:a16="http://schemas.microsoft.com/office/drawing/2014/main" id="{F66D2A45-3B59-D5FF-31AA-8CD1656F633F}"/>
              </a:ext>
            </a:extLst>
          </p:cNvPr>
          <p:cNvSpPr/>
          <p:nvPr/>
        </p:nvSpPr>
        <p:spPr>
          <a:xfrm>
            <a:off x="1784882" y="3591568"/>
            <a:ext cx="7543301" cy="3394233"/>
          </a:xfrm>
          <a:prstGeom prst="rect">
            <a:avLst/>
          </a:prstGeom>
          <a:blipFill dpi="0" rotWithShape="1">
            <a:blip r:embed="rId2">
              <a:alphaModFix amt="1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11" name="图片 10">
            <a:extLst>
              <a:ext uri="{FF2B5EF4-FFF2-40B4-BE49-F238E27FC236}">
                <a16:creationId xmlns:a16="http://schemas.microsoft.com/office/drawing/2014/main" id="{466180EC-12D7-3393-7105-AC4B73DBE2D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3792921" y="969318"/>
            <a:ext cx="2665029" cy="7682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myslide3">
    <p:spTree>
      <p:nvGrpSpPr>
        <p:cNvPr id="1" name=""/>
        <p:cNvGrpSpPr/>
        <p:nvPr/>
      </p:nvGrpSpPr>
      <p:grpSpPr>
        <a:xfrm>
          <a:off x="0" y="0"/>
          <a:ext cx="0" cy="0"/>
          <a:chOff x="0" y="0"/>
          <a:chExt cx="0" cy="0"/>
        </a:xfrm>
      </p:grpSpPr>
      <p:pic>
        <p:nvPicPr>
          <p:cNvPr id="4098" name="图片 2">
            <a:extLst>
              <a:ext uri="{FF2B5EF4-FFF2-40B4-BE49-F238E27FC236}">
                <a16:creationId xmlns:a16="http://schemas.microsoft.com/office/drawing/2014/main" id="{C4FEA60D-775A-4338-A7C7-C5C62637DB6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5725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99" name="图片 4">
            <a:extLst>
              <a:ext uri="{FF2B5EF4-FFF2-40B4-BE49-F238E27FC236}">
                <a16:creationId xmlns:a16="http://schemas.microsoft.com/office/drawing/2014/main" id="{5887DF04-9F6E-4D63-9027-1A92A250ACEE}"/>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047750"/>
            <a:ext cx="677227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a:extLst>
              <a:ext uri="{FF2B5EF4-FFF2-40B4-BE49-F238E27FC236}">
                <a16:creationId xmlns:a16="http://schemas.microsoft.com/office/drawing/2014/main" id="{01B7A815-9AA0-439B-AE60-8625CB324F20}"/>
              </a:ext>
            </a:extLst>
          </p:cNvPr>
          <p:cNvSpPr txBox="1"/>
          <p:nvPr/>
        </p:nvSpPr>
        <p:spPr>
          <a:xfrm>
            <a:off x="407194" y="1165623"/>
            <a:ext cx="3385542" cy="388183"/>
          </a:xfrm>
          <a:prstGeom prst="rect">
            <a:avLst/>
          </a:prstGeom>
          <a:noFill/>
        </p:spPr>
        <p:txBody>
          <a:bodyPr wrap="none" lIns="0" tIns="0" rIns="0" bIns="0">
            <a:spAutoFit/>
          </a:bodyPr>
          <a:lstStyle/>
          <a:p>
            <a:pPr eaLnBrk="1" fontAlgn="auto" hangingPunct="1">
              <a:lnSpc>
                <a:spcPts val="3150"/>
              </a:lnSpc>
              <a:spcBef>
                <a:spcPts val="0"/>
              </a:spcBef>
              <a:spcAft>
                <a:spcPts val="0"/>
              </a:spcAft>
              <a:defRPr/>
            </a:pPr>
            <a:r>
              <a:rPr lang="zh-CN" altLang="en-US" sz="2403" b="1">
                <a:solidFill>
                  <a:srgbClr val="203864"/>
                </a:solidFill>
                <a:latin typeface="微软雅黑" panose="020B0503020204020204" pitchFamily="34" charset="-122"/>
                <a:ea typeface="+mn-ea"/>
              </a:rPr>
              <a:t>一、递归算法复杂度分析</a:t>
            </a:r>
          </a:p>
        </p:txBody>
      </p:sp>
      <p:sp>
        <p:nvSpPr>
          <p:cNvPr id="13" name="文本框 12">
            <a:extLst>
              <a:ext uri="{FF2B5EF4-FFF2-40B4-BE49-F238E27FC236}">
                <a16:creationId xmlns:a16="http://schemas.microsoft.com/office/drawing/2014/main" id="{72053B1D-4A89-4D60-BE0F-1E6B3B8E969D}"/>
              </a:ext>
            </a:extLst>
          </p:cNvPr>
          <p:cNvSpPr txBox="1"/>
          <p:nvPr/>
        </p:nvSpPr>
        <p:spPr>
          <a:xfrm>
            <a:off x="246460" y="5713810"/>
            <a:ext cx="72136" cy="142924"/>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902" b="1">
                <a:solidFill>
                  <a:srgbClr val="898989"/>
                </a:solidFill>
                <a:latin typeface="微软雅黑" panose="020B0503020204020204" pitchFamily="34" charset="-122"/>
                <a:ea typeface="+mn-ea"/>
              </a:rPr>
              <a:t>3</a:t>
            </a:r>
            <a:endParaRPr lang="zh-CN" altLang="en-US" sz="902" b="1">
              <a:solidFill>
                <a:srgbClr val="898989"/>
              </a:solidFill>
              <a:latin typeface="微软雅黑" panose="020B0503020204020204" pitchFamily="34" charset="-122"/>
              <a:ea typeface="+mn-ea"/>
            </a:endParaRPr>
          </a:p>
        </p:txBody>
      </p:sp>
      <p:sp>
        <p:nvSpPr>
          <p:cNvPr id="14" name="文本框 13">
            <a:extLst>
              <a:ext uri="{FF2B5EF4-FFF2-40B4-BE49-F238E27FC236}">
                <a16:creationId xmlns:a16="http://schemas.microsoft.com/office/drawing/2014/main" id="{558085DD-038A-418D-995B-12447101EC7B}"/>
              </a:ext>
            </a:extLst>
          </p:cNvPr>
          <p:cNvSpPr txBox="1"/>
          <p:nvPr/>
        </p:nvSpPr>
        <p:spPr>
          <a:xfrm>
            <a:off x="2089549" y="2503885"/>
            <a:ext cx="1731243" cy="291105"/>
          </a:xfrm>
          <a:prstGeom prst="rect">
            <a:avLst/>
          </a:prstGeom>
          <a:noFill/>
        </p:spPr>
        <p:txBody>
          <a:bodyPr wrap="none" lIns="0" tIns="0" rIns="0" bIns="0">
            <a:spAutoFit/>
          </a:bodyPr>
          <a:lstStyle/>
          <a:p>
            <a:pPr eaLnBrk="1" fontAlgn="auto" hangingPunct="1">
              <a:lnSpc>
                <a:spcPts val="2363"/>
              </a:lnSpc>
              <a:spcBef>
                <a:spcPts val="0"/>
              </a:spcBef>
              <a:spcAft>
                <a:spcPts val="0"/>
              </a:spcAft>
              <a:defRPr/>
            </a:pPr>
            <a:r>
              <a:rPr lang="en-US" altLang="zh-CN" sz="1802" b="1">
                <a:solidFill>
                  <a:srgbClr val="FFFFFF"/>
                </a:solidFill>
                <a:latin typeface="微软雅黑" panose="020B0503020204020204" pitchFamily="34" charset="-122"/>
                <a:ea typeface="+mn-ea"/>
              </a:rPr>
              <a:t>1.  </a:t>
            </a:r>
            <a:r>
              <a:rPr lang="zh-CN" altLang="en-US" sz="1802" b="1">
                <a:solidFill>
                  <a:srgbClr val="FFFFFF"/>
                </a:solidFill>
                <a:latin typeface="微软雅黑" panose="020B0503020204020204" pitchFamily="34" charset="-122"/>
                <a:ea typeface="+mn-ea"/>
              </a:rPr>
              <a:t>建立递归方程</a:t>
            </a:r>
          </a:p>
        </p:txBody>
      </p:sp>
      <p:sp>
        <p:nvSpPr>
          <p:cNvPr id="4106" name="文本框 14">
            <a:extLst>
              <a:ext uri="{FF2B5EF4-FFF2-40B4-BE49-F238E27FC236}">
                <a16:creationId xmlns:a16="http://schemas.microsoft.com/office/drawing/2014/main" id="{1C86750A-963B-43E7-9634-1F138296E558}"/>
              </a:ext>
            </a:extLst>
          </p:cNvPr>
          <p:cNvSpPr txBox="1">
            <a:spLocks noChangeArrowheads="1"/>
          </p:cNvSpPr>
          <p:nvPr/>
        </p:nvSpPr>
        <p:spPr bwMode="auto">
          <a:xfrm>
            <a:off x="1928813" y="3520680"/>
            <a:ext cx="1962076" cy="291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ts val="2363"/>
              </a:lnSpc>
            </a:pPr>
            <a:r>
              <a:rPr lang="en-US" altLang="zh-CN" b="1">
                <a:solidFill>
                  <a:srgbClr val="FFFFFF"/>
                </a:solidFill>
                <a:latin typeface="微软雅黑" panose="020B0503020204020204" pitchFamily="34" charset="-122"/>
              </a:rPr>
              <a:t>2.  </a:t>
            </a:r>
            <a:r>
              <a:rPr lang="zh-CN" altLang="en-US" b="1">
                <a:solidFill>
                  <a:srgbClr val="FFFFFF"/>
                </a:solidFill>
                <a:latin typeface="微软雅黑" panose="020B0503020204020204" pitchFamily="34" charset="-122"/>
              </a:rPr>
              <a:t>求解该递归方程</a:t>
            </a:r>
          </a:p>
        </p:txBody>
      </p:sp>
      <p:sp>
        <p:nvSpPr>
          <p:cNvPr id="4107" name="文本框 15">
            <a:extLst>
              <a:ext uri="{FF2B5EF4-FFF2-40B4-BE49-F238E27FC236}">
                <a16:creationId xmlns:a16="http://schemas.microsoft.com/office/drawing/2014/main" id="{68E21FDA-E154-41C7-BFF9-3D54EC30308E}"/>
              </a:ext>
            </a:extLst>
          </p:cNvPr>
          <p:cNvSpPr txBox="1">
            <a:spLocks noChangeArrowheads="1"/>
          </p:cNvSpPr>
          <p:nvPr/>
        </p:nvSpPr>
        <p:spPr bwMode="auto">
          <a:xfrm>
            <a:off x="1928814" y="4537474"/>
            <a:ext cx="2885405" cy="291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ts val="2363"/>
              </a:lnSpc>
            </a:pPr>
            <a:r>
              <a:rPr lang="en-US" altLang="zh-CN" b="1">
                <a:solidFill>
                  <a:srgbClr val="FFFFFF"/>
                </a:solidFill>
                <a:latin typeface="微软雅黑" panose="020B0503020204020204" pitchFamily="34" charset="-122"/>
              </a:rPr>
              <a:t>3.  </a:t>
            </a:r>
            <a:r>
              <a:rPr lang="zh-CN" altLang="en-US" b="1">
                <a:solidFill>
                  <a:srgbClr val="FFFFFF"/>
                </a:solidFill>
                <a:latin typeface="微软雅黑" panose="020B0503020204020204" pitchFamily="34" charset="-122"/>
              </a:rPr>
              <a:t>用渐近符号表示函数的阶</a:t>
            </a:r>
          </a:p>
        </p:txBody>
      </p:sp>
      <p:cxnSp>
        <p:nvCxnSpPr>
          <p:cNvPr id="3" name="直接连接符 2">
            <a:extLst>
              <a:ext uri="{FF2B5EF4-FFF2-40B4-BE49-F238E27FC236}">
                <a16:creationId xmlns:a16="http://schemas.microsoft.com/office/drawing/2014/main" id="{E86EE161-DD6C-259A-201B-88F659D42DB9}"/>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myslide4">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A8D58132-45E9-46F1-8DA8-E9031A6972AF}"/>
              </a:ext>
            </a:extLst>
          </p:cNvPr>
          <p:cNvSpPr/>
          <p:nvPr/>
        </p:nvSpPr>
        <p:spPr>
          <a:xfrm>
            <a:off x="0" y="857250"/>
            <a:ext cx="9144000" cy="5133975"/>
          </a:xfrm>
          <a:custGeom>
            <a:avLst/>
            <a:gdLst/>
            <a:ahLst/>
            <a:cxnLst/>
            <a:rect l="0" t="0" r="0" b="0"/>
            <a:pathLst>
              <a:path w="12192001" h="6845301">
                <a:moveTo>
                  <a:pt x="0" y="0"/>
                </a:moveTo>
                <a:lnTo>
                  <a:pt x="12192000" y="0"/>
                </a:lnTo>
                <a:lnTo>
                  <a:pt x="12192000" y="6845300"/>
                </a:lnTo>
                <a:lnTo>
                  <a:pt x="0" y="6845300"/>
                </a:lnTo>
                <a:close/>
              </a:path>
            </a:pathLst>
          </a:custGeom>
          <a:solidFill>
            <a:srgbClr val="FFFFFF"/>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任意多边形: 形状 2">
            <a:extLst>
              <a:ext uri="{FF2B5EF4-FFF2-40B4-BE49-F238E27FC236}">
                <a16:creationId xmlns:a16="http://schemas.microsoft.com/office/drawing/2014/main" id="{6B8109EB-6D00-43C3-8ADE-89CB08704ABD}"/>
              </a:ext>
            </a:extLst>
          </p:cNvPr>
          <p:cNvSpPr/>
          <p:nvPr/>
        </p:nvSpPr>
        <p:spPr>
          <a:xfrm>
            <a:off x="386953" y="5766199"/>
            <a:ext cx="8757047" cy="53578"/>
          </a:xfrm>
          <a:custGeom>
            <a:avLst/>
            <a:gdLst/>
            <a:ahLst/>
            <a:cxnLst/>
            <a:rect l="0" t="0" r="0" b="0"/>
            <a:pathLst>
              <a:path w="11675999" h="72001">
                <a:moveTo>
                  <a:pt x="0" y="72000"/>
                </a:moveTo>
                <a:lnTo>
                  <a:pt x="11675998" y="72000"/>
                </a:lnTo>
                <a:lnTo>
                  <a:pt x="11675998" y="0"/>
                </a:lnTo>
                <a:lnTo>
                  <a:pt x="0" y="0"/>
                </a:lnTo>
                <a:close/>
              </a:path>
            </a:pathLst>
          </a:custGeom>
          <a:solidFill>
            <a:srgbClr val="BDD7EE"/>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5124" name="图片 4">
            <a:extLst>
              <a:ext uri="{FF2B5EF4-FFF2-40B4-BE49-F238E27FC236}">
                <a16:creationId xmlns:a16="http://schemas.microsoft.com/office/drawing/2014/main" id="{E8A6EBA2-7BE6-4AC3-815F-5FF4B831A5D9}"/>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47750"/>
            <a:ext cx="677227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5" name="图片 6">
            <a:extLst>
              <a:ext uri="{FF2B5EF4-FFF2-40B4-BE49-F238E27FC236}">
                <a16:creationId xmlns:a16="http://schemas.microsoft.com/office/drawing/2014/main" id="{8CAC5DCE-C769-46E4-9825-41F1EE55C5F7}"/>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6775" y="4238625"/>
            <a:ext cx="1628775"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文本框 13">
            <a:extLst>
              <a:ext uri="{FF2B5EF4-FFF2-40B4-BE49-F238E27FC236}">
                <a16:creationId xmlns:a16="http://schemas.microsoft.com/office/drawing/2014/main" id="{B2012DA5-36AC-4039-9E17-2D6304067AB3}"/>
              </a:ext>
            </a:extLst>
          </p:cNvPr>
          <p:cNvSpPr txBox="1"/>
          <p:nvPr/>
        </p:nvSpPr>
        <p:spPr>
          <a:xfrm>
            <a:off x="246460" y="5713810"/>
            <a:ext cx="72136" cy="142924"/>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902" b="1">
                <a:solidFill>
                  <a:srgbClr val="898989"/>
                </a:solidFill>
                <a:latin typeface="微软雅黑" panose="020B0503020204020204" pitchFamily="34" charset="-122"/>
                <a:ea typeface="+mn-ea"/>
              </a:rPr>
              <a:t>4</a:t>
            </a:r>
            <a:endParaRPr lang="zh-CN" altLang="en-US" sz="902" b="1">
              <a:solidFill>
                <a:srgbClr val="898989"/>
              </a:solidFill>
              <a:latin typeface="微软雅黑" panose="020B0503020204020204" pitchFamily="34" charset="-122"/>
              <a:ea typeface="+mn-ea"/>
            </a:endParaRPr>
          </a:p>
        </p:txBody>
      </p:sp>
      <p:sp>
        <p:nvSpPr>
          <p:cNvPr id="15" name="文本框 14">
            <a:extLst>
              <a:ext uri="{FF2B5EF4-FFF2-40B4-BE49-F238E27FC236}">
                <a16:creationId xmlns:a16="http://schemas.microsoft.com/office/drawing/2014/main" id="{740BD3C3-F271-4B22-B67B-81E1624B830F}"/>
              </a:ext>
            </a:extLst>
          </p:cNvPr>
          <p:cNvSpPr txBox="1"/>
          <p:nvPr/>
        </p:nvSpPr>
        <p:spPr>
          <a:xfrm>
            <a:off x="407194" y="1165622"/>
            <a:ext cx="5674630" cy="2795252"/>
          </a:xfrm>
          <a:prstGeom prst="rect">
            <a:avLst/>
          </a:prstGeom>
          <a:noFill/>
        </p:spPr>
        <p:txBody>
          <a:bodyPr wrap="none" lIns="0" tIns="0" rIns="0" bIns="0">
            <a:spAutoFit/>
          </a:bodyPr>
          <a:lstStyle/>
          <a:p>
            <a:pPr eaLnBrk="1" fontAlgn="auto" hangingPunct="1">
              <a:lnSpc>
                <a:spcPts val="3150"/>
              </a:lnSpc>
              <a:spcBef>
                <a:spcPts val="0"/>
              </a:spcBef>
              <a:spcAft>
                <a:spcPts val="0"/>
              </a:spcAft>
              <a:tabLst>
                <a:tab pos="47625" algn="l"/>
                <a:tab pos="457200" algn="l"/>
              </a:tabLst>
              <a:defRPr/>
            </a:pPr>
            <a:r>
              <a:rPr lang="zh-CN" altLang="en-US" sz="2403" b="1" dirty="0">
                <a:solidFill>
                  <a:srgbClr val="203864"/>
                </a:solidFill>
                <a:latin typeface="微软雅黑" panose="020B0503020204020204" pitchFamily="34" charset="-122"/>
                <a:ea typeface="+mn-ea"/>
              </a:rPr>
              <a:t>二、递归方程</a:t>
            </a:r>
          </a:p>
          <a:p>
            <a:pPr eaLnBrk="1" fontAlgn="auto" hangingPunct="1">
              <a:lnSpc>
                <a:spcPts val="750"/>
              </a:lnSpc>
              <a:spcBef>
                <a:spcPts val="0"/>
              </a:spcBef>
              <a:spcAft>
                <a:spcPts val="0"/>
              </a:spcAft>
              <a:tabLst>
                <a:tab pos="47625" algn="l"/>
                <a:tab pos="457200" algn="l"/>
              </a:tabLst>
              <a:defRPr/>
            </a:pPr>
            <a:endParaRPr lang="zh-CN" altLang="en-US" sz="2403" b="1" dirty="0">
              <a:solidFill>
                <a:srgbClr val="203864"/>
              </a:solidFill>
              <a:latin typeface="微软雅黑" panose="020B0503020204020204" pitchFamily="34" charset="-122"/>
              <a:ea typeface="+mn-ea"/>
            </a:endParaRPr>
          </a:p>
          <a:p>
            <a:pPr eaLnBrk="1" fontAlgn="auto" hangingPunct="1">
              <a:lnSpc>
                <a:spcPts val="750"/>
              </a:lnSpc>
              <a:spcBef>
                <a:spcPts val="0"/>
              </a:spcBef>
              <a:spcAft>
                <a:spcPts val="0"/>
              </a:spcAft>
              <a:tabLst>
                <a:tab pos="47625" algn="l"/>
                <a:tab pos="457200" algn="l"/>
              </a:tabLst>
              <a:defRPr/>
            </a:pPr>
            <a:endParaRPr lang="zh-CN" altLang="en-US" sz="2403" b="1" dirty="0">
              <a:solidFill>
                <a:srgbClr val="203864"/>
              </a:solidFill>
              <a:latin typeface="微软雅黑" panose="020B0503020204020204" pitchFamily="34" charset="-122"/>
              <a:ea typeface="+mn-ea"/>
            </a:endParaRPr>
          </a:p>
          <a:p>
            <a:pPr eaLnBrk="1" fontAlgn="auto" hangingPunct="1">
              <a:lnSpc>
                <a:spcPts val="750"/>
              </a:lnSpc>
              <a:spcBef>
                <a:spcPts val="0"/>
              </a:spcBef>
              <a:spcAft>
                <a:spcPts val="0"/>
              </a:spcAft>
              <a:tabLst>
                <a:tab pos="47625" algn="l"/>
                <a:tab pos="457200" algn="l"/>
              </a:tabLst>
              <a:defRPr/>
            </a:pPr>
            <a:endParaRPr lang="zh-CN" altLang="en-US" sz="2403" b="1" dirty="0">
              <a:solidFill>
                <a:srgbClr val="203864"/>
              </a:solidFill>
              <a:latin typeface="微软雅黑" panose="020B0503020204020204" pitchFamily="34" charset="-122"/>
              <a:ea typeface="+mn-ea"/>
            </a:endParaRPr>
          </a:p>
          <a:p>
            <a:pPr eaLnBrk="1" fontAlgn="auto" hangingPunct="1">
              <a:lnSpc>
                <a:spcPts val="750"/>
              </a:lnSpc>
              <a:spcBef>
                <a:spcPts val="0"/>
              </a:spcBef>
              <a:spcAft>
                <a:spcPts val="0"/>
              </a:spcAft>
              <a:tabLst>
                <a:tab pos="47625" algn="l"/>
                <a:tab pos="457200" algn="l"/>
              </a:tabLst>
              <a:defRPr/>
            </a:pPr>
            <a:endParaRPr lang="zh-CN" altLang="en-US" sz="2403" b="1" dirty="0">
              <a:solidFill>
                <a:srgbClr val="203864"/>
              </a:solidFill>
              <a:latin typeface="微软雅黑" panose="020B0503020204020204" pitchFamily="34" charset="-122"/>
              <a:ea typeface="+mn-ea"/>
            </a:endParaRPr>
          </a:p>
          <a:p>
            <a:pPr eaLnBrk="1" fontAlgn="auto" hangingPunct="1">
              <a:lnSpc>
                <a:spcPts val="750"/>
              </a:lnSpc>
              <a:spcBef>
                <a:spcPts val="0"/>
              </a:spcBef>
              <a:spcAft>
                <a:spcPts val="0"/>
              </a:spcAft>
              <a:tabLst>
                <a:tab pos="47625" algn="l"/>
                <a:tab pos="457200" algn="l"/>
              </a:tabLst>
              <a:defRPr/>
            </a:pPr>
            <a:endParaRPr lang="zh-CN" altLang="en-US" sz="2403" b="1" dirty="0">
              <a:solidFill>
                <a:srgbClr val="203864"/>
              </a:solidFill>
              <a:latin typeface="微软雅黑" panose="020B0503020204020204" pitchFamily="34" charset="-122"/>
              <a:ea typeface="+mn-ea"/>
            </a:endParaRPr>
          </a:p>
          <a:p>
            <a:pPr eaLnBrk="1" fontAlgn="auto" hangingPunct="1">
              <a:lnSpc>
                <a:spcPts val="750"/>
              </a:lnSpc>
              <a:spcBef>
                <a:spcPts val="0"/>
              </a:spcBef>
              <a:spcAft>
                <a:spcPts val="0"/>
              </a:spcAft>
              <a:tabLst>
                <a:tab pos="47625" algn="l"/>
                <a:tab pos="457200" algn="l"/>
              </a:tabLst>
              <a:defRPr/>
            </a:pPr>
            <a:endParaRPr lang="zh-CN" altLang="en-US" sz="2403" b="1" dirty="0">
              <a:solidFill>
                <a:srgbClr val="203864"/>
              </a:solidFill>
              <a:latin typeface="微软雅黑" panose="020B0503020204020204" pitchFamily="34" charset="-122"/>
              <a:ea typeface="+mn-ea"/>
            </a:endParaRPr>
          </a:p>
          <a:p>
            <a:pPr eaLnBrk="1" fontAlgn="auto" hangingPunct="1">
              <a:lnSpc>
                <a:spcPts val="750"/>
              </a:lnSpc>
              <a:spcBef>
                <a:spcPts val="0"/>
              </a:spcBef>
              <a:spcAft>
                <a:spcPts val="0"/>
              </a:spcAft>
              <a:tabLst>
                <a:tab pos="47625" algn="l"/>
                <a:tab pos="457200" algn="l"/>
              </a:tabLst>
              <a:defRPr/>
            </a:pPr>
            <a:endParaRPr lang="zh-CN" altLang="en-US" sz="2403" b="1" dirty="0">
              <a:solidFill>
                <a:srgbClr val="203864"/>
              </a:solidFill>
              <a:latin typeface="微软雅黑" panose="020B0503020204020204" pitchFamily="34" charset="-122"/>
              <a:ea typeface="+mn-ea"/>
            </a:endParaRPr>
          </a:p>
          <a:p>
            <a:pPr eaLnBrk="1" fontAlgn="auto" hangingPunct="1">
              <a:lnSpc>
                <a:spcPts val="3223"/>
              </a:lnSpc>
              <a:spcBef>
                <a:spcPts val="0"/>
              </a:spcBef>
              <a:spcAft>
                <a:spcPts val="0"/>
              </a:spcAft>
              <a:tabLst>
                <a:tab pos="47625" algn="l"/>
                <a:tab pos="457200" algn="l"/>
              </a:tabLst>
              <a:defRPr/>
            </a:pPr>
            <a:r>
              <a:rPr lang="zh-CN" altLang="en-US" sz="2403" b="1" dirty="0">
                <a:solidFill>
                  <a:srgbClr val="203864"/>
                </a:solidFill>
                <a:latin typeface="微软雅黑" panose="020B0503020204020204" pitchFamily="34" charset="-122"/>
                <a:ea typeface="+mn-ea"/>
              </a:rPr>
              <a:t>	</a:t>
            </a:r>
            <a:r>
              <a:rPr lang="zh-CN" altLang="en-US" sz="2099" dirty="0">
                <a:solidFill>
                  <a:srgbClr val="ED7D31"/>
                </a:solidFill>
                <a:latin typeface="Wingdings" panose="05000000000000000000" pitchFamily="2" charset="2"/>
                <a:ea typeface="+mn-ea"/>
              </a:rPr>
              <a:t> </a:t>
            </a:r>
            <a:r>
              <a:rPr lang="zh-CN" altLang="en-US" sz="2099" b="1" dirty="0">
                <a:solidFill>
                  <a:srgbClr val="203864"/>
                </a:solidFill>
                <a:latin typeface="微软雅黑" panose="020B0503020204020204" pitchFamily="34" charset="-122"/>
                <a:ea typeface="+mn-ea"/>
              </a:rPr>
              <a:t>递归方程是一个等式或不等式，它通过更小</a:t>
            </a:r>
          </a:p>
          <a:p>
            <a:pPr eaLnBrk="1" fontAlgn="auto" hangingPunct="1">
              <a:lnSpc>
                <a:spcPts val="3023"/>
              </a:lnSpc>
              <a:spcBef>
                <a:spcPts val="0"/>
              </a:spcBef>
              <a:spcAft>
                <a:spcPts val="0"/>
              </a:spcAft>
              <a:tabLst>
                <a:tab pos="47625" algn="l"/>
                <a:tab pos="457200" algn="l"/>
              </a:tabLst>
              <a:defRPr/>
            </a:pPr>
            <a:r>
              <a:rPr lang="zh-CN" altLang="en-US" sz="2099" b="1" dirty="0">
                <a:solidFill>
                  <a:srgbClr val="203864"/>
                </a:solidFill>
                <a:latin typeface="微软雅黑" panose="020B0503020204020204" pitchFamily="34" charset="-122"/>
                <a:ea typeface="+mn-ea"/>
              </a:rPr>
              <a:t>		</a:t>
            </a:r>
            <a:r>
              <a:rPr lang="zh-CN" altLang="en-US" sz="2097" b="1" dirty="0">
                <a:solidFill>
                  <a:srgbClr val="203864"/>
                </a:solidFill>
                <a:latin typeface="微软雅黑" panose="020B0503020204020204" pitchFamily="34" charset="-122"/>
                <a:ea typeface="+mn-ea"/>
              </a:rPr>
              <a:t>的输入上的函数值来描述一个函数。</a:t>
            </a:r>
          </a:p>
          <a:p>
            <a:pPr eaLnBrk="1" fontAlgn="auto" hangingPunct="1">
              <a:lnSpc>
                <a:spcPts val="750"/>
              </a:lnSpc>
              <a:spcBef>
                <a:spcPts val="0"/>
              </a:spcBef>
              <a:spcAft>
                <a:spcPts val="0"/>
              </a:spcAft>
              <a:tabLst>
                <a:tab pos="47625" algn="l"/>
                <a:tab pos="457200" algn="l"/>
              </a:tabLst>
              <a:defRPr/>
            </a:pPr>
            <a:endParaRPr lang="zh-CN" altLang="en-US" sz="2097" b="1" dirty="0">
              <a:solidFill>
                <a:srgbClr val="203864"/>
              </a:solidFill>
              <a:latin typeface="微软雅黑" panose="020B0503020204020204" pitchFamily="34" charset="-122"/>
              <a:ea typeface="+mn-ea"/>
            </a:endParaRPr>
          </a:p>
          <a:p>
            <a:pPr eaLnBrk="1" fontAlgn="auto" hangingPunct="1">
              <a:lnSpc>
                <a:spcPts val="3176"/>
              </a:lnSpc>
              <a:spcBef>
                <a:spcPts val="0"/>
              </a:spcBef>
              <a:spcAft>
                <a:spcPts val="0"/>
              </a:spcAft>
              <a:tabLst>
                <a:tab pos="47625" algn="l"/>
                <a:tab pos="457200" algn="l"/>
              </a:tabLst>
              <a:defRPr/>
            </a:pPr>
            <a:r>
              <a:rPr lang="zh-CN" altLang="en-US" sz="2097" b="1" dirty="0">
                <a:solidFill>
                  <a:srgbClr val="203864"/>
                </a:solidFill>
                <a:latin typeface="微软雅黑" panose="020B0503020204020204" pitchFamily="34" charset="-122"/>
                <a:ea typeface="+mn-ea"/>
              </a:rPr>
              <a:t>	</a:t>
            </a:r>
            <a:r>
              <a:rPr lang="zh-CN" altLang="en-US" sz="2097" dirty="0">
                <a:solidFill>
                  <a:srgbClr val="ED7D31"/>
                </a:solidFill>
                <a:latin typeface="Wingdings" panose="05000000000000000000" pitchFamily="2" charset="2"/>
                <a:ea typeface="+mn-ea"/>
              </a:rPr>
              <a:t> </a:t>
            </a:r>
            <a:r>
              <a:rPr lang="zh-CN" altLang="en-US" sz="2097" b="1" dirty="0">
                <a:solidFill>
                  <a:srgbClr val="203864"/>
                </a:solidFill>
                <a:latin typeface="微软雅黑" panose="020B0503020204020204" pitchFamily="34" charset="-122"/>
                <a:ea typeface="+mn-ea"/>
              </a:rPr>
              <a:t>当一个算法包含对其自身的递归调用时，可</a:t>
            </a:r>
          </a:p>
          <a:p>
            <a:pPr eaLnBrk="1" fontAlgn="auto" hangingPunct="1">
              <a:lnSpc>
                <a:spcPts val="3024"/>
              </a:lnSpc>
              <a:spcBef>
                <a:spcPts val="0"/>
              </a:spcBef>
              <a:spcAft>
                <a:spcPts val="0"/>
              </a:spcAft>
              <a:tabLst>
                <a:tab pos="47625" algn="l"/>
                <a:tab pos="457200" algn="l"/>
              </a:tabLst>
              <a:defRPr/>
            </a:pPr>
            <a:r>
              <a:rPr lang="zh-CN" altLang="en-US" sz="2097" b="1" dirty="0">
                <a:solidFill>
                  <a:srgbClr val="203864"/>
                </a:solidFill>
                <a:latin typeface="微软雅黑" panose="020B0503020204020204" pitchFamily="34" charset="-122"/>
                <a:ea typeface="+mn-ea"/>
              </a:rPr>
              <a:t>		以用递归方程来表示其运行时间。</a:t>
            </a:r>
          </a:p>
        </p:txBody>
      </p:sp>
      <p:cxnSp>
        <p:nvCxnSpPr>
          <p:cNvPr id="4" name="直接连接符 3">
            <a:extLst>
              <a:ext uri="{FF2B5EF4-FFF2-40B4-BE49-F238E27FC236}">
                <a16:creationId xmlns:a16="http://schemas.microsoft.com/office/drawing/2014/main" id="{41914E5F-B4BC-6F92-07BC-826FB2FA9FA3}"/>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myslide5">
    <p:spTree>
      <p:nvGrpSpPr>
        <p:cNvPr id="1" name=""/>
        <p:cNvGrpSpPr/>
        <p:nvPr/>
      </p:nvGrpSpPr>
      <p:grpSpPr>
        <a:xfrm>
          <a:off x="0" y="0"/>
          <a:ext cx="0" cy="0"/>
          <a:chOff x="0" y="0"/>
          <a:chExt cx="0" cy="0"/>
        </a:xfrm>
      </p:grpSpPr>
      <p:sp>
        <p:nvSpPr>
          <p:cNvPr id="3" name="任意多边形: 形状 2">
            <a:extLst>
              <a:ext uri="{FF2B5EF4-FFF2-40B4-BE49-F238E27FC236}">
                <a16:creationId xmlns:a16="http://schemas.microsoft.com/office/drawing/2014/main" id="{8DFEC0B3-CAC6-42ED-99CB-20F038B960F1}"/>
              </a:ext>
            </a:extLst>
          </p:cNvPr>
          <p:cNvSpPr/>
          <p:nvPr/>
        </p:nvSpPr>
        <p:spPr>
          <a:xfrm>
            <a:off x="386953" y="5766199"/>
            <a:ext cx="8757047" cy="53578"/>
          </a:xfrm>
          <a:custGeom>
            <a:avLst/>
            <a:gdLst/>
            <a:ahLst/>
            <a:cxnLst/>
            <a:rect l="0" t="0" r="0" b="0"/>
            <a:pathLst>
              <a:path w="11675999" h="72001">
                <a:moveTo>
                  <a:pt x="0" y="72000"/>
                </a:moveTo>
                <a:lnTo>
                  <a:pt x="11675998" y="72000"/>
                </a:lnTo>
                <a:lnTo>
                  <a:pt x="11675998" y="0"/>
                </a:lnTo>
                <a:lnTo>
                  <a:pt x="0" y="0"/>
                </a:lnTo>
                <a:close/>
              </a:path>
            </a:pathLst>
          </a:custGeom>
          <a:solidFill>
            <a:srgbClr val="BDD7EE"/>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任意多边形: 形状 3">
            <a:extLst>
              <a:ext uri="{FF2B5EF4-FFF2-40B4-BE49-F238E27FC236}">
                <a16:creationId xmlns:a16="http://schemas.microsoft.com/office/drawing/2014/main" id="{81A4607E-AE65-44CF-A1EE-D8EBCFC03EDA}"/>
              </a:ext>
            </a:extLst>
          </p:cNvPr>
          <p:cNvSpPr/>
          <p:nvPr/>
        </p:nvSpPr>
        <p:spPr>
          <a:xfrm>
            <a:off x="3449241" y="2999102"/>
            <a:ext cx="2143125" cy="1191"/>
          </a:xfrm>
          <a:custGeom>
            <a:avLst/>
            <a:gdLst/>
            <a:ahLst/>
            <a:cxnLst/>
            <a:rect l="0" t="0" r="0" b="0"/>
            <a:pathLst>
              <a:path w="2857501" h="1525">
                <a:moveTo>
                  <a:pt x="0" y="0"/>
                </a:moveTo>
                <a:lnTo>
                  <a:pt x="2857500" y="1524"/>
                </a:lnTo>
              </a:path>
            </a:pathLst>
          </a:custGeom>
          <a:ln w="38100" cap="flat" cmpd="sng" algn="ctr">
            <a:solidFill>
              <a:srgbClr val="203864"/>
            </a:solidFill>
            <a:prstDash val="dash"/>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zh-CN" altLang="en-US"/>
          </a:p>
        </p:txBody>
      </p:sp>
      <p:sp>
        <p:nvSpPr>
          <p:cNvPr id="5" name="任意多边形: 形状 4">
            <a:extLst>
              <a:ext uri="{FF2B5EF4-FFF2-40B4-BE49-F238E27FC236}">
                <a16:creationId xmlns:a16="http://schemas.microsoft.com/office/drawing/2014/main" id="{442E47BF-05FA-49DE-8C90-B9923AD387C7}"/>
              </a:ext>
            </a:extLst>
          </p:cNvPr>
          <p:cNvSpPr/>
          <p:nvPr/>
        </p:nvSpPr>
        <p:spPr>
          <a:xfrm>
            <a:off x="3392091" y="3790870"/>
            <a:ext cx="2313384" cy="1190"/>
          </a:xfrm>
          <a:custGeom>
            <a:avLst/>
            <a:gdLst/>
            <a:ahLst/>
            <a:cxnLst/>
            <a:rect l="0" t="0" r="0" b="0"/>
            <a:pathLst>
              <a:path w="3084324" h="1779">
                <a:moveTo>
                  <a:pt x="0" y="0"/>
                </a:moveTo>
                <a:lnTo>
                  <a:pt x="3084323" y="1778"/>
                </a:lnTo>
              </a:path>
            </a:pathLst>
          </a:custGeom>
          <a:ln w="38100" cap="flat" cmpd="sng" algn="ctr">
            <a:solidFill>
              <a:srgbClr val="203864"/>
            </a:solidFill>
            <a:prstDash val="dash"/>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zh-CN" altLang="en-US"/>
          </a:p>
        </p:txBody>
      </p:sp>
      <p:sp>
        <p:nvSpPr>
          <p:cNvPr id="6" name="任意多边形: 形状 5">
            <a:extLst>
              <a:ext uri="{FF2B5EF4-FFF2-40B4-BE49-F238E27FC236}">
                <a16:creationId xmlns:a16="http://schemas.microsoft.com/office/drawing/2014/main" id="{CC16E849-41DC-4FC1-8299-7BECF1FC184C}"/>
              </a:ext>
            </a:extLst>
          </p:cNvPr>
          <p:cNvSpPr/>
          <p:nvPr/>
        </p:nvSpPr>
        <p:spPr>
          <a:xfrm>
            <a:off x="3392091" y="4281408"/>
            <a:ext cx="2313384" cy="1190"/>
          </a:xfrm>
          <a:custGeom>
            <a:avLst/>
            <a:gdLst/>
            <a:ahLst/>
            <a:cxnLst/>
            <a:rect l="0" t="0" r="0" b="0"/>
            <a:pathLst>
              <a:path w="3084324" h="1779">
                <a:moveTo>
                  <a:pt x="0" y="0"/>
                </a:moveTo>
                <a:lnTo>
                  <a:pt x="3084323" y="1778"/>
                </a:lnTo>
              </a:path>
            </a:pathLst>
          </a:custGeom>
          <a:ln w="38100" cap="flat" cmpd="sng" algn="ctr">
            <a:solidFill>
              <a:srgbClr val="203864"/>
            </a:solidFill>
            <a:prstDash val="dash"/>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zh-CN" altLang="en-US"/>
          </a:p>
        </p:txBody>
      </p:sp>
      <p:sp>
        <p:nvSpPr>
          <p:cNvPr id="7" name="任意多边形: 形状 6">
            <a:extLst>
              <a:ext uri="{FF2B5EF4-FFF2-40B4-BE49-F238E27FC236}">
                <a16:creationId xmlns:a16="http://schemas.microsoft.com/office/drawing/2014/main" id="{A059931F-A846-474C-A2A6-221E4805507E}"/>
              </a:ext>
            </a:extLst>
          </p:cNvPr>
          <p:cNvSpPr/>
          <p:nvPr/>
        </p:nvSpPr>
        <p:spPr>
          <a:xfrm>
            <a:off x="4535091" y="4048045"/>
            <a:ext cx="1252538" cy="2381"/>
          </a:xfrm>
          <a:custGeom>
            <a:avLst/>
            <a:gdLst/>
            <a:ahLst/>
            <a:cxnLst/>
            <a:rect l="0" t="0" r="0" b="0"/>
            <a:pathLst>
              <a:path w="1670813" h="2795">
                <a:moveTo>
                  <a:pt x="0" y="0"/>
                </a:moveTo>
                <a:lnTo>
                  <a:pt x="1670812" y="2794"/>
                </a:lnTo>
              </a:path>
            </a:pathLst>
          </a:custGeom>
          <a:ln w="38100" cap="flat" cmpd="sng" algn="ctr">
            <a:solidFill>
              <a:srgbClr val="203864"/>
            </a:solidFill>
            <a:prstDash val="dash"/>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zh-CN" altLang="en-US"/>
          </a:p>
        </p:txBody>
      </p:sp>
      <p:sp>
        <p:nvSpPr>
          <p:cNvPr id="8" name="任意多边形: 形状 7">
            <a:extLst>
              <a:ext uri="{FF2B5EF4-FFF2-40B4-BE49-F238E27FC236}">
                <a16:creationId xmlns:a16="http://schemas.microsoft.com/office/drawing/2014/main" id="{702A136B-BF79-418C-90E1-171CA07905CC}"/>
              </a:ext>
            </a:extLst>
          </p:cNvPr>
          <p:cNvSpPr/>
          <p:nvPr/>
        </p:nvSpPr>
        <p:spPr>
          <a:xfrm>
            <a:off x="4138612" y="3396773"/>
            <a:ext cx="1453754" cy="3572"/>
          </a:xfrm>
          <a:custGeom>
            <a:avLst/>
            <a:gdLst/>
            <a:ahLst/>
            <a:cxnLst/>
            <a:rect l="0" t="0" r="0" b="0"/>
            <a:pathLst>
              <a:path w="1937894" h="3303">
                <a:moveTo>
                  <a:pt x="0" y="0"/>
                </a:moveTo>
                <a:lnTo>
                  <a:pt x="1937893" y="3302"/>
                </a:lnTo>
              </a:path>
            </a:pathLst>
          </a:custGeom>
          <a:ln w="38100" cap="flat" cmpd="sng" algn="ctr">
            <a:solidFill>
              <a:srgbClr val="203864"/>
            </a:solidFill>
            <a:prstDash val="dash"/>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txBody>
          <a:bodyPr anchor="ctr"/>
          <a:lstStyle/>
          <a:p>
            <a:pPr algn="ctr" eaLnBrk="1" fontAlgn="auto" hangingPunct="1">
              <a:spcBef>
                <a:spcPts val="0"/>
              </a:spcBef>
              <a:spcAft>
                <a:spcPts val="0"/>
              </a:spcAft>
              <a:defRPr/>
            </a:pPr>
            <a:endParaRPr lang="zh-CN" altLang="en-US"/>
          </a:p>
        </p:txBody>
      </p:sp>
      <p:pic>
        <p:nvPicPr>
          <p:cNvPr id="6153" name="图片 9">
            <a:extLst>
              <a:ext uri="{FF2B5EF4-FFF2-40B4-BE49-F238E27FC236}">
                <a16:creationId xmlns:a16="http://schemas.microsoft.com/office/drawing/2014/main" id="{CD3CF9B9-050B-48A9-9DE2-FB9461FFE77E}"/>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1047750"/>
            <a:ext cx="677227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7" name="表格 16">
            <a:extLst>
              <a:ext uri="{FF2B5EF4-FFF2-40B4-BE49-F238E27FC236}">
                <a16:creationId xmlns:a16="http://schemas.microsoft.com/office/drawing/2014/main" id="{9F72CCCF-6710-42BC-8DDC-196BE4814273}"/>
              </a:ext>
            </a:extLst>
          </p:cNvPr>
          <p:cNvGraphicFramePr>
            <a:graphicFrameLocks noGrp="1"/>
          </p:cNvGraphicFramePr>
          <p:nvPr>
            <p:extLst>
              <p:ext uri="{D42A27DB-BD31-4B8C-83A1-F6EECF244321}">
                <p14:modId xmlns:p14="http://schemas.microsoft.com/office/powerpoint/2010/main" val="4000423269"/>
              </p:ext>
            </p:extLst>
          </p:nvPr>
        </p:nvGraphicFramePr>
        <p:xfrm>
          <a:off x="428625" y="2575323"/>
          <a:ext cx="4292204" cy="2435670"/>
        </p:xfrm>
        <a:graphic>
          <a:graphicData uri="http://schemas.openxmlformats.org/drawingml/2006/table">
            <a:tbl>
              <a:tblPr firstRow="1" bandRow="1">
                <a:tableStyleId>{5C22544A-7EE6-4342-B048-85BDC9FD1C3A}</a:tableStyleId>
              </a:tblPr>
              <a:tblGrid>
                <a:gridCol w="4292204">
                  <a:extLst>
                    <a:ext uri="{9D8B030D-6E8A-4147-A177-3AD203B41FA5}">
                      <a16:colId xmlns:a16="http://schemas.microsoft.com/office/drawing/2014/main" val="20000"/>
                    </a:ext>
                  </a:extLst>
                </a:gridCol>
              </a:tblGrid>
              <a:tr h="1939528">
                <a:tc>
                  <a:txBody>
                    <a:bodyPr/>
                    <a:lstStyle/>
                    <a:p>
                      <a:pPr marL="0" algn="l" defTabSz="914400" rtl="0" eaLnBrk="1" latinLnBrk="0" hangingPunct="1">
                        <a:lnSpc>
                          <a:spcPts val="1995"/>
                        </a:lnSpc>
                        <a:spcBef>
                          <a:spcPts val="0"/>
                        </a:spcBef>
                        <a:spcAft>
                          <a:spcPts val="0"/>
                        </a:spcAft>
                        <a:tabLst>
                          <a:tab pos="228600" algn="l"/>
                          <a:tab pos="457200" algn="l"/>
                          <a:tab pos="1028700" algn="l"/>
                        </a:tabLst>
                      </a:pPr>
                      <a:r>
                        <a:rPr lang="en-US" altLang="zh-CN" sz="1400" b="1" i="0" dirty="0">
                          <a:solidFill>
                            <a:srgbClr val="000000"/>
                          </a:solidFill>
                          <a:latin typeface="Times New Roman" panose="02020603050405020304" pitchFamily="18" charset="0"/>
                        </a:rPr>
                        <a:t>void Hanoi(int </a:t>
                      </a:r>
                      <a:r>
                        <a:rPr lang="en-US" altLang="zh-CN" sz="1400" b="1" i="0" dirty="0" err="1">
                          <a:solidFill>
                            <a:srgbClr val="000000"/>
                          </a:solidFill>
                          <a:latin typeface="Times New Roman" panose="02020603050405020304" pitchFamily="18" charset="0"/>
                        </a:rPr>
                        <a:t>n,char</a:t>
                      </a:r>
                      <a:r>
                        <a:rPr lang="en-US" altLang="zh-CN" sz="1400" b="1" i="0" dirty="0">
                          <a:solidFill>
                            <a:srgbClr val="000000"/>
                          </a:solidFill>
                          <a:latin typeface="Times New Roman" panose="02020603050405020304" pitchFamily="18" charset="0"/>
                        </a:rPr>
                        <a:t> </a:t>
                      </a:r>
                      <a:r>
                        <a:rPr lang="en-US" altLang="zh-CN" sz="1400" b="1" i="0" dirty="0" err="1">
                          <a:solidFill>
                            <a:srgbClr val="000000"/>
                          </a:solidFill>
                          <a:latin typeface="Times New Roman" panose="02020603050405020304" pitchFamily="18" charset="0"/>
                        </a:rPr>
                        <a:t>A,char</a:t>
                      </a:r>
                      <a:r>
                        <a:rPr lang="en-US" altLang="zh-CN" sz="1400" b="1" i="0" dirty="0">
                          <a:solidFill>
                            <a:srgbClr val="000000"/>
                          </a:solidFill>
                          <a:latin typeface="Times New Roman" panose="02020603050405020304" pitchFamily="18" charset="0"/>
                        </a:rPr>
                        <a:t> </a:t>
                      </a:r>
                      <a:r>
                        <a:rPr lang="en-US" altLang="zh-CN" sz="1400" b="1" i="0" dirty="0" err="1">
                          <a:solidFill>
                            <a:srgbClr val="000000"/>
                          </a:solidFill>
                          <a:latin typeface="Times New Roman" panose="02020603050405020304" pitchFamily="18" charset="0"/>
                        </a:rPr>
                        <a:t>B,char</a:t>
                      </a:r>
                      <a:r>
                        <a:rPr lang="en-US" altLang="zh-CN" sz="1400" b="1" i="0" dirty="0">
                          <a:solidFill>
                            <a:srgbClr val="000000"/>
                          </a:solidFill>
                          <a:latin typeface="Times New Roman" panose="02020603050405020304" pitchFamily="18" charset="0"/>
                        </a:rPr>
                        <a:t> C)</a:t>
                      </a:r>
                    </a:p>
                    <a:p>
                      <a:pPr marL="0" algn="l" defTabSz="914400" rtl="0" eaLnBrk="1" latinLnBrk="0" hangingPunct="1">
                        <a:lnSpc>
                          <a:spcPts val="2159"/>
                        </a:lnSpc>
                        <a:spcBef>
                          <a:spcPts val="0"/>
                        </a:spcBef>
                        <a:spcAft>
                          <a:spcPts val="0"/>
                        </a:spcAft>
                        <a:tabLst>
                          <a:tab pos="228600" algn="l"/>
                          <a:tab pos="457200" algn="l"/>
                          <a:tab pos="1028700" algn="l"/>
                        </a:tabLst>
                      </a:pPr>
                      <a:r>
                        <a:rPr lang="en-US" altLang="zh-CN" sz="1400" b="1" i="0" dirty="0">
                          <a:solidFill>
                            <a:srgbClr val="000000"/>
                          </a:solidFill>
                          <a:latin typeface="Times New Roman" panose="02020603050405020304" pitchFamily="18" charset="0"/>
                        </a:rPr>
                        <a:t>{  if (n==1)</a:t>
                      </a:r>
                    </a:p>
                    <a:p>
                      <a:pPr marL="0" algn="l" defTabSz="914400" rtl="0" eaLnBrk="1" latinLnBrk="0" hangingPunct="1">
                        <a:lnSpc>
                          <a:spcPts val="2184"/>
                        </a:lnSpc>
                        <a:spcBef>
                          <a:spcPts val="0"/>
                        </a:spcBef>
                        <a:spcAft>
                          <a:spcPts val="0"/>
                        </a:spcAft>
                        <a:tabLst>
                          <a:tab pos="228600" algn="l"/>
                          <a:tab pos="457200" algn="l"/>
                          <a:tab pos="1028700" algn="l"/>
                        </a:tabLst>
                      </a:pPr>
                      <a:r>
                        <a:rPr lang="en-US" altLang="zh-CN" sz="1400" b="1" i="0" dirty="0">
                          <a:solidFill>
                            <a:srgbClr val="000000"/>
                          </a:solidFill>
                          <a:latin typeface="Times New Roman" panose="02020603050405020304" pitchFamily="18" charset="0"/>
                        </a:rPr>
                        <a:t>		</a:t>
                      </a:r>
                      <a:r>
                        <a:rPr lang="en-US" altLang="zh-CN" sz="1400" b="1" i="0" dirty="0" err="1">
                          <a:solidFill>
                            <a:srgbClr val="000000"/>
                          </a:solidFill>
                          <a:latin typeface="Times New Roman" panose="02020603050405020304" pitchFamily="18" charset="0"/>
                        </a:rPr>
                        <a:t>printf</a:t>
                      </a:r>
                      <a:r>
                        <a:rPr lang="en-US" altLang="zh-CN" sz="1400" b="1" i="0" dirty="0">
                          <a:solidFill>
                            <a:srgbClr val="000000"/>
                          </a:solidFill>
                          <a:latin typeface="Times New Roman" panose="02020603050405020304" pitchFamily="18" charset="0"/>
                        </a:rPr>
                        <a:t>("</a:t>
                      </a:r>
                      <a:r>
                        <a:rPr lang="zh-CN" altLang="en-US" sz="1400" b="1" i="0" dirty="0">
                          <a:solidFill>
                            <a:srgbClr val="000000"/>
                          </a:solidFill>
                          <a:latin typeface="楷体" panose="02010609060101010101" pitchFamily="49" charset="-122"/>
                        </a:rPr>
                        <a:t>将盘片</a:t>
                      </a:r>
                      <a:r>
                        <a:rPr lang="en-US" altLang="zh-CN" sz="1400" b="1" i="0" dirty="0">
                          <a:solidFill>
                            <a:srgbClr val="000000"/>
                          </a:solidFill>
                          <a:latin typeface="Times New Roman" panose="02020603050405020304" pitchFamily="18" charset="0"/>
                        </a:rPr>
                        <a:t>%d</a:t>
                      </a:r>
                      <a:r>
                        <a:rPr lang="zh-CN" altLang="en-US" sz="1400" b="1" i="0" dirty="0">
                          <a:solidFill>
                            <a:srgbClr val="000000"/>
                          </a:solidFill>
                          <a:latin typeface="楷体" panose="02010609060101010101" pitchFamily="49" charset="-122"/>
                        </a:rPr>
                        <a:t>从</a:t>
                      </a:r>
                      <a:r>
                        <a:rPr lang="en-US" altLang="zh-CN" sz="1400" b="1" i="0" dirty="0">
                          <a:solidFill>
                            <a:srgbClr val="000000"/>
                          </a:solidFill>
                          <a:latin typeface="Times New Roman" panose="02020603050405020304" pitchFamily="18" charset="0"/>
                        </a:rPr>
                        <a:t>%c</a:t>
                      </a:r>
                      <a:r>
                        <a:rPr lang="zh-CN" altLang="en-US" sz="1400" b="1" i="0" dirty="0">
                          <a:solidFill>
                            <a:srgbClr val="000000"/>
                          </a:solidFill>
                          <a:latin typeface="楷体" panose="02010609060101010101" pitchFamily="49" charset="-122"/>
                        </a:rPr>
                        <a:t>搬到</a:t>
                      </a:r>
                      <a:r>
                        <a:rPr lang="en-US" altLang="zh-CN" sz="1400" b="1" i="0" dirty="0">
                          <a:solidFill>
                            <a:srgbClr val="000000"/>
                          </a:solidFill>
                          <a:latin typeface="Times New Roman" panose="02020603050405020304" pitchFamily="18" charset="0"/>
                        </a:rPr>
                        <a:t>%c\n“,</a:t>
                      </a:r>
                      <a:r>
                        <a:rPr lang="en-US" altLang="zh-CN" sz="1400" b="1" i="0" dirty="0" err="1">
                          <a:solidFill>
                            <a:srgbClr val="000000"/>
                          </a:solidFill>
                          <a:latin typeface="Times New Roman" panose="02020603050405020304" pitchFamily="18" charset="0"/>
                        </a:rPr>
                        <a:t>n,A,C</a:t>
                      </a:r>
                      <a:r>
                        <a:rPr lang="en-US" altLang="zh-CN" sz="1400" b="1" i="0" dirty="0">
                          <a:solidFill>
                            <a:srgbClr val="000000"/>
                          </a:solidFill>
                          <a:latin typeface="Times New Roman" panose="02020603050405020304" pitchFamily="18" charset="0"/>
                        </a:rPr>
                        <a:t>);</a:t>
                      </a:r>
                    </a:p>
                    <a:p>
                      <a:pPr marL="0" algn="l" defTabSz="914400" rtl="0" eaLnBrk="1" latinLnBrk="0" hangingPunct="1">
                        <a:lnSpc>
                          <a:spcPts val="2136"/>
                        </a:lnSpc>
                        <a:spcBef>
                          <a:spcPts val="0"/>
                        </a:spcBef>
                        <a:spcAft>
                          <a:spcPts val="0"/>
                        </a:spcAft>
                        <a:tabLst>
                          <a:tab pos="228600" algn="l"/>
                          <a:tab pos="457200" algn="l"/>
                          <a:tab pos="1028700" algn="l"/>
                        </a:tabLst>
                      </a:pPr>
                      <a:r>
                        <a:rPr lang="en-US" altLang="zh-CN" sz="1400" b="1" i="0" dirty="0">
                          <a:solidFill>
                            <a:srgbClr val="000000"/>
                          </a:solidFill>
                          <a:latin typeface="Times New Roman" panose="02020603050405020304" pitchFamily="18" charset="0"/>
                        </a:rPr>
                        <a:t>	else</a:t>
                      </a:r>
                    </a:p>
                    <a:p>
                      <a:pPr marL="0" algn="l" defTabSz="914400" rtl="0" eaLnBrk="1" latinLnBrk="0" hangingPunct="1">
                        <a:lnSpc>
                          <a:spcPts val="2160"/>
                        </a:lnSpc>
                        <a:spcBef>
                          <a:spcPts val="0"/>
                        </a:spcBef>
                        <a:spcAft>
                          <a:spcPts val="0"/>
                        </a:spcAft>
                        <a:tabLst>
                          <a:tab pos="228600" algn="l"/>
                          <a:tab pos="457200" algn="l"/>
                          <a:tab pos="1028700" algn="l"/>
                        </a:tabLst>
                      </a:pPr>
                      <a:r>
                        <a:rPr lang="en-US" altLang="zh-CN" sz="1400" b="1" i="0" dirty="0">
                          <a:solidFill>
                            <a:srgbClr val="000000"/>
                          </a:solidFill>
                          <a:latin typeface="Times New Roman" panose="02020603050405020304" pitchFamily="18" charset="0"/>
                        </a:rPr>
                        <a:t>	{               Hanoi(n-1,A,C,B);</a:t>
                      </a:r>
                    </a:p>
                    <a:p>
                      <a:pPr marL="0" algn="l" defTabSz="914400" rtl="0" eaLnBrk="1" latinLnBrk="0" hangingPunct="1">
                        <a:lnSpc>
                          <a:spcPts val="2187"/>
                        </a:lnSpc>
                        <a:spcBef>
                          <a:spcPts val="0"/>
                        </a:spcBef>
                        <a:spcAft>
                          <a:spcPts val="0"/>
                        </a:spcAft>
                        <a:tabLst>
                          <a:tab pos="228600" algn="l"/>
                          <a:tab pos="457200" algn="l"/>
                          <a:tab pos="1028700" algn="l"/>
                        </a:tabLst>
                      </a:pPr>
                      <a:r>
                        <a:rPr lang="en-US" altLang="zh-CN" sz="1400" b="1" i="0" dirty="0">
                          <a:solidFill>
                            <a:srgbClr val="000000"/>
                          </a:solidFill>
                          <a:latin typeface="Times New Roman" panose="02020603050405020304" pitchFamily="18" charset="0"/>
                        </a:rPr>
                        <a:t>			</a:t>
                      </a:r>
                      <a:r>
                        <a:rPr lang="en-US" altLang="zh-CN" sz="1400" b="1" i="0" dirty="0" err="1">
                          <a:solidFill>
                            <a:srgbClr val="000000"/>
                          </a:solidFill>
                          <a:latin typeface="Times New Roman" panose="02020603050405020304" pitchFamily="18" charset="0"/>
                        </a:rPr>
                        <a:t>printf</a:t>
                      </a:r>
                      <a:r>
                        <a:rPr lang="en-US" altLang="zh-CN" sz="1400" b="1" i="0" dirty="0">
                          <a:solidFill>
                            <a:srgbClr val="000000"/>
                          </a:solidFill>
                          <a:latin typeface="Times New Roman" panose="02020603050405020304" pitchFamily="18" charset="0"/>
                        </a:rPr>
                        <a:t>("</a:t>
                      </a:r>
                      <a:r>
                        <a:rPr lang="zh-CN" altLang="en-US" sz="1400" b="1" i="0" dirty="0">
                          <a:solidFill>
                            <a:srgbClr val="000000"/>
                          </a:solidFill>
                          <a:latin typeface="楷体" panose="02010609060101010101" pitchFamily="49" charset="-122"/>
                        </a:rPr>
                        <a:t>将盘片</a:t>
                      </a:r>
                      <a:r>
                        <a:rPr lang="en-US" altLang="zh-CN" sz="1400" b="1" i="0" dirty="0">
                          <a:solidFill>
                            <a:srgbClr val="000000"/>
                          </a:solidFill>
                          <a:latin typeface="Times New Roman" panose="02020603050405020304" pitchFamily="18" charset="0"/>
                        </a:rPr>
                        <a:t>%d</a:t>
                      </a:r>
                      <a:r>
                        <a:rPr lang="zh-CN" altLang="en-US" sz="1400" b="1" i="0" dirty="0">
                          <a:solidFill>
                            <a:srgbClr val="000000"/>
                          </a:solidFill>
                          <a:latin typeface="楷体" panose="02010609060101010101" pitchFamily="49" charset="-122"/>
                        </a:rPr>
                        <a:t>从</a:t>
                      </a:r>
                      <a:r>
                        <a:rPr lang="en-US" altLang="zh-CN" sz="1400" b="1" i="0" dirty="0">
                          <a:solidFill>
                            <a:srgbClr val="000000"/>
                          </a:solidFill>
                          <a:latin typeface="Times New Roman" panose="02020603050405020304" pitchFamily="18" charset="0"/>
                        </a:rPr>
                        <a:t>%c</a:t>
                      </a:r>
                      <a:r>
                        <a:rPr lang="zh-CN" altLang="en-US" sz="1400" b="1" i="0" dirty="0">
                          <a:solidFill>
                            <a:srgbClr val="000000"/>
                          </a:solidFill>
                          <a:latin typeface="楷体" panose="02010609060101010101" pitchFamily="49" charset="-122"/>
                        </a:rPr>
                        <a:t>搬到</a:t>
                      </a:r>
                      <a:r>
                        <a:rPr lang="en-US" altLang="zh-CN" sz="1400" b="1" i="0" dirty="0">
                          <a:solidFill>
                            <a:srgbClr val="000000"/>
                          </a:solidFill>
                          <a:latin typeface="Times New Roman" panose="02020603050405020304" pitchFamily="18" charset="0"/>
                        </a:rPr>
                        <a:t>%c\n",</a:t>
                      </a:r>
                      <a:r>
                        <a:rPr lang="en-US" altLang="zh-CN" sz="1400" b="1" i="0" dirty="0" err="1">
                          <a:solidFill>
                            <a:srgbClr val="000000"/>
                          </a:solidFill>
                          <a:latin typeface="Times New Roman" panose="02020603050405020304" pitchFamily="18" charset="0"/>
                        </a:rPr>
                        <a:t>n,A,C</a:t>
                      </a:r>
                      <a:r>
                        <a:rPr lang="en-US" altLang="zh-CN" sz="1400" b="1" i="0" dirty="0">
                          <a:solidFill>
                            <a:srgbClr val="000000"/>
                          </a:solidFill>
                          <a:latin typeface="Times New Roman" panose="02020603050405020304" pitchFamily="18" charset="0"/>
                        </a:rPr>
                        <a:t>);</a:t>
                      </a:r>
                    </a:p>
                    <a:p>
                      <a:pPr marL="0" algn="l" defTabSz="914400" rtl="0" eaLnBrk="1" latinLnBrk="0" hangingPunct="1">
                        <a:lnSpc>
                          <a:spcPts val="2135"/>
                        </a:lnSpc>
                        <a:spcBef>
                          <a:spcPts val="0"/>
                        </a:spcBef>
                        <a:spcAft>
                          <a:spcPts val="0"/>
                        </a:spcAft>
                        <a:tabLst>
                          <a:tab pos="228600" algn="l"/>
                          <a:tab pos="457200" algn="l"/>
                          <a:tab pos="1028700" algn="l"/>
                        </a:tabLst>
                      </a:pPr>
                      <a:r>
                        <a:rPr lang="en-US" altLang="zh-CN" sz="1400" b="1" i="0" dirty="0">
                          <a:solidFill>
                            <a:srgbClr val="000000"/>
                          </a:solidFill>
                          <a:latin typeface="Times New Roman" panose="02020603050405020304" pitchFamily="18" charset="0"/>
                        </a:rPr>
                        <a:t>		            Hanoi(n-1,B,A,C);</a:t>
                      </a:r>
                    </a:p>
                    <a:p>
                      <a:pPr marL="0" algn="l" defTabSz="914400" rtl="0" eaLnBrk="1" latinLnBrk="0" hangingPunct="1">
                        <a:lnSpc>
                          <a:spcPts val="2160"/>
                        </a:lnSpc>
                        <a:spcBef>
                          <a:spcPts val="0"/>
                        </a:spcBef>
                        <a:spcAft>
                          <a:spcPts val="0"/>
                        </a:spcAft>
                        <a:tabLst>
                          <a:tab pos="228600" algn="l"/>
                          <a:tab pos="457200" algn="l"/>
                          <a:tab pos="1028700" algn="l"/>
                        </a:tabLst>
                      </a:pPr>
                      <a:r>
                        <a:rPr lang="en-US" altLang="zh-CN" sz="1400" b="1" i="0" dirty="0">
                          <a:solidFill>
                            <a:srgbClr val="000000"/>
                          </a:solidFill>
                          <a:latin typeface="Times New Roman" panose="02020603050405020304" pitchFamily="18" charset="0"/>
                        </a:rPr>
                        <a:t>	}</a:t>
                      </a:r>
                    </a:p>
                    <a:p>
                      <a:pPr marL="0" algn="l" defTabSz="914400" rtl="0" eaLnBrk="1" latinLnBrk="0" hangingPunct="1">
                        <a:lnSpc>
                          <a:spcPts val="2160"/>
                        </a:lnSpc>
                        <a:spcBef>
                          <a:spcPts val="0"/>
                        </a:spcBef>
                        <a:spcAft>
                          <a:spcPts val="0"/>
                        </a:spcAft>
                        <a:tabLst>
                          <a:tab pos="228600" algn="l"/>
                          <a:tab pos="457200" algn="l"/>
                          <a:tab pos="1028700" algn="l"/>
                        </a:tabLst>
                      </a:pPr>
                      <a:r>
                        <a:rPr lang="en-US" altLang="zh-CN" sz="1400" b="1" i="0" dirty="0">
                          <a:solidFill>
                            <a:srgbClr val="000000"/>
                          </a:solidFill>
                          <a:latin typeface="Times New Roman" panose="02020603050405020304" pitchFamily="18" charset="0"/>
                        </a:rPr>
                        <a:t>}</a:t>
                      </a:r>
                      <a:endParaRPr lang="zh-CN" altLang="en-US" sz="1400" b="1" i="0" dirty="0">
                        <a:solidFill>
                          <a:srgbClr val="000000"/>
                        </a:solidFill>
                        <a:latin typeface="Times New Roman" panose="02020603050405020304" pitchFamily="18" charset="0"/>
                      </a:endParaRPr>
                    </a:p>
                  </a:txBody>
                  <a:tcPr marL="0" marR="0" marT="0" marB="0">
                    <a:lnR w="38100" cap="flat" cmpd="sng" algn="ctr">
                      <a:solidFill>
                        <a:srgbClr val="203864"/>
                      </a:solidFill>
                      <a:prstDash val="solid"/>
                      <a:round/>
                      <a:headEnd type="none" w="med" len="med"/>
                      <a:tailEnd type="none" w="med" len="med"/>
                    </a:lnR>
                    <a:solidFill>
                      <a:srgbClr val="FFFFFF"/>
                    </a:solidFill>
                  </a:tcPr>
                </a:tc>
                <a:extLst>
                  <a:ext uri="{0D108BD9-81ED-4DB2-BD59-A6C34878D82A}">
                    <a16:rowId xmlns:a16="http://schemas.microsoft.com/office/drawing/2014/main" val="10000"/>
                  </a:ext>
                </a:extLst>
              </a:tr>
            </a:tbl>
          </a:graphicData>
        </a:graphic>
      </p:graphicFrame>
      <p:sp>
        <p:nvSpPr>
          <p:cNvPr id="18" name="文本框 17">
            <a:extLst>
              <a:ext uri="{FF2B5EF4-FFF2-40B4-BE49-F238E27FC236}">
                <a16:creationId xmlns:a16="http://schemas.microsoft.com/office/drawing/2014/main" id="{AF98E210-52B8-4FBF-B540-5A0262B93BE7}"/>
              </a:ext>
            </a:extLst>
          </p:cNvPr>
          <p:cNvSpPr txBox="1"/>
          <p:nvPr/>
        </p:nvSpPr>
        <p:spPr>
          <a:xfrm>
            <a:off x="246460" y="5713810"/>
            <a:ext cx="72136" cy="142924"/>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902" b="1">
                <a:solidFill>
                  <a:srgbClr val="898989"/>
                </a:solidFill>
                <a:latin typeface="微软雅黑" panose="020B0503020204020204" pitchFamily="34" charset="-122"/>
                <a:ea typeface="+mn-ea"/>
              </a:rPr>
              <a:t>5</a:t>
            </a:r>
            <a:endParaRPr lang="zh-CN" altLang="en-US" sz="902" b="1">
              <a:solidFill>
                <a:srgbClr val="898989"/>
              </a:solidFill>
              <a:latin typeface="微软雅黑" panose="020B0503020204020204" pitchFamily="34" charset="-122"/>
              <a:ea typeface="+mn-ea"/>
            </a:endParaRPr>
          </a:p>
        </p:txBody>
      </p:sp>
      <p:sp>
        <p:nvSpPr>
          <p:cNvPr id="19" name="文本框 18">
            <a:extLst>
              <a:ext uri="{FF2B5EF4-FFF2-40B4-BE49-F238E27FC236}">
                <a16:creationId xmlns:a16="http://schemas.microsoft.com/office/drawing/2014/main" id="{252045F5-4A3B-4F29-8CD2-05439D15908E}"/>
              </a:ext>
            </a:extLst>
          </p:cNvPr>
          <p:cNvSpPr txBox="1"/>
          <p:nvPr/>
        </p:nvSpPr>
        <p:spPr>
          <a:xfrm>
            <a:off x="371475" y="1165622"/>
            <a:ext cx="3398366" cy="1179490"/>
          </a:xfrm>
          <a:prstGeom prst="rect">
            <a:avLst/>
          </a:prstGeom>
          <a:noFill/>
        </p:spPr>
        <p:txBody>
          <a:bodyPr wrap="none" lIns="0" tIns="0" rIns="0" bIns="0">
            <a:spAutoFit/>
          </a:bodyPr>
          <a:lstStyle/>
          <a:p>
            <a:pPr eaLnBrk="1" fontAlgn="auto" hangingPunct="1">
              <a:lnSpc>
                <a:spcPts val="3150"/>
              </a:lnSpc>
              <a:spcBef>
                <a:spcPts val="0"/>
              </a:spcBef>
              <a:spcAft>
                <a:spcPts val="0"/>
              </a:spcAft>
              <a:tabLst>
                <a:tab pos="28575" algn="l"/>
              </a:tabLst>
              <a:defRPr/>
            </a:pPr>
            <a:r>
              <a:rPr lang="zh-CN" altLang="en-US">
                <a:latin typeface="+mn-lt"/>
                <a:ea typeface="+mn-ea"/>
              </a:rPr>
              <a:t>	</a:t>
            </a:r>
            <a:r>
              <a:rPr lang="zh-CN" altLang="en-US" sz="2403" b="1">
                <a:solidFill>
                  <a:srgbClr val="203864"/>
                </a:solidFill>
                <a:latin typeface="微软雅黑" panose="020B0503020204020204" pitchFamily="34" charset="-122"/>
                <a:ea typeface="+mn-ea"/>
              </a:rPr>
              <a:t>二、递归方程</a:t>
            </a:r>
          </a:p>
          <a:p>
            <a:pPr eaLnBrk="1" fontAlgn="auto" hangingPunct="1">
              <a:lnSpc>
                <a:spcPts val="750"/>
              </a:lnSpc>
              <a:spcBef>
                <a:spcPts val="0"/>
              </a:spcBef>
              <a:spcAft>
                <a:spcPts val="0"/>
              </a:spcAft>
              <a:tabLst>
                <a:tab pos="28575" algn="l"/>
              </a:tabLst>
              <a:defRPr/>
            </a:pPr>
            <a:endParaRPr lang="zh-CN" altLang="en-US" sz="2403" b="1">
              <a:solidFill>
                <a:srgbClr val="203864"/>
              </a:solidFill>
              <a:latin typeface="微软雅黑" panose="020B0503020204020204" pitchFamily="34" charset="-122"/>
              <a:ea typeface="+mn-ea"/>
            </a:endParaRPr>
          </a:p>
          <a:p>
            <a:pPr eaLnBrk="1" fontAlgn="auto" hangingPunct="1">
              <a:lnSpc>
                <a:spcPts val="750"/>
              </a:lnSpc>
              <a:spcBef>
                <a:spcPts val="0"/>
              </a:spcBef>
              <a:spcAft>
                <a:spcPts val="0"/>
              </a:spcAft>
              <a:tabLst>
                <a:tab pos="28575" algn="l"/>
              </a:tabLst>
              <a:defRPr/>
            </a:pPr>
            <a:endParaRPr lang="zh-CN" altLang="en-US" sz="2403" b="1">
              <a:solidFill>
                <a:srgbClr val="203864"/>
              </a:solidFill>
              <a:latin typeface="微软雅黑" panose="020B0503020204020204" pitchFamily="34" charset="-122"/>
              <a:ea typeface="+mn-ea"/>
            </a:endParaRPr>
          </a:p>
          <a:p>
            <a:pPr eaLnBrk="1" fontAlgn="auto" hangingPunct="1">
              <a:lnSpc>
                <a:spcPts val="750"/>
              </a:lnSpc>
              <a:spcBef>
                <a:spcPts val="0"/>
              </a:spcBef>
              <a:spcAft>
                <a:spcPts val="0"/>
              </a:spcAft>
              <a:tabLst>
                <a:tab pos="28575" algn="l"/>
              </a:tabLst>
              <a:defRPr/>
            </a:pPr>
            <a:endParaRPr lang="zh-CN" altLang="en-US" sz="2403" b="1">
              <a:solidFill>
                <a:srgbClr val="203864"/>
              </a:solidFill>
              <a:latin typeface="微软雅黑" panose="020B0503020204020204" pitchFamily="34" charset="-122"/>
              <a:ea typeface="+mn-ea"/>
            </a:endParaRPr>
          </a:p>
          <a:p>
            <a:pPr eaLnBrk="1" fontAlgn="auto" hangingPunct="1">
              <a:lnSpc>
                <a:spcPts val="750"/>
              </a:lnSpc>
              <a:spcBef>
                <a:spcPts val="0"/>
              </a:spcBef>
              <a:spcAft>
                <a:spcPts val="0"/>
              </a:spcAft>
              <a:tabLst>
                <a:tab pos="28575" algn="l"/>
              </a:tabLst>
              <a:defRPr/>
            </a:pPr>
            <a:endParaRPr lang="zh-CN" altLang="en-US" sz="2403" b="1">
              <a:solidFill>
                <a:srgbClr val="203864"/>
              </a:solidFill>
              <a:latin typeface="微软雅黑" panose="020B0503020204020204" pitchFamily="34" charset="-122"/>
              <a:ea typeface="+mn-ea"/>
            </a:endParaRPr>
          </a:p>
          <a:p>
            <a:pPr eaLnBrk="1" fontAlgn="auto" hangingPunct="1">
              <a:lnSpc>
                <a:spcPts val="2990"/>
              </a:lnSpc>
              <a:spcBef>
                <a:spcPts val="0"/>
              </a:spcBef>
              <a:spcAft>
                <a:spcPts val="0"/>
              </a:spcAft>
              <a:tabLst>
                <a:tab pos="28575" algn="l"/>
              </a:tabLst>
              <a:defRPr/>
            </a:pPr>
            <a:r>
              <a:rPr lang="en-US" altLang="zh-CN" sz="2099" b="1">
                <a:solidFill>
                  <a:srgbClr val="ED7D31"/>
                </a:solidFill>
                <a:latin typeface="微软雅黑" panose="020B0503020204020204" pitchFamily="34" charset="-122"/>
                <a:ea typeface="+mn-ea"/>
              </a:rPr>
              <a:t>【</a:t>
            </a:r>
            <a:r>
              <a:rPr lang="zh-CN" altLang="en-US" sz="2099" b="1">
                <a:solidFill>
                  <a:srgbClr val="ED7D31"/>
                </a:solidFill>
                <a:latin typeface="微软雅黑" panose="020B0503020204020204" pitchFamily="34" charset="-122"/>
                <a:ea typeface="+mn-ea"/>
              </a:rPr>
              <a:t>例</a:t>
            </a:r>
            <a:r>
              <a:rPr lang="en-US" altLang="zh-CN" sz="2099" b="1">
                <a:solidFill>
                  <a:srgbClr val="ED7D31"/>
                </a:solidFill>
                <a:latin typeface="微软雅黑" panose="020B0503020204020204" pitchFamily="34" charset="-122"/>
                <a:ea typeface="+mn-ea"/>
              </a:rPr>
              <a:t>1】</a:t>
            </a:r>
            <a:r>
              <a:rPr lang="zh-CN" altLang="en-US" sz="2099" b="1">
                <a:solidFill>
                  <a:srgbClr val="ED7D31"/>
                </a:solidFill>
                <a:latin typeface="微软雅黑" panose="020B0503020204020204" pitchFamily="34" charset="-122"/>
                <a:ea typeface="+mn-ea"/>
              </a:rPr>
              <a:t>建立算法的递归方程</a:t>
            </a:r>
          </a:p>
        </p:txBody>
      </p:sp>
      <p:sp>
        <p:nvSpPr>
          <p:cNvPr id="6165" name="文本框 19">
            <a:extLst>
              <a:ext uri="{FF2B5EF4-FFF2-40B4-BE49-F238E27FC236}">
                <a16:creationId xmlns:a16="http://schemas.microsoft.com/office/drawing/2014/main" id="{7652E50F-3205-4173-B313-2070F573D8EC}"/>
              </a:ext>
            </a:extLst>
          </p:cNvPr>
          <p:cNvSpPr txBox="1">
            <a:spLocks noChangeArrowheads="1"/>
          </p:cNvSpPr>
          <p:nvPr/>
        </p:nvSpPr>
        <p:spPr bwMode="auto">
          <a:xfrm>
            <a:off x="765721" y="4669296"/>
            <a:ext cx="3026470" cy="10969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tabLst>
                <a:tab pos="685800" algn="l"/>
              </a:tabLst>
              <a:defRPr>
                <a:solidFill>
                  <a:schemeClr val="tx1"/>
                </a:solidFill>
                <a:latin typeface="等线" panose="02010600030101010101" pitchFamily="2" charset="-122"/>
                <a:ea typeface="等线" panose="02010600030101010101" pitchFamily="2" charset="-122"/>
              </a:defRPr>
            </a:lvl1pPr>
            <a:lvl2pPr marL="742950" indent="-285750">
              <a:tabLst>
                <a:tab pos="685800" algn="l"/>
              </a:tabLst>
              <a:defRPr>
                <a:solidFill>
                  <a:schemeClr val="tx1"/>
                </a:solidFill>
                <a:latin typeface="等线" panose="02010600030101010101" pitchFamily="2" charset="-122"/>
                <a:ea typeface="等线" panose="02010600030101010101" pitchFamily="2" charset="-122"/>
              </a:defRPr>
            </a:lvl2pPr>
            <a:lvl3pPr marL="1143000" indent="-228600">
              <a:tabLst>
                <a:tab pos="685800" algn="l"/>
              </a:tabLst>
              <a:defRPr>
                <a:solidFill>
                  <a:schemeClr val="tx1"/>
                </a:solidFill>
                <a:latin typeface="等线" panose="02010600030101010101" pitchFamily="2" charset="-122"/>
                <a:ea typeface="等线" panose="02010600030101010101" pitchFamily="2" charset="-122"/>
              </a:defRPr>
            </a:lvl3pPr>
            <a:lvl4pPr marL="1600200" indent="-228600">
              <a:tabLst>
                <a:tab pos="685800" algn="l"/>
              </a:tabLst>
              <a:defRPr>
                <a:solidFill>
                  <a:schemeClr val="tx1"/>
                </a:solidFill>
                <a:latin typeface="等线" panose="02010600030101010101" pitchFamily="2" charset="-122"/>
                <a:ea typeface="等线" panose="02010600030101010101" pitchFamily="2" charset="-122"/>
              </a:defRPr>
            </a:lvl4pPr>
            <a:lvl5pPr marL="2057400" indent="-228600">
              <a:tabLst>
                <a:tab pos="685800" algn="l"/>
              </a:tabLst>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tabLst>
                <a:tab pos="685800" algn="l"/>
              </a:tabLs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tabLst>
                <a:tab pos="685800" algn="l"/>
              </a:tabLs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tabLst>
                <a:tab pos="685800" algn="l"/>
              </a:tabLs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tabLst>
                <a:tab pos="685800" algn="l"/>
              </a:tabLst>
              <a:defRPr>
                <a:solidFill>
                  <a:schemeClr val="tx1"/>
                </a:solidFill>
                <a:latin typeface="等线" panose="02010600030101010101" pitchFamily="2" charset="-122"/>
                <a:ea typeface="等线" panose="02010600030101010101" pitchFamily="2" charset="-122"/>
              </a:defRPr>
            </a:lvl9pPr>
          </a:lstStyle>
          <a:p>
            <a:pPr eaLnBrk="1" hangingPunct="1">
              <a:lnSpc>
                <a:spcPts val="2363"/>
              </a:lnSpc>
            </a:pPr>
            <a:r>
              <a:rPr lang="zh-CN" altLang="en-US" b="1" dirty="0">
                <a:solidFill>
                  <a:srgbClr val="203864"/>
                </a:solidFill>
                <a:latin typeface="微软雅黑" panose="020B0503020204020204" pitchFamily="34" charset="-122"/>
              </a:rPr>
              <a:t>递归方程</a:t>
            </a:r>
          </a:p>
          <a:p>
            <a:pPr eaLnBrk="1" hangingPunct="1">
              <a:lnSpc>
                <a:spcPts val="2897"/>
              </a:lnSpc>
            </a:pPr>
            <a:r>
              <a:rPr lang="zh-CN" altLang="en-US" b="1" dirty="0">
                <a:solidFill>
                  <a:srgbClr val="203864"/>
                </a:solidFill>
                <a:latin typeface="微软雅黑" panose="020B0503020204020204" pitchFamily="34" charset="-122"/>
              </a:rPr>
              <a:t>	</a:t>
            </a:r>
            <a:r>
              <a:rPr lang="en-US" altLang="zh-CN" b="1" dirty="0">
                <a:solidFill>
                  <a:srgbClr val="203864"/>
                </a:solidFill>
                <a:latin typeface="微软雅黑" panose="020B0503020204020204" pitchFamily="34" charset="-122"/>
              </a:rPr>
              <a:t>T(n) = O(1)</a:t>
            </a:r>
          </a:p>
          <a:p>
            <a:pPr eaLnBrk="1" hangingPunct="1">
              <a:lnSpc>
                <a:spcPts val="750"/>
              </a:lnSpc>
            </a:pPr>
            <a:endParaRPr lang="en-US" altLang="zh-CN" b="1" dirty="0">
              <a:solidFill>
                <a:srgbClr val="203864"/>
              </a:solidFill>
              <a:latin typeface="微软雅黑" panose="020B0503020204020204" pitchFamily="34" charset="-122"/>
            </a:endParaRPr>
          </a:p>
          <a:p>
            <a:pPr eaLnBrk="1" hangingPunct="1">
              <a:lnSpc>
                <a:spcPts val="2738"/>
              </a:lnSpc>
            </a:pPr>
            <a:r>
              <a:rPr lang="en-US" altLang="zh-CN" b="1" dirty="0">
                <a:solidFill>
                  <a:srgbClr val="203864"/>
                </a:solidFill>
                <a:latin typeface="微软雅黑" panose="020B0503020204020204" pitchFamily="34" charset="-122"/>
              </a:rPr>
              <a:t>	T(n) = 2T(n-1)+O(1)</a:t>
            </a:r>
            <a:endParaRPr lang="zh-CN" altLang="en-US" b="1" dirty="0">
              <a:solidFill>
                <a:srgbClr val="203864"/>
              </a:solidFill>
              <a:latin typeface="微软雅黑" panose="020B0503020204020204" pitchFamily="34" charset="-122"/>
            </a:endParaRPr>
          </a:p>
        </p:txBody>
      </p:sp>
      <p:sp>
        <p:nvSpPr>
          <p:cNvPr id="6166" name="文本框 20">
            <a:extLst>
              <a:ext uri="{FF2B5EF4-FFF2-40B4-BE49-F238E27FC236}">
                <a16:creationId xmlns:a16="http://schemas.microsoft.com/office/drawing/2014/main" id="{6B569B34-7A5D-4109-ADF3-290180AC356D}"/>
              </a:ext>
            </a:extLst>
          </p:cNvPr>
          <p:cNvSpPr txBox="1">
            <a:spLocks noChangeArrowheads="1"/>
          </p:cNvSpPr>
          <p:nvPr/>
        </p:nvSpPr>
        <p:spPr bwMode="auto">
          <a:xfrm>
            <a:off x="3910813" y="4996653"/>
            <a:ext cx="929742" cy="730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ts val="2363"/>
              </a:lnSpc>
            </a:pPr>
            <a:r>
              <a:rPr lang="zh-CN" altLang="en-US" b="1" dirty="0">
                <a:solidFill>
                  <a:srgbClr val="203864"/>
                </a:solidFill>
                <a:latin typeface="微软雅黑" panose="020B0503020204020204" pitchFamily="34" charset="-122"/>
              </a:rPr>
              <a:t>当</a:t>
            </a:r>
            <a:r>
              <a:rPr lang="en-US" altLang="zh-CN" b="1" dirty="0">
                <a:solidFill>
                  <a:srgbClr val="203864"/>
                </a:solidFill>
                <a:latin typeface="微软雅黑" panose="020B0503020204020204" pitchFamily="34" charset="-122"/>
              </a:rPr>
              <a:t>n=1</a:t>
            </a:r>
            <a:r>
              <a:rPr lang="zh-CN" altLang="en-US" b="1" dirty="0">
                <a:solidFill>
                  <a:srgbClr val="203864"/>
                </a:solidFill>
                <a:latin typeface="微软雅黑" panose="020B0503020204020204" pitchFamily="34" charset="-122"/>
              </a:rPr>
              <a:t>时</a:t>
            </a:r>
          </a:p>
          <a:p>
            <a:pPr eaLnBrk="1" hangingPunct="1">
              <a:lnSpc>
                <a:spcPts val="750"/>
              </a:lnSpc>
            </a:pPr>
            <a:endParaRPr lang="zh-CN" altLang="en-US" b="1" dirty="0">
              <a:solidFill>
                <a:srgbClr val="203864"/>
              </a:solidFill>
              <a:latin typeface="微软雅黑" panose="020B0503020204020204" pitchFamily="34" charset="-122"/>
            </a:endParaRPr>
          </a:p>
          <a:p>
            <a:pPr eaLnBrk="1" hangingPunct="1">
              <a:lnSpc>
                <a:spcPts val="2738"/>
              </a:lnSpc>
            </a:pPr>
            <a:r>
              <a:rPr lang="zh-CN" altLang="en-US" b="1" dirty="0">
                <a:solidFill>
                  <a:srgbClr val="203864"/>
                </a:solidFill>
                <a:latin typeface="微软雅黑" panose="020B0503020204020204" pitchFamily="34" charset="-122"/>
              </a:rPr>
              <a:t>当</a:t>
            </a:r>
            <a:r>
              <a:rPr lang="en-US" altLang="zh-CN" b="1" dirty="0">
                <a:solidFill>
                  <a:srgbClr val="203864"/>
                </a:solidFill>
                <a:latin typeface="微软雅黑" panose="020B0503020204020204" pitchFamily="34" charset="-122"/>
              </a:rPr>
              <a:t>n&gt;1</a:t>
            </a:r>
            <a:r>
              <a:rPr lang="zh-CN" altLang="en-US" b="1" dirty="0">
                <a:solidFill>
                  <a:srgbClr val="203864"/>
                </a:solidFill>
                <a:latin typeface="微软雅黑" panose="020B0503020204020204" pitchFamily="34" charset="-122"/>
              </a:rPr>
              <a:t>时</a:t>
            </a:r>
          </a:p>
        </p:txBody>
      </p:sp>
      <p:sp>
        <p:nvSpPr>
          <p:cNvPr id="22" name="文本框 21">
            <a:extLst>
              <a:ext uri="{FF2B5EF4-FFF2-40B4-BE49-F238E27FC236}">
                <a16:creationId xmlns:a16="http://schemas.microsoft.com/office/drawing/2014/main" id="{C64963ED-2AFF-4EEA-8876-99D943463ED2}"/>
              </a:ext>
            </a:extLst>
          </p:cNvPr>
          <p:cNvSpPr txBox="1"/>
          <p:nvPr/>
        </p:nvSpPr>
        <p:spPr>
          <a:xfrm>
            <a:off x="5890023" y="2859801"/>
            <a:ext cx="716543" cy="1513684"/>
          </a:xfrm>
          <a:prstGeom prst="rect">
            <a:avLst/>
          </a:prstGeom>
          <a:noFill/>
        </p:spPr>
        <p:txBody>
          <a:bodyPr wrap="none" lIns="0" tIns="0" rIns="0" bIns="0">
            <a:spAutoFit/>
          </a:bodyPr>
          <a:lstStyle/>
          <a:p>
            <a:pPr eaLnBrk="1" fontAlgn="auto" hangingPunct="1">
              <a:lnSpc>
                <a:spcPts val="1772"/>
              </a:lnSpc>
              <a:spcBef>
                <a:spcPts val="0"/>
              </a:spcBef>
              <a:spcAft>
                <a:spcPts val="0"/>
              </a:spcAft>
              <a:tabLst>
                <a:tab pos="19050" algn="l"/>
                <a:tab pos="104775" algn="l"/>
              </a:tabLst>
              <a:defRPr/>
            </a:pPr>
            <a:r>
              <a:rPr lang="pt-BR" altLang="zh-CN" dirty="0">
                <a:latin typeface="+mn-lt"/>
                <a:ea typeface="+mn-ea"/>
              </a:rPr>
              <a:t>	</a:t>
            </a:r>
            <a:r>
              <a:rPr lang="pt-BR" altLang="zh-CN" sz="1352" b="1" dirty="0">
                <a:solidFill>
                  <a:srgbClr val="002060"/>
                </a:solidFill>
                <a:latin typeface="微软雅黑" panose="020B0503020204020204" pitchFamily="34" charset="-122"/>
                <a:ea typeface="+mn-ea"/>
              </a:rPr>
              <a:t>T(n)</a:t>
            </a:r>
          </a:p>
          <a:p>
            <a:pPr eaLnBrk="1" fontAlgn="auto" hangingPunct="1">
              <a:lnSpc>
                <a:spcPts val="750"/>
              </a:lnSpc>
              <a:spcBef>
                <a:spcPts val="0"/>
              </a:spcBef>
              <a:spcAft>
                <a:spcPts val="0"/>
              </a:spcAft>
              <a:tabLst>
                <a:tab pos="19050" algn="l"/>
                <a:tab pos="104775" algn="l"/>
              </a:tabLst>
              <a:defRPr/>
            </a:pPr>
            <a:endParaRPr lang="pt-BR" altLang="zh-CN" sz="1352" b="1" dirty="0">
              <a:solidFill>
                <a:srgbClr val="002060"/>
              </a:solidFill>
              <a:latin typeface="微软雅黑" panose="020B0503020204020204" pitchFamily="34" charset="-122"/>
              <a:ea typeface="+mn-ea"/>
            </a:endParaRPr>
          </a:p>
          <a:p>
            <a:pPr eaLnBrk="1" fontAlgn="auto" hangingPunct="1">
              <a:lnSpc>
                <a:spcPts val="750"/>
              </a:lnSpc>
              <a:spcBef>
                <a:spcPts val="0"/>
              </a:spcBef>
              <a:spcAft>
                <a:spcPts val="0"/>
              </a:spcAft>
              <a:tabLst>
                <a:tab pos="19050" algn="l"/>
                <a:tab pos="104775" algn="l"/>
              </a:tabLst>
              <a:defRPr/>
            </a:pPr>
            <a:endParaRPr lang="pt-BR" altLang="zh-CN" sz="1352" b="1" dirty="0">
              <a:solidFill>
                <a:srgbClr val="002060"/>
              </a:solidFill>
              <a:latin typeface="微软雅黑" panose="020B0503020204020204" pitchFamily="34" charset="-122"/>
              <a:ea typeface="+mn-ea"/>
            </a:endParaRPr>
          </a:p>
          <a:p>
            <a:pPr eaLnBrk="1" fontAlgn="auto" hangingPunct="1">
              <a:lnSpc>
                <a:spcPts val="1797"/>
              </a:lnSpc>
              <a:spcBef>
                <a:spcPts val="0"/>
              </a:spcBef>
              <a:spcAft>
                <a:spcPts val="0"/>
              </a:spcAft>
              <a:tabLst>
                <a:tab pos="19050" algn="l"/>
                <a:tab pos="104775" algn="l"/>
              </a:tabLst>
              <a:defRPr/>
            </a:pPr>
            <a:r>
              <a:rPr lang="pt-BR" altLang="zh-CN" b="1" dirty="0">
                <a:solidFill>
                  <a:srgbClr val="002060"/>
                </a:solidFill>
                <a:latin typeface="微软雅黑" panose="020B0503020204020204" pitchFamily="34" charset="-122"/>
                <a:ea typeface="+mn-ea"/>
              </a:rPr>
              <a:t>O(1)</a:t>
            </a:r>
          </a:p>
          <a:p>
            <a:pPr eaLnBrk="1" fontAlgn="auto" hangingPunct="1">
              <a:lnSpc>
                <a:spcPts val="750"/>
              </a:lnSpc>
              <a:spcBef>
                <a:spcPts val="0"/>
              </a:spcBef>
              <a:spcAft>
                <a:spcPts val="0"/>
              </a:spcAft>
              <a:tabLst>
                <a:tab pos="19050" algn="l"/>
                <a:tab pos="104775" algn="l"/>
              </a:tabLst>
              <a:defRPr/>
            </a:pPr>
            <a:endParaRPr lang="pt-BR" altLang="zh-CN" b="1" dirty="0">
              <a:solidFill>
                <a:srgbClr val="002060"/>
              </a:solidFill>
              <a:latin typeface="微软雅黑" panose="020B0503020204020204" pitchFamily="34" charset="-122"/>
              <a:ea typeface="+mn-ea"/>
            </a:endParaRPr>
          </a:p>
          <a:p>
            <a:pPr eaLnBrk="1" fontAlgn="auto" hangingPunct="1">
              <a:lnSpc>
                <a:spcPts val="2059"/>
              </a:lnSpc>
              <a:spcBef>
                <a:spcPts val="0"/>
              </a:spcBef>
              <a:spcAft>
                <a:spcPts val="0"/>
              </a:spcAft>
              <a:tabLst>
                <a:tab pos="19050" algn="l"/>
                <a:tab pos="104775" algn="l"/>
              </a:tabLst>
              <a:defRPr/>
            </a:pPr>
            <a:r>
              <a:rPr lang="pt-BR" altLang="zh-CN" sz="1352" b="1" dirty="0">
                <a:solidFill>
                  <a:srgbClr val="002060"/>
                </a:solidFill>
                <a:latin typeface="微软雅黑" panose="020B0503020204020204" pitchFamily="34" charset="-122"/>
                <a:ea typeface="+mn-ea"/>
              </a:rPr>
              <a:t>T(n-1)</a:t>
            </a:r>
          </a:p>
          <a:p>
            <a:pPr eaLnBrk="1" fontAlgn="auto" hangingPunct="1">
              <a:lnSpc>
                <a:spcPts val="2033"/>
              </a:lnSpc>
              <a:spcBef>
                <a:spcPts val="0"/>
              </a:spcBef>
              <a:spcAft>
                <a:spcPts val="0"/>
              </a:spcAft>
              <a:tabLst>
                <a:tab pos="19050" algn="l"/>
                <a:tab pos="104775" algn="l"/>
              </a:tabLst>
              <a:defRPr/>
            </a:pPr>
            <a:r>
              <a:rPr lang="pt-BR" altLang="zh-CN" sz="1352" b="1" dirty="0">
                <a:solidFill>
                  <a:srgbClr val="002060"/>
                </a:solidFill>
                <a:latin typeface="微软雅黑" panose="020B0503020204020204" pitchFamily="34" charset="-122"/>
                <a:ea typeface="+mn-ea"/>
              </a:rPr>
              <a:t>		</a:t>
            </a:r>
            <a:r>
              <a:rPr lang="pt-BR" altLang="zh-CN" b="1" dirty="0">
                <a:solidFill>
                  <a:srgbClr val="002060"/>
                </a:solidFill>
                <a:latin typeface="微软雅黑" panose="020B0503020204020204" pitchFamily="34" charset="-122"/>
                <a:ea typeface="+mn-ea"/>
              </a:rPr>
              <a:t>O(1</a:t>
            </a:r>
            <a:r>
              <a:rPr lang="pt-BR" altLang="zh-CN" dirty="0">
                <a:solidFill>
                  <a:srgbClr val="002060"/>
                </a:solidFill>
                <a:latin typeface="微软雅黑" panose="020B0503020204020204" pitchFamily="34" charset="-122"/>
                <a:ea typeface="+mn-ea"/>
              </a:rPr>
              <a:t>)</a:t>
            </a:r>
          </a:p>
          <a:p>
            <a:pPr eaLnBrk="1" fontAlgn="auto" hangingPunct="1">
              <a:lnSpc>
                <a:spcPts val="1732"/>
              </a:lnSpc>
              <a:spcBef>
                <a:spcPts val="0"/>
              </a:spcBef>
              <a:spcAft>
                <a:spcPts val="0"/>
              </a:spcAft>
              <a:tabLst>
                <a:tab pos="19050" algn="l"/>
                <a:tab pos="104775" algn="l"/>
              </a:tabLst>
              <a:defRPr/>
            </a:pPr>
            <a:r>
              <a:rPr lang="pt-BR" altLang="zh-CN" b="1" dirty="0">
                <a:solidFill>
                  <a:srgbClr val="002060"/>
                </a:solidFill>
                <a:latin typeface="微软雅黑" panose="020B0503020204020204" pitchFamily="34" charset="-122"/>
                <a:ea typeface="+mn-ea"/>
              </a:rPr>
              <a:t>T(n-1)</a:t>
            </a:r>
            <a:endParaRPr lang="zh-CN" altLang="en-US" b="1" dirty="0">
              <a:solidFill>
                <a:srgbClr val="002060"/>
              </a:solidFill>
              <a:latin typeface="微软雅黑" panose="020B0503020204020204" pitchFamily="34" charset="-122"/>
              <a:ea typeface="+mn-ea"/>
            </a:endParaRPr>
          </a:p>
        </p:txBody>
      </p:sp>
      <p:cxnSp>
        <p:nvCxnSpPr>
          <p:cNvPr id="2" name="直接连接符 1">
            <a:extLst>
              <a:ext uri="{FF2B5EF4-FFF2-40B4-BE49-F238E27FC236}">
                <a16:creationId xmlns:a16="http://schemas.microsoft.com/office/drawing/2014/main" id="{D61BF910-09C5-F90E-4232-6A75218DD902}"/>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myslide6">
    <p:spTree>
      <p:nvGrpSpPr>
        <p:cNvPr id="1" name=""/>
        <p:cNvGrpSpPr/>
        <p:nvPr/>
      </p:nvGrpSpPr>
      <p:grpSpPr>
        <a:xfrm>
          <a:off x="0" y="0"/>
          <a:ext cx="0" cy="0"/>
          <a:chOff x="0" y="0"/>
          <a:chExt cx="0" cy="0"/>
        </a:xfrm>
      </p:grpSpPr>
      <p:pic>
        <p:nvPicPr>
          <p:cNvPr id="7170" name="图片 2">
            <a:extLst>
              <a:ext uri="{FF2B5EF4-FFF2-40B4-BE49-F238E27FC236}">
                <a16:creationId xmlns:a16="http://schemas.microsoft.com/office/drawing/2014/main" id="{B3494E99-340A-4AF0-98BF-097CF6934486}"/>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5725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1" name="图片 4">
            <a:extLst>
              <a:ext uri="{FF2B5EF4-FFF2-40B4-BE49-F238E27FC236}">
                <a16:creationId xmlns:a16="http://schemas.microsoft.com/office/drawing/2014/main" id="{431F57F4-D992-49BC-9480-7E68F79802D3}"/>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047750"/>
            <a:ext cx="6772275" cy="657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a:extLst>
              <a:ext uri="{FF2B5EF4-FFF2-40B4-BE49-F238E27FC236}">
                <a16:creationId xmlns:a16="http://schemas.microsoft.com/office/drawing/2014/main" id="{D2BB4DC5-0483-4A5B-8799-32AB482F78F4}"/>
              </a:ext>
            </a:extLst>
          </p:cNvPr>
          <p:cNvSpPr txBox="1"/>
          <p:nvPr/>
        </p:nvSpPr>
        <p:spPr>
          <a:xfrm>
            <a:off x="407194" y="1165623"/>
            <a:ext cx="2769989" cy="388183"/>
          </a:xfrm>
          <a:prstGeom prst="rect">
            <a:avLst/>
          </a:prstGeom>
          <a:noFill/>
        </p:spPr>
        <p:txBody>
          <a:bodyPr wrap="none" lIns="0" tIns="0" rIns="0" bIns="0">
            <a:spAutoFit/>
          </a:bodyPr>
          <a:lstStyle/>
          <a:p>
            <a:pPr eaLnBrk="1" fontAlgn="auto" hangingPunct="1">
              <a:lnSpc>
                <a:spcPts val="3150"/>
              </a:lnSpc>
              <a:spcBef>
                <a:spcPts val="0"/>
              </a:spcBef>
              <a:spcAft>
                <a:spcPts val="0"/>
              </a:spcAft>
              <a:defRPr/>
            </a:pPr>
            <a:r>
              <a:rPr lang="zh-CN" altLang="en-US" sz="2403" b="1">
                <a:solidFill>
                  <a:srgbClr val="203864"/>
                </a:solidFill>
                <a:latin typeface="微软雅黑" panose="020B0503020204020204" pitchFamily="34" charset="-122"/>
                <a:ea typeface="+mn-ea"/>
              </a:rPr>
              <a:t>三、递归方程的求解</a:t>
            </a:r>
          </a:p>
        </p:txBody>
      </p:sp>
      <p:sp>
        <p:nvSpPr>
          <p:cNvPr id="13" name="文本框 12">
            <a:extLst>
              <a:ext uri="{FF2B5EF4-FFF2-40B4-BE49-F238E27FC236}">
                <a16:creationId xmlns:a16="http://schemas.microsoft.com/office/drawing/2014/main" id="{9EDDB6E2-594F-4F9B-964E-66FB5A47E16F}"/>
              </a:ext>
            </a:extLst>
          </p:cNvPr>
          <p:cNvSpPr txBox="1"/>
          <p:nvPr/>
        </p:nvSpPr>
        <p:spPr>
          <a:xfrm>
            <a:off x="246460" y="5713810"/>
            <a:ext cx="72136" cy="142924"/>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902" b="1">
                <a:solidFill>
                  <a:srgbClr val="898989"/>
                </a:solidFill>
                <a:latin typeface="微软雅黑" panose="020B0503020204020204" pitchFamily="34" charset="-122"/>
                <a:ea typeface="+mn-ea"/>
              </a:rPr>
              <a:t>6</a:t>
            </a:r>
            <a:endParaRPr lang="zh-CN" altLang="en-US" sz="902" b="1">
              <a:solidFill>
                <a:srgbClr val="898989"/>
              </a:solidFill>
              <a:latin typeface="微软雅黑" panose="020B0503020204020204" pitchFamily="34" charset="-122"/>
              <a:ea typeface="+mn-ea"/>
            </a:endParaRPr>
          </a:p>
        </p:txBody>
      </p:sp>
      <p:sp>
        <p:nvSpPr>
          <p:cNvPr id="14" name="文本框 13">
            <a:extLst>
              <a:ext uri="{FF2B5EF4-FFF2-40B4-BE49-F238E27FC236}">
                <a16:creationId xmlns:a16="http://schemas.microsoft.com/office/drawing/2014/main" id="{8717182D-C4E1-4A53-B605-83B5A7642D23}"/>
              </a:ext>
            </a:extLst>
          </p:cNvPr>
          <p:cNvSpPr txBox="1"/>
          <p:nvPr/>
        </p:nvSpPr>
        <p:spPr>
          <a:xfrm>
            <a:off x="667941" y="3367088"/>
            <a:ext cx="846386" cy="1187633"/>
          </a:xfrm>
          <a:prstGeom prst="rect">
            <a:avLst/>
          </a:prstGeom>
          <a:noFill/>
        </p:spPr>
        <p:txBody>
          <a:bodyPr wrap="none" lIns="0" tIns="0" rIns="0" bIns="0">
            <a:spAutoFit/>
          </a:bodyPr>
          <a:lstStyle/>
          <a:p>
            <a:pPr eaLnBrk="1" fontAlgn="auto" hangingPunct="1">
              <a:lnSpc>
                <a:spcPts val="4331"/>
              </a:lnSpc>
              <a:spcBef>
                <a:spcPts val="0"/>
              </a:spcBef>
              <a:spcAft>
                <a:spcPts val="0"/>
              </a:spcAft>
              <a:tabLst>
                <a:tab pos="209550" algn="l"/>
              </a:tabLst>
              <a:defRPr/>
            </a:pPr>
            <a:r>
              <a:rPr lang="zh-CN" altLang="en-US" sz="3303" b="1">
                <a:solidFill>
                  <a:srgbClr val="FFFFFF"/>
                </a:solidFill>
                <a:latin typeface="微软雅黑" panose="020B0503020204020204" pitchFamily="34" charset="-122"/>
                <a:ea typeface="+mn-ea"/>
              </a:rPr>
              <a:t>迭代</a:t>
            </a:r>
          </a:p>
          <a:p>
            <a:pPr eaLnBrk="1" fontAlgn="auto" hangingPunct="1">
              <a:lnSpc>
                <a:spcPts val="750"/>
              </a:lnSpc>
              <a:spcBef>
                <a:spcPts val="0"/>
              </a:spcBef>
              <a:spcAft>
                <a:spcPts val="0"/>
              </a:spcAft>
              <a:tabLst>
                <a:tab pos="209550" algn="l"/>
              </a:tabLst>
              <a:defRPr/>
            </a:pPr>
            <a:endParaRPr lang="zh-CN" altLang="en-US" sz="3303" b="1">
              <a:solidFill>
                <a:srgbClr val="FFFFFF"/>
              </a:solidFill>
              <a:latin typeface="微软雅黑" panose="020B0503020204020204" pitchFamily="34" charset="-122"/>
              <a:ea typeface="+mn-ea"/>
            </a:endParaRPr>
          </a:p>
          <a:p>
            <a:pPr eaLnBrk="1" fontAlgn="auto" hangingPunct="1">
              <a:lnSpc>
                <a:spcPts val="4355"/>
              </a:lnSpc>
              <a:spcBef>
                <a:spcPts val="0"/>
              </a:spcBef>
              <a:spcAft>
                <a:spcPts val="0"/>
              </a:spcAft>
              <a:tabLst>
                <a:tab pos="209550" algn="l"/>
              </a:tabLst>
              <a:defRPr/>
            </a:pPr>
            <a:r>
              <a:rPr lang="zh-CN" altLang="en-US" sz="3303" b="1">
                <a:solidFill>
                  <a:srgbClr val="FFFFFF"/>
                </a:solidFill>
                <a:latin typeface="微软雅黑" panose="020B0503020204020204" pitchFamily="34" charset="-122"/>
                <a:ea typeface="+mn-ea"/>
              </a:rPr>
              <a:t>	法</a:t>
            </a:r>
          </a:p>
        </p:txBody>
      </p:sp>
      <p:sp>
        <p:nvSpPr>
          <p:cNvPr id="15" name="文本框 14">
            <a:extLst>
              <a:ext uri="{FF2B5EF4-FFF2-40B4-BE49-F238E27FC236}">
                <a16:creationId xmlns:a16="http://schemas.microsoft.com/office/drawing/2014/main" id="{A13F3EE7-6EBB-4DA8-8EAB-0A4A42A0B579}"/>
              </a:ext>
            </a:extLst>
          </p:cNvPr>
          <p:cNvSpPr txBox="1"/>
          <p:nvPr/>
        </p:nvSpPr>
        <p:spPr>
          <a:xfrm>
            <a:off x="2082403" y="3339703"/>
            <a:ext cx="884858" cy="1237326"/>
          </a:xfrm>
          <a:prstGeom prst="rect">
            <a:avLst/>
          </a:prstGeom>
          <a:noFill/>
        </p:spPr>
        <p:txBody>
          <a:bodyPr wrap="none" lIns="0" tIns="0" rIns="0" bIns="0">
            <a:spAutoFit/>
          </a:bodyPr>
          <a:lstStyle/>
          <a:p>
            <a:pPr eaLnBrk="1" fontAlgn="auto" hangingPunct="1">
              <a:lnSpc>
                <a:spcPts val="4519"/>
              </a:lnSpc>
              <a:spcBef>
                <a:spcPts val="0"/>
              </a:spcBef>
              <a:spcAft>
                <a:spcPts val="0"/>
              </a:spcAft>
              <a:tabLst>
                <a:tab pos="219075" algn="l"/>
              </a:tabLst>
              <a:defRPr/>
            </a:pPr>
            <a:r>
              <a:rPr lang="zh-CN" altLang="en-US" sz="3447" b="1">
                <a:solidFill>
                  <a:srgbClr val="FFFFFF"/>
                </a:solidFill>
                <a:latin typeface="微软雅黑" panose="020B0503020204020204" pitchFamily="34" charset="-122"/>
                <a:ea typeface="+mn-ea"/>
              </a:rPr>
              <a:t>代入</a:t>
            </a:r>
          </a:p>
          <a:p>
            <a:pPr eaLnBrk="1" fontAlgn="auto" hangingPunct="1">
              <a:lnSpc>
                <a:spcPts val="750"/>
              </a:lnSpc>
              <a:spcBef>
                <a:spcPts val="0"/>
              </a:spcBef>
              <a:spcAft>
                <a:spcPts val="0"/>
              </a:spcAft>
              <a:tabLst>
                <a:tab pos="219075" algn="l"/>
              </a:tabLst>
              <a:defRPr/>
            </a:pPr>
            <a:endParaRPr lang="zh-CN" altLang="en-US" sz="3447" b="1">
              <a:solidFill>
                <a:srgbClr val="FFFFFF"/>
              </a:solidFill>
              <a:latin typeface="微软雅黑" panose="020B0503020204020204" pitchFamily="34" charset="-122"/>
              <a:ea typeface="+mn-ea"/>
            </a:endParaRPr>
          </a:p>
          <a:p>
            <a:pPr eaLnBrk="1" fontAlgn="auto" hangingPunct="1">
              <a:lnSpc>
                <a:spcPts val="4580"/>
              </a:lnSpc>
              <a:spcBef>
                <a:spcPts val="0"/>
              </a:spcBef>
              <a:spcAft>
                <a:spcPts val="0"/>
              </a:spcAft>
              <a:tabLst>
                <a:tab pos="219075" algn="l"/>
              </a:tabLst>
              <a:defRPr/>
            </a:pPr>
            <a:r>
              <a:rPr lang="zh-CN" altLang="en-US" sz="3447" b="1">
                <a:solidFill>
                  <a:srgbClr val="FFFFFF"/>
                </a:solidFill>
                <a:latin typeface="微软雅黑" panose="020B0503020204020204" pitchFamily="34" charset="-122"/>
                <a:ea typeface="+mn-ea"/>
              </a:rPr>
              <a:t>	法</a:t>
            </a:r>
          </a:p>
        </p:txBody>
      </p:sp>
      <p:sp>
        <p:nvSpPr>
          <p:cNvPr id="16" name="文本框 15">
            <a:extLst>
              <a:ext uri="{FF2B5EF4-FFF2-40B4-BE49-F238E27FC236}">
                <a16:creationId xmlns:a16="http://schemas.microsoft.com/office/drawing/2014/main" id="{4F162A5C-2794-43B4-8A74-CC5314BAAE2F}"/>
              </a:ext>
            </a:extLst>
          </p:cNvPr>
          <p:cNvSpPr txBox="1"/>
          <p:nvPr/>
        </p:nvSpPr>
        <p:spPr>
          <a:xfrm>
            <a:off x="3515916" y="3339703"/>
            <a:ext cx="884858" cy="1237326"/>
          </a:xfrm>
          <a:prstGeom prst="rect">
            <a:avLst/>
          </a:prstGeom>
          <a:noFill/>
        </p:spPr>
        <p:txBody>
          <a:bodyPr wrap="none" lIns="0" tIns="0" rIns="0" bIns="0">
            <a:spAutoFit/>
          </a:bodyPr>
          <a:lstStyle/>
          <a:p>
            <a:pPr eaLnBrk="1" fontAlgn="auto" hangingPunct="1">
              <a:lnSpc>
                <a:spcPts val="4519"/>
              </a:lnSpc>
              <a:spcBef>
                <a:spcPts val="0"/>
              </a:spcBef>
              <a:spcAft>
                <a:spcPts val="0"/>
              </a:spcAft>
              <a:defRPr/>
            </a:pPr>
            <a:r>
              <a:rPr lang="zh-CN" altLang="en-US" sz="3447" b="1" dirty="0">
                <a:solidFill>
                  <a:srgbClr val="FFFFFF"/>
                </a:solidFill>
                <a:latin typeface="微软雅黑" panose="020B0503020204020204" pitchFamily="34" charset="-122"/>
                <a:ea typeface="+mn-ea"/>
              </a:rPr>
              <a:t>递归</a:t>
            </a:r>
          </a:p>
          <a:p>
            <a:pPr eaLnBrk="1" fontAlgn="auto" hangingPunct="1">
              <a:lnSpc>
                <a:spcPts val="750"/>
              </a:lnSpc>
              <a:spcBef>
                <a:spcPts val="0"/>
              </a:spcBef>
              <a:spcAft>
                <a:spcPts val="0"/>
              </a:spcAft>
              <a:defRPr/>
            </a:pPr>
            <a:endParaRPr lang="zh-CN" altLang="en-US" sz="3447" b="1" dirty="0">
              <a:solidFill>
                <a:srgbClr val="FFFFFF"/>
              </a:solidFill>
              <a:latin typeface="微软雅黑" panose="020B0503020204020204" pitchFamily="34" charset="-122"/>
              <a:ea typeface="+mn-ea"/>
            </a:endParaRPr>
          </a:p>
          <a:p>
            <a:pPr eaLnBrk="1" fontAlgn="auto" hangingPunct="1">
              <a:lnSpc>
                <a:spcPts val="4580"/>
              </a:lnSpc>
              <a:spcBef>
                <a:spcPts val="0"/>
              </a:spcBef>
              <a:spcAft>
                <a:spcPts val="0"/>
              </a:spcAft>
              <a:defRPr/>
            </a:pPr>
            <a:r>
              <a:rPr lang="zh-CN" altLang="en-US" sz="3447" b="1" dirty="0">
                <a:solidFill>
                  <a:srgbClr val="FFFFFF"/>
                </a:solidFill>
                <a:latin typeface="微软雅黑" panose="020B0503020204020204" pitchFamily="34" charset="-122"/>
                <a:ea typeface="+mn-ea"/>
              </a:rPr>
              <a:t>树法</a:t>
            </a:r>
          </a:p>
        </p:txBody>
      </p:sp>
      <p:sp>
        <p:nvSpPr>
          <p:cNvPr id="17" name="文本框 16">
            <a:extLst>
              <a:ext uri="{FF2B5EF4-FFF2-40B4-BE49-F238E27FC236}">
                <a16:creationId xmlns:a16="http://schemas.microsoft.com/office/drawing/2014/main" id="{98576818-D395-4C13-941D-56F17E4D8D2E}"/>
              </a:ext>
            </a:extLst>
          </p:cNvPr>
          <p:cNvSpPr txBox="1"/>
          <p:nvPr/>
        </p:nvSpPr>
        <p:spPr>
          <a:xfrm>
            <a:off x="4949428" y="3339703"/>
            <a:ext cx="904094" cy="1119730"/>
          </a:xfrm>
          <a:prstGeom prst="rect">
            <a:avLst/>
          </a:prstGeom>
          <a:noFill/>
        </p:spPr>
        <p:txBody>
          <a:bodyPr wrap="none" lIns="0" tIns="0" rIns="0" bIns="0">
            <a:spAutoFit/>
          </a:bodyPr>
          <a:lstStyle/>
          <a:p>
            <a:pPr eaLnBrk="1" fontAlgn="auto" hangingPunct="1">
              <a:lnSpc>
                <a:spcPts val="4519"/>
              </a:lnSpc>
              <a:spcBef>
                <a:spcPts val="0"/>
              </a:spcBef>
              <a:spcAft>
                <a:spcPts val="0"/>
              </a:spcAft>
              <a:tabLst>
                <a:tab pos="219075" algn="l"/>
              </a:tabLst>
              <a:defRPr/>
            </a:pPr>
            <a:r>
              <a:rPr lang="zh-CN" altLang="en-US" sz="3447" b="1" dirty="0">
                <a:solidFill>
                  <a:srgbClr val="FFFFFF"/>
                </a:solidFill>
                <a:latin typeface="微软雅黑" panose="020B0503020204020204" pitchFamily="34" charset="-122"/>
                <a:ea typeface="+mn-ea"/>
              </a:rPr>
              <a:t>主</a:t>
            </a:r>
            <a:r>
              <a:rPr lang="zh-CN" altLang="en-US" sz="3447" b="1" dirty="0">
                <a:solidFill>
                  <a:srgbClr val="FFFFFF"/>
                </a:solidFill>
                <a:latin typeface="微软雅黑" panose="020B0503020204020204" pitchFamily="34" charset="-122"/>
              </a:rPr>
              <a:t>定</a:t>
            </a:r>
            <a:endParaRPr lang="en-US" altLang="zh-CN" sz="3447" b="1" dirty="0">
              <a:solidFill>
                <a:srgbClr val="FFFFFF"/>
              </a:solidFill>
              <a:latin typeface="微软雅黑" panose="020B0503020204020204" pitchFamily="34" charset="-122"/>
            </a:endParaRPr>
          </a:p>
          <a:p>
            <a:pPr eaLnBrk="1" fontAlgn="auto" hangingPunct="1">
              <a:lnSpc>
                <a:spcPts val="4519"/>
              </a:lnSpc>
              <a:spcBef>
                <a:spcPts val="0"/>
              </a:spcBef>
              <a:spcAft>
                <a:spcPts val="0"/>
              </a:spcAft>
              <a:tabLst>
                <a:tab pos="219075" algn="l"/>
              </a:tabLst>
              <a:defRPr/>
            </a:pPr>
            <a:r>
              <a:rPr lang="zh-CN" altLang="en-US" sz="3447" b="1" dirty="0">
                <a:solidFill>
                  <a:srgbClr val="FFFFFF"/>
                </a:solidFill>
                <a:latin typeface="微软雅黑" panose="020B0503020204020204" pitchFamily="34" charset="-122"/>
              </a:rPr>
              <a:t>理</a:t>
            </a:r>
          </a:p>
        </p:txBody>
      </p:sp>
      <p:cxnSp>
        <p:nvCxnSpPr>
          <p:cNvPr id="2" name="直接连接符 1">
            <a:extLst>
              <a:ext uri="{FF2B5EF4-FFF2-40B4-BE49-F238E27FC236}">
                <a16:creationId xmlns:a16="http://schemas.microsoft.com/office/drawing/2014/main" id="{3F2856F6-4B72-B9A0-2C58-A0D7D762108C}"/>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myslide7">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9E335481-3E10-41DA-B1C3-4EDF70F2993A}"/>
              </a:ext>
            </a:extLst>
          </p:cNvPr>
          <p:cNvSpPr/>
          <p:nvPr/>
        </p:nvSpPr>
        <p:spPr>
          <a:xfrm>
            <a:off x="0" y="857250"/>
            <a:ext cx="9144000" cy="5133975"/>
          </a:xfrm>
          <a:custGeom>
            <a:avLst/>
            <a:gdLst/>
            <a:ahLst/>
            <a:cxnLst/>
            <a:rect l="0" t="0" r="0" b="0"/>
            <a:pathLst>
              <a:path w="12192001" h="6845301">
                <a:moveTo>
                  <a:pt x="0" y="0"/>
                </a:moveTo>
                <a:lnTo>
                  <a:pt x="12192000" y="0"/>
                </a:lnTo>
                <a:lnTo>
                  <a:pt x="12192000" y="6845300"/>
                </a:lnTo>
                <a:lnTo>
                  <a:pt x="0" y="6845300"/>
                </a:lnTo>
                <a:close/>
              </a:path>
            </a:pathLst>
          </a:custGeom>
          <a:solidFill>
            <a:srgbClr val="FFFFFF"/>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任意多边形: 形状 2">
            <a:extLst>
              <a:ext uri="{FF2B5EF4-FFF2-40B4-BE49-F238E27FC236}">
                <a16:creationId xmlns:a16="http://schemas.microsoft.com/office/drawing/2014/main" id="{33BF5D7A-1E93-4BF7-B174-4EB3521CFB31}"/>
              </a:ext>
            </a:extLst>
          </p:cNvPr>
          <p:cNvSpPr/>
          <p:nvPr/>
        </p:nvSpPr>
        <p:spPr>
          <a:xfrm>
            <a:off x="386953" y="5766199"/>
            <a:ext cx="8757047" cy="53578"/>
          </a:xfrm>
          <a:custGeom>
            <a:avLst/>
            <a:gdLst/>
            <a:ahLst/>
            <a:cxnLst/>
            <a:rect l="0" t="0" r="0" b="0"/>
            <a:pathLst>
              <a:path w="11675999" h="72001">
                <a:moveTo>
                  <a:pt x="0" y="72000"/>
                </a:moveTo>
                <a:lnTo>
                  <a:pt x="11675998" y="72000"/>
                </a:lnTo>
                <a:lnTo>
                  <a:pt x="11675998" y="0"/>
                </a:lnTo>
                <a:lnTo>
                  <a:pt x="0" y="0"/>
                </a:lnTo>
                <a:close/>
              </a:path>
            </a:pathLst>
          </a:custGeom>
          <a:solidFill>
            <a:srgbClr val="BDD7EE"/>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8196" name="图片 4">
            <a:extLst>
              <a:ext uri="{FF2B5EF4-FFF2-40B4-BE49-F238E27FC236}">
                <a16:creationId xmlns:a16="http://schemas.microsoft.com/office/drawing/2014/main" id="{0453A30A-C545-4928-9BC1-894FC078C221}"/>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4000500"/>
            <a:ext cx="3181350" cy="1771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a:extLst>
              <a:ext uri="{FF2B5EF4-FFF2-40B4-BE49-F238E27FC236}">
                <a16:creationId xmlns:a16="http://schemas.microsoft.com/office/drawing/2014/main" id="{FFD38116-A202-4540-ADAF-DB7EED1A006B}"/>
              </a:ext>
            </a:extLst>
          </p:cNvPr>
          <p:cNvSpPr txBox="1"/>
          <p:nvPr/>
        </p:nvSpPr>
        <p:spPr>
          <a:xfrm>
            <a:off x="246460" y="5713810"/>
            <a:ext cx="72136" cy="142924"/>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902" b="1">
                <a:solidFill>
                  <a:srgbClr val="898989"/>
                </a:solidFill>
                <a:latin typeface="微软雅黑" panose="020B0503020204020204" pitchFamily="34" charset="-122"/>
                <a:ea typeface="+mn-ea"/>
              </a:rPr>
              <a:t>7</a:t>
            </a:r>
            <a:endParaRPr lang="zh-CN" altLang="en-US" sz="902" b="1">
              <a:solidFill>
                <a:srgbClr val="898989"/>
              </a:solidFill>
              <a:latin typeface="微软雅黑" panose="020B0503020204020204" pitchFamily="34" charset="-122"/>
              <a:ea typeface="+mn-ea"/>
            </a:endParaRPr>
          </a:p>
        </p:txBody>
      </p:sp>
      <p:sp>
        <p:nvSpPr>
          <p:cNvPr id="13" name="文本框 12">
            <a:extLst>
              <a:ext uri="{FF2B5EF4-FFF2-40B4-BE49-F238E27FC236}">
                <a16:creationId xmlns:a16="http://schemas.microsoft.com/office/drawing/2014/main" id="{A41727EE-6404-4188-8039-1804458B5F2F}"/>
              </a:ext>
            </a:extLst>
          </p:cNvPr>
          <p:cNvSpPr txBox="1"/>
          <p:nvPr/>
        </p:nvSpPr>
        <p:spPr>
          <a:xfrm>
            <a:off x="456010" y="1593057"/>
            <a:ext cx="5588068" cy="1641155"/>
          </a:xfrm>
          <a:prstGeom prst="rect">
            <a:avLst/>
          </a:prstGeom>
          <a:noFill/>
        </p:spPr>
        <p:txBody>
          <a:bodyPr wrap="none" lIns="0" tIns="0" rIns="0" bIns="0">
            <a:spAutoFit/>
          </a:bodyPr>
          <a:lstStyle/>
          <a:p>
            <a:pPr eaLnBrk="1" fontAlgn="auto" hangingPunct="1">
              <a:lnSpc>
                <a:spcPts val="3542"/>
              </a:lnSpc>
              <a:spcBef>
                <a:spcPts val="0"/>
              </a:spcBef>
              <a:spcAft>
                <a:spcPts val="0"/>
              </a:spcAft>
              <a:tabLst>
                <a:tab pos="66675" algn="l"/>
                <a:tab pos="466725" algn="l"/>
              </a:tabLst>
              <a:defRPr/>
            </a:pPr>
            <a:r>
              <a:rPr lang="zh-CN" altLang="en-US">
                <a:latin typeface="+mn-lt"/>
                <a:ea typeface="+mn-ea"/>
              </a:rPr>
              <a:t>	</a:t>
            </a:r>
            <a:r>
              <a:rPr lang="en-US" altLang="zh-CN" sz="2702" b="1">
                <a:solidFill>
                  <a:srgbClr val="ED7D31"/>
                </a:solidFill>
                <a:latin typeface="微软雅黑" panose="020B0503020204020204" pitchFamily="34" charset="-122"/>
                <a:ea typeface="+mn-ea"/>
              </a:rPr>
              <a:t>1. </a:t>
            </a:r>
            <a:r>
              <a:rPr lang="zh-CN" altLang="en-US" sz="2702" b="1">
                <a:solidFill>
                  <a:srgbClr val="ED7D31"/>
                </a:solidFill>
                <a:latin typeface="微软雅黑" panose="020B0503020204020204" pitchFamily="34" charset="-122"/>
                <a:ea typeface="+mn-ea"/>
              </a:rPr>
              <a:t>迭代法</a:t>
            </a:r>
          </a:p>
          <a:p>
            <a:pPr eaLnBrk="1" fontAlgn="auto" hangingPunct="1">
              <a:lnSpc>
                <a:spcPts val="750"/>
              </a:lnSpc>
              <a:spcBef>
                <a:spcPts val="0"/>
              </a:spcBef>
              <a:spcAft>
                <a:spcPts val="0"/>
              </a:spcAft>
              <a:tabLst>
                <a:tab pos="66675" algn="l"/>
                <a:tab pos="466725" algn="l"/>
              </a:tabLst>
              <a:defRPr/>
            </a:pPr>
            <a:endParaRPr lang="zh-CN" altLang="en-US" sz="2702" b="1">
              <a:solidFill>
                <a:srgbClr val="ED7D31"/>
              </a:solidFill>
              <a:latin typeface="微软雅黑" panose="020B0503020204020204" pitchFamily="34" charset="-122"/>
              <a:ea typeface="+mn-ea"/>
            </a:endParaRPr>
          </a:p>
          <a:p>
            <a:pPr eaLnBrk="1" fontAlgn="auto" hangingPunct="1">
              <a:lnSpc>
                <a:spcPts val="750"/>
              </a:lnSpc>
              <a:spcBef>
                <a:spcPts val="0"/>
              </a:spcBef>
              <a:spcAft>
                <a:spcPts val="0"/>
              </a:spcAft>
              <a:tabLst>
                <a:tab pos="66675" algn="l"/>
                <a:tab pos="466725" algn="l"/>
              </a:tabLst>
              <a:defRPr/>
            </a:pPr>
            <a:endParaRPr lang="zh-CN" altLang="en-US" sz="2702" b="1">
              <a:solidFill>
                <a:srgbClr val="ED7D31"/>
              </a:solidFill>
              <a:latin typeface="微软雅黑" panose="020B0503020204020204" pitchFamily="34" charset="-122"/>
              <a:ea typeface="+mn-ea"/>
            </a:endParaRPr>
          </a:p>
          <a:p>
            <a:pPr eaLnBrk="1" fontAlgn="auto" hangingPunct="1">
              <a:lnSpc>
                <a:spcPts val="750"/>
              </a:lnSpc>
              <a:spcBef>
                <a:spcPts val="0"/>
              </a:spcBef>
              <a:spcAft>
                <a:spcPts val="0"/>
              </a:spcAft>
              <a:tabLst>
                <a:tab pos="66675" algn="l"/>
                <a:tab pos="466725" algn="l"/>
              </a:tabLst>
              <a:defRPr/>
            </a:pPr>
            <a:endParaRPr lang="zh-CN" altLang="en-US" sz="2702" b="1">
              <a:solidFill>
                <a:srgbClr val="ED7D31"/>
              </a:solidFill>
              <a:latin typeface="微软雅黑" panose="020B0503020204020204" pitchFamily="34" charset="-122"/>
              <a:ea typeface="+mn-ea"/>
            </a:endParaRPr>
          </a:p>
          <a:p>
            <a:pPr eaLnBrk="1" fontAlgn="auto" hangingPunct="1">
              <a:lnSpc>
                <a:spcPts val="750"/>
              </a:lnSpc>
              <a:spcBef>
                <a:spcPts val="0"/>
              </a:spcBef>
              <a:spcAft>
                <a:spcPts val="0"/>
              </a:spcAft>
              <a:tabLst>
                <a:tab pos="66675" algn="l"/>
                <a:tab pos="466725" algn="l"/>
              </a:tabLst>
              <a:defRPr/>
            </a:pPr>
            <a:endParaRPr lang="zh-CN" altLang="en-US" sz="2702" b="1">
              <a:solidFill>
                <a:srgbClr val="ED7D31"/>
              </a:solidFill>
              <a:latin typeface="微软雅黑" panose="020B0503020204020204" pitchFamily="34" charset="-122"/>
              <a:ea typeface="+mn-ea"/>
            </a:endParaRPr>
          </a:p>
          <a:p>
            <a:pPr eaLnBrk="1" fontAlgn="auto" hangingPunct="1">
              <a:lnSpc>
                <a:spcPts val="3269"/>
              </a:lnSpc>
              <a:spcBef>
                <a:spcPts val="0"/>
              </a:spcBef>
              <a:spcAft>
                <a:spcPts val="0"/>
              </a:spcAft>
              <a:tabLst>
                <a:tab pos="66675" algn="l"/>
                <a:tab pos="466725" algn="l"/>
              </a:tabLst>
              <a:defRPr/>
            </a:pPr>
            <a:r>
              <a:rPr lang="zh-CN" altLang="en-US" sz="2702" b="1">
                <a:solidFill>
                  <a:srgbClr val="ED7D31"/>
                </a:solidFill>
                <a:latin typeface="微软雅黑" panose="020B0503020204020204" pitchFamily="34" charset="-122"/>
                <a:ea typeface="+mn-ea"/>
              </a:rPr>
              <a:t>		</a:t>
            </a:r>
            <a:r>
              <a:rPr lang="zh-CN" altLang="en-US" sz="2097" b="1">
                <a:solidFill>
                  <a:srgbClr val="203864"/>
                </a:solidFill>
                <a:latin typeface="微软雅黑" panose="020B0503020204020204" pitchFamily="34" charset="-122"/>
                <a:ea typeface="+mn-ea"/>
              </a:rPr>
              <a:t>从初始递归方程开始，反复用递归方程右边</a:t>
            </a:r>
          </a:p>
          <a:p>
            <a:pPr eaLnBrk="1" fontAlgn="auto" hangingPunct="1">
              <a:lnSpc>
                <a:spcPts val="3026"/>
              </a:lnSpc>
              <a:spcBef>
                <a:spcPts val="0"/>
              </a:spcBef>
              <a:spcAft>
                <a:spcPts val="0"/>
              </a:spcAft>
              <a:tabLst>
                <a:tab pos="66675" algn="l"/>
                <a:tab pos="466725" algn="l"/>
              </a:tabLst>
              <a:defRPr/>
            </a:pPr>
            <a:r>
              <a:rPr lang="zh-CN" altLang="en-US" sz="2099" b="1">
                <a:solidFill>
                  <a:srgbClr val="203864"/>
                </a:solidFill>
                <a:latin typeface="微软雅黑" panose="020B0503020204020204" pitchFamily="34" charset="-122"/>
                <a:ea typeface="+mn-ea"/>
              </a:rPr>
              <a:t>的等式代入左边的函数，直到得到初值。</a:t>
            </a:r>
          </a:p>
        </p:txBody>
      </p:sp>
      <p:cxnSp>
        <p:nvCxnSpPr>
          <p:cNvPr id="4" name="直接连接符 3">
            <a:extLst>
              <a:ext uri="{FF2B5EF4-FFF2-40B4-BE49-F238E27FC236}">
                <a16:creationId xmlns:a16="http://schemas.microsoft.com/office/drawing/2014/main" id="{8AE181AC-E6E0-D564-8274-9A5DE7933669}"/>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myslide8">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E60C8C9A-AC0B-4439-9D44-0551540FCD23}"/>
              </a:ext>
            </a:extLst>
          </p:cNvPr>
          <p:cNvSpPr/>
          <p:nvPr/>
        </p:nvSpPr>
        <p:spPr>
          <a:xfrm>
            <a:off x="0" y="857250"/>
            <a:ext cx="9144000" cy="5133975"/>
          </a:xfrm>
          <a:custGeom>
            <a:avLst/>
            <a:gdLst/>
            <a:ahLst/>
            <a:cxnLst/>
            <a:rect l="0" t="0" r="0" b="0"/>
            <a:pathLst>
              <a:path w="12192001" h="6845301">
                <a:moveTo>
                  <a:pt x="0" y="0"/>
                </a:moveTo>
                <a:lnTo>
                  <a:pt x="12192000" y="0"/>
                </a:lnTo>
                <a:lnTo>
                  <a:pt x="12192000" y="6845300"/>
                </a:lnTo>
                <a:lnTo>
                  <a:pt x="0" y="6845300"/>
                </a:lnTo>
                <a:close/>
              </a:path>
            </a:pathLst>
          </a:custGeom>
          <a:solidFill>
            <a:srgbClr val="FFFFFF"/>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3" name="任意多边形: 形状 2">
            <a:extLst>
              <a:ext uri="{FF2B5EF4-FFF2-40B4-BE49-F238E27FC236}">
                <a16:creationId xmlns:a16="http://schemas.microsoft.com/office/drawing/2014/main" id="{1E031A6A-03C3-4F8F-8EC1-99158B17A5AF}"/>
              </a:ext>
            </a:extLst>
          </p:cNvPr>
          <p:cNvSpPr/>
          <p:nvPr/>
        </p:nvSpPr>
        <p:spPr>
          <a:xfrm>
            <a:off x="386953" y="5766199"/>
            <a:ext cx="8757047" cy="53578"/>
          </a:xfrm>
          <a:custGeom>
            <a:avLst/>
            <a:gdLst/>
            <a:ahLst/>
            <a:cxnLst/>
            <a:rect l="0" t="0" r="0" b="0"/>
            <a:pathLst>
              <a:path w="11675999" h="72001">
                <a:moveTo>
                  <a:pt x="0" y="72000"/>
                </a:moveTo>
                <a:lnTo>
                  <a:pt x="11675998" y="72000"/>
                </a:lnTo>
                <a:lnTo>
                  <a:pt x="11675998" y="0"/>
                </a:lnTo>
                <a:lnTo>
                  <a:pt x="0" y="0"/>
                </a:lnTo>
                <a:close/>
              </a:path>
            </a:pathLst>
          </a:custGeom>
          <a:solidFill>
            <a:srgbClr val="BDD7EE"/>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4" name="任意多边形: 形状 3">
            <a:extLst>
              <a:ext uri="{FF2B5EF4-FFF2-40B4-BE49-F238E27FC236}">
                <a16:creationId xmlns:a16="http://schemas.microsoft.com/office/drawing/2014/main" id="{1568A895-26A1-4D9D-9E8E-E5DA068A8050}"/>
              </a:ext>
            </a:extLst>
          </p:cNvPr>
          <p:cNvSpPr/>
          <p:nvPr/>
        </p:nvSpPr>
        <p:spPr>
          <a:xfrm>
            <a:off x="386953" y="1528763"/>
            <a:ext cx="5805488" cy="1296591"/>
          </a:xfrm>
          <a:custGeom>
            <a:avLst/>
            <a:gdLst/>
            <a:ahLst/>
            <a:cxnLst/>
            <a:rect l="0" t="0" r="0" b="0"/>
            <a:pathLst>
              <a:path w="7740651" h="1729741">
                <a:moveTo>
                  <a:pt x="0" y="1729740"/>
                </a:moveTo>
                <a:lnTo>
                  <a:pt x="7740650" y="1729740"/>
                </a:lnTo>
                <a:lnTo>
                  <a:pt x="7740650" y="0"/>
                </a:lnTo>
                <a:lnTo>
                  <a:pt x="0" y="0"/>
                </a:lnTo>
                <a:close/>
              </a:path>
            </a:pathLst>
          </a:custGeom>
          <a:solidFill>
            <a:srgbClr val="203864"/>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5" name="任意多边形: 形状 4">
            <a:extLst>
              <a:ext uri="{FF2B5EF4-FFF2-40B4-BE49-F238E27FC236}">
                <a16:creationId xmlns:a16="http://schemas.microsoft.com/office/drawing/2014/main" id="{2F2A4D33-BFEF-4A97-96AE-42EEC15D0D31}"/>
              </a:ext>
            </a:extLst>
          </p:cNvPr>
          <p:cNvSpPr/>
          <p:nvPr/>
        </p:nvSpPr>
        <p:spPr>
          <a:xfrm>
            <a:off x="708423" y="2999185"/>
            <a:ext cx="5198269" cy="2700338"/>
          </a:xfrm>
          <a:custGeom>
            <a:avLst/>
            <a:gdLst/>
            <a:ahLst/>
            <a:cxnLst/>
            <a:rect l="0" t="0" r="0" b="0"/>
            <a:pathLst>
              <a:path w="6930899" h="3600960">
                <a:moveTo>
                  <a:pt x="0" y="3600959"/>
                </a:moveTo>
                <a:lnTo>
                  <a:pt x="6930898" y="3600959"/>
                </a:lnTo>
                <a:lnTo>
                  <a:pt x="6930898" y="0"/>
                </a:lnTo>
                <a:lnTo>
                  <a:pt x="0" y="0"/>
                </a:lnTo>
                <a:close/>
              </a:path>
            </a:pathLst>
          </a:custGeom>
          <a:solidFill>
            <a:srgbClr val="FFFFFF"/>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2" name="文本框 11">
            <a:extLst>
              <a:ext uri="{FF2B5EF4-FFF2-40B4-BE49-F238E27FC236}">
                <a16:creationId xmlns:a16="http://schemas.microsoft.com/office/drawing/2014/main" id="{C705F786-2CB9-4698-8BEC-4384808DD54C}"/>
              </a:ext>
            </a:extLst>
          </p:cNvPr>
          <p:cNvSpPr txBox="1"/>
          <p:nvPr/>
        </p:nvSpPr>
        <p:spPr>
          <a:xfrm>
            <a:off x="246460" y="5713810"/>
            <a:ext cx="72136" cy="142924"/>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902" b="1">
                <a:solidFill>
                  <a:srgbClr val="898989"/>
                </a:solidFill>
                <a:latin typeface="微软雅黑" panose="020B0503020204020204" pitchFamily="34" charset="-122"/>
                <a:ea typeface="+mn-ea"/>
              </a:rPr>
              <a:t>8</a:t>
            </a:r>
            <a:endParaRPr lang="zh-CN" altLang="en-US" sz="902" b="1">
              <a:solidFill>
                <a:srgbClr val="898989"/>
              </a:solidFill>
              <a:latin typeface="微软雅黑" panose="020B0503020204020204" pitchFamily="34" charset="-122"/>
              <a:ea typeface="+mn-ea"/>
            </a:endParaRPr>
          </a:p>
        </p:txBody>
      </p:sp>
      <p:sp>
        <p:nvSpPr>
          <p:cNvPr id="9226" name="文本框 12">
            <a:extLst>
              <a:ext uri="{FF2B5EF4-FFF2-40B4-BE49-F238E27FC236}">
                <a16:creationId xmlns:a16="http://schemas.microsoft.com/office/drawing/2014/main" id="{D253E493-8E80-4351-AF00-67FAC2430315}"/>
              </a:ext>
            </a:extLst>
          </p:cNvPr>
          <p:cNvSpPr txBox="1">
            <a:spLocks noChangeArrowheads="1"/>
          </p:cNvSpPr>
          <p:nvPr/>
        </p:nvSpPr>
        <p:spPr bwMode="auto">
          <a:xfrm>
            <a:off x="456010" y="1568053"/>
            <a:ext cx="3143489" cy="2910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defRPr>
                <a:solidFill>
                  <a:schemeClr val="tx1"/>
                </a:solidFill>
                <a:latin typeface="等线" panose="02010600030101010101" pitchFamily="2" charset="-122"/>
                <a:ea typeface="等线" panose="02010600030101010101" pitchFamily="2" charset="-122"/>
              </a:defRPr>
            </a:lvl1pPr>
            <a:lvl2pPr marL="742950" indent="-285750">
              <a:defRPr>
                <a:solidFill>
                  <a:schemeClr val="tx1"/>
                </a:solidFill>
                <a:latin typeface="等线" panose="02010600030101010101" pitchFamily="2" charset="-122"/>
                <a:ea typeface="等线" panose="02010600030101010101" pitchFamily="2" charset="-122"/>
              </a:defRPr>
            </a:lvl2pPr>
            <a:lvl3pPr marL="1143000" indent="-228600">
              <a:defRPr>
                <a:solidFill>
                  <a:schemeClr val="tx1"/>
                </a:solidFill>
                <a:latin typeface="等线" panose="02010600030101010101" pitchFamily="2" charset="-122"/>
                <a:ea typeface="等线" panose="02010600030101010101" pitchFamily="2" charset="-122"/>
              </a:defRPr>
            </a:lvl3pPr>
            <a:lvl4pPr marL="1600200" indent="-228600">
              <a:defRPr>
                <a:solidFill>
                  <a:schemeClr val="tx1"/>
                </a:solidFill>
                <a:latin typeface="等线" panose="02010600030101010101" pitchFamily="2" charset="-122"/>
                <a:ea typeface="等线" panose="02010600030101010101" pitchFamily="2" charset="-122"/>
              </a:defRPr>
            </a:lvl4pPr>
            <a:lvl5pPr marL="2057400" indent="-228600">
              <a:defRPr>
                <a:solidFill>
                  <a:schemeClr val="tx1"/>
                </a:solidFill>
                <a:latin typeface="等线" panose="02010600030101010101" pitchFamily="2" charset="-122"/>
                <a:ea typeface="等线" panose="02010600030101010101" pitchFamily="2" charset="-122"/>
              </a:defRPr>
            </a:lvl5pPr>
            <a:lvl6pPr marL="25146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6pPr>
            <a:lvl7pPr marL="29718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7pPr>
            <a:lvl8pPr marL="34290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8pPr>
            <a:lvl9pPr marL="3886200" indent="-228600" fontAlgn="base">
              <a:spcBef>
                <a:spcPct val="0"/>
              </a:spcBef>
              <a:spcAft>
                <a:spcPct val="0"/>
              </a:spcAft>
              <a:defRPr>
                <a:solidFill>
                  <a:schemeClr val="tx1"/>
                </a:solidFill>
                <a:latin typeface="等线" panose="02010600030101010101" pitchFamily="2" charset="-122"/>
                <a:ea typeface="等线" panose="02010600030101010101" pitchFamily="2" charset="-122"/>
              </a:defRPr>
            </a:lvl9pPr>
          </a:lstStyle>
          <a:p>
            <a:pPr eaLnBrk="1" hangingPunct="1">
              <a:lnSpc>
                <a:spcPts val="2363"/>
              </a:lnSpc>
            </a:pPr>
            <a:r>
              <a:rPr lang="en-US" altLang="zh-CN" b="1">
                <a:solidFill>
                  <a:srgbClr val="FFFFFF"/>
                </a:solidFill>
                <a:latin typeface="微软雅黑" panose="020B0503020204020204" pitchFamily="34" charset="-122"/>
              </a:rPr>
              <a:t>【</a:t>
            </a:r>
            <a:r>
              <a:rPr lang="zh-CN" altLang="en-US" b="1">
                <a:solidFill>
                  <a:srgbClr val="FFFFFF"/>
                </a:solidFill>
                <a:latin typeface="微软雅黑" panose="020B0503020204020204" pitchFamily="34" charset="-122"/>
              </a:rPr>
              <a:t>例</a:t>
            </a:r>
            <a:r>
              <a:rPr lang="en-US" altLang="zh-CN" b="1">
                <a:solidFill>
                  <a:srgbClr val="FFFFFF"/>
                </a:solidFill>
                <a:latin typeface="微软雅黑" panose="020B0503020204020204" pitchFamily="34" charset="-122"/>
              </a:rPr>
              <a:t>2】</a:t>
            </a:r>
            <a:r>
              <a:rPr lang="zh-CN" altLang="en-US" b="1">
                <a:solidFill>
                  <a:srgbClr val="FFFFFF"/>
                </a:solidFill>
                <a:latin typeface="微软雅黑" panose="020B0503020204020204" pitchFamily="34" charset="-122"/>
              </a:rPr>
              <a:t>用迭代法求解递归方程</a:t>
            </a:r>
          </a:p>
        </p:txBody>
      </p:sp>
      <p:sp>
        <p:nvSpPr>
          <p:cNvPr id="14" name="文本框 13">
            <a:extLst>
              <a:ext uri="{FF2B5EF4-FFF2-40B4-BE49-F238E27FC236}">
                <a16:creationId xmlns:a16="http://schemas.microsoft.com/office/drawing/2014/main" id="{39325A35-67D4-4ECF-870F-2004253E7964}"/>
              </a:ext>
            </a:extLst>
          </p:cNvPr>
          <p:cNvSpPr txBox="1"/>
          <p:nvPr/>
        </p:nvSpPr>
        <p:spPr>
          <a:xfrm>
            <a:off x="929879" y="1999060"/>
            <a:ext cx="2220160" cy="740780"/>
          </a:xfrm>
          <a:prstGeom prst="rect">
            <a:avLst/>
          </a:prstGeom>
          <a:noFill/>
        </p:spPr>
        <p:txBody>
          <a:bodyPr wrap="none" lIns="0" tIns="0" rIns="0" bIns="0">
            <a:spAutoFit/>
          </a:bodyPr>
          <a:lstStyle/>
          <a:p>
            <a:pPr eaLnBrk="1" fontAlgn="auto" hangingPunct="1">
              <a:lnSpc>
                <a:spcPts val="2488"/>
              </a:lnSpc>
              <a:spcBef>
                <a:spcPts val="0"/>
              </a:spcBef>
              <a:spcAft>
                <a:spcPts val="0"/>
              </a:spcAft>
              <a:defRPr/>
            </a:pPr>
            <a:r>
              <a:rPr lang="pt-BR" altLang="zh-CN" sz="1898" b="1" i="1">
                <a:solidFill>
                  <a:srgbClr val="FFFFFF"/>
                </a:solidFill>
                <a:latin typeface="微软雅黑" panose="020B0503020204020204" pitchFamily="34" charset="-122"/>
                <a:ea typeface="+mn-ea"/>
              </a:rPr>
              <a:t>T</a:t>
            </a:r>
            <a:r>
              <a:rPr lang="pt-BR" altLang="zh-CN" b="1">
                <a:solidFill>
                  <a:srgbClr val="FFFFFF"/>
                </a:solidFill>
                <a:latin typeface="微软雅黑" panose="020B0503020204020204" pitchFamily="34" charset="-122"/>
                <a:ea typeface="+mn-ea"/>
              </a:rPr>
              <a:t>(</a:t>
            </a:r>
            <a:r>
              <a:rPr lang="pt-BR" altLang="zh-CN" sz="1898" b="1" i="1">
                <a:solidFill>
                  <a:srgbClr val="FFFFFF"/>
                </a:solidFill>
                <a:latin typeface="微软雅黑" panose="020B0503020204020204" pitchFamily="34" charset="-122"/>
                <a:ea typeface="+mn-ea"/>
              </a:rPr>
              <a:t>n</a:t>
            </a:r>
            <a:r>
              <a:rPr lang="pt-BR" altLang="zh-CN" b="1">
                <a:solidFill>
                  <a:srgbClr val="FFFFFF"/>
                </a:solidFill>
                <a:latin typeface="微软雅黑" panose="020B0503020204020204" pitchFamily="34" charset="-122"/>
                <a:ea typeface="+mn-ea"/>
              </a:rPr>
              <a:t>)=O(1)</a:t>
            </a:r>
          </a:p>
          <a:p>
            <a:pPr eaLnBrk="1" fontAlgn="auto" hangingPunct="1">
              <a:lnSpc>
                <a:spcPts val="750"/>
              </a:lnSpc>
              <a:spcBef>
                <a:spcPts val="0"/>
              </a:spcBef>
              <a:spcAft>
                <a:spcPts val="0"/>
              </a:spcAft>
              <a:defRPr/>
            </a:pPr>
            <a:endParaRPr lang="pt-BR" altLang="zh-CN" b="1">
              <a:solidFill>
                <a:srgbClr val="FFFFFF"/>
              </a:solidFill>
              <a:latin typeface="微软雅黑" panose="020B0503020204020204" pitchFamily="34" charset="-122"/>
              <a:ea typeface="+mn-ea"/>
            </a:endParaRPr>
          </a:p>
          <a:p>
            <a:pPr eaLnBrk="1" fontAlgn="auto" hangingPunct="1">
              <a:lnSpc>
                <a:spcPts val="2742"/>
              </a:lnSpc>
              <a:spcBef>
                <a:spcPts val="0"/>
              </a:spcBef>
              <a:spcAft>
                <a:spcPts val="0"/>
              </a:spcAft>
              <a:defRPr/>
            </a:pPr>
            <a:r>
              <a:rPr lang="pt-BR" altLang="zh-CN" sz="1898" b="1" i="1">
                <a:solidFill>
                  <a:srgbClr val="FFFFFF"/>
                </a:solidFill>
                <a:latin typeface="微软雅黑" panose="020B0503020204020204" pitchFamily="34" charset="-122"/>
                <a:ea typeface="+mn-ea"/>
              </a:rPr>
              <a:t>T</a:t>
            </a:r>
            <a:r>
              <a:rPr lang="pt-BR" altLang="zh-CN" b="1">
                <a:solidFill>
                  <a:srgbClr val="FFFFFF"/>
                </a:solidFill>
                <a:latin typeface="微软雅黑" panose="020B0503020204020204" pitchFamily="34" charset="-122"/>
                <a:ea typeface="+mn-ea"/>
              </a:rPr>
              <a:t>(</a:t>
            </a:r>
            <a:r>
              <a:rPr lang="pt-BR" altLang="zh-CN" sz="1898" b="1" i="1">
                <a:solidFill>
                  <a:srgbClr val="FFFFFF"/>
                </a:solidFill>
                <a:latin typeface="微软雅黑" panose="020B0503020204020204" pitchFamily="34" charset="-122"/>
                <a:ea typeface="+mn-ea"/>
              </a:rPr>
              <a:t>n</a:t>
            </a:r>
            <a:r>
              <a:rPr lang="pt-BR" altLang="zh-CN" b="1">
                <a:solidFill>
                  <a:srgbClr val="FFFFFF"/>
                </a:solidFill>
                <a:latin typeface="微软雅黑" panose="020B0503020204020204" pitchFamily="34" charset="-122"/>
                <a:ea typeface="+mn-ea"/>
              </a:rPr>
              <a:t>)=2T(</a:t>
            </a:r>
            <a:r>
              <a:rPr lang="pt-BR" altLang="zh-CN" sz="1898" b="1" i="1">
                <a:solidFill>
                  <a:srgbClr val="FFFFFF"/>
                </a:solidFill>
                <a:latin typeface="微软雅黑" panose="020B0503020204020204" pitchFamily="34" charset="-122"/>
                <a:ea typeface="+mn-ea"/>
              </a:rPr>
              <a:t>n</a:t>
            </a:r>
            <a:r>
              <a:rPr lang="pt-BR" altLang="zh-CN" b="1">
                <a:solidFill>
                  <a:srgbClr val="FFFFFF"/>
                </a:solidFill>
                <a:latin typeface="微软雅黑" panose="020B0503020204020204" pitchFamily="34" charset="-122"/>
                <a:ea typeface="+mn-ea"/>
              </a:rPr>
              <a:t>-1)+O(1)</a:t>
            </a:r>
            <a:endParaRPr lang="zh-CN" altLang="en-US" b="1">
              <a:solidFill>
                <a:srgbClr val="FFFFFF"/>
              </a:solidFill>
              <a:latin typeface="微软雅黑" panose="020B0503020204020204" pitchFamily="34" charset="-122"/>
              <a:ea typeface="+mn-ea"/>
            </a:endParaRPr>
          </a:p>
        </p:txBody>
      </p:sp>
      <p:sp>
        <p:nvSpPr>
          <p:cNvPr id="15" name="文本框 14">
            <a:extLst>
              <a:ext uri="{FF2B5EF4-FFF2-40B4-BE49-F238E27FC236}">
                <a16:creationId xmlns:a16="http://schemas.microsoft.com/office/drawing/2014/main" id="{EB28A2CF-4AD4-49D1-B84E-5A7CB3F675CB}"/>
              </a:ext>
            </a:extLst>
          </p:cNvPr>
          <p:cNvSpPr txBox="1"/>
          <p:nvPr/>
        </p:nvSpPr>
        <p:spPr>
          <a:xfrm>
            <a:off x="3511154" y="1999060"/>
            <a:ext cx="956993" cy="743793"/>
          </a:xfrm>
          <a:prstGeom prst="rect">
            <a:avLst/>
          </a:prstGeom>
          <a:noFill/>
        </p:spPr>
        <p:txBody>
          <a:bodyPr wrap="none" lIns="0" tIns="0" rIns="0" bIns="0">
            <a:spAutoFit/>
          </a:bodyPr>
          <a:lstStyle/>
          <a:p>
            <a:pPr eaLnBrk="1" fontAlgn="auto" hangingPunct="1">
              <a:lnSpc>
                <a:spcPts val="2488"/>
              </a:lnSpc>
              <a:spcBef>
                <a:spcPts val="0"/>
              </a:spcBef>
              <a:spcAft>
                <a:spcPts val="0"/>
              </a:spcAft>
              <a:tabLst>
                <a:tab pos="19050" algn="l"/>
              </a:tabLst>
              <a:defRPr/>
            </a:pPr>
            <a:r>
              <a:rPr lang="zh-CN" altLang="en-US">
                <a:latin typeface="+mn-lt"/>
                <a:ea typeface="+mn-ea"/>
              </a:rPr>
              <a:t>	</a:t>
            </a:r>
            <a:r>
              <a:rPr lang="zh-CN" altLang="en-US" b="1">
                <a:solidFill>
                  <a:srgbClr val="FFFFFF"/>
                </a:solidFill>
                <a:latin typeface="微软雅黑" panose="020B0503020204020204" pitchFamily="34" charset="-122"/>
                <a:ea typeface="+mn-ea"/>
              </a:rPr>
              <a:t>当</a:t>
            </a:r>
            <a:r>
              <a:rPr lang="en-US" altLang="zh-CN" sz="1898" b="1" i="1">
                <a:solidFill>
                  <a:srgbClr val="FFFFFF"/>
                </a:solidFill>
                <a:latin typeface="微软雅黑" panose="020B0503020204020204" pitchFamily="34" charset="-122"/>
                <a:ea typeface="+mn-ea"/>
              </a:rPr>
              <a:t>n</a:t>
            </a:r>
            <a:r>
              <a:rPr lang="en-US" altLang="zh-CN" b="1">
                <a:solidFill>
                  <a:srgbClr val="FFFFFF"/>
                </a:solidFill>
                <a:latin typeface="微软雅黑" panose="020B0503020204020204" pitchFamily="34" charset="-122"/>
                <a:ea typeface="+mn-ea"/>
              </a:rPr>
              <a:t>=1</a:t>
            </a:r>
            <a:r>
              <a:rPr lang="zh-CN" altLang="en-US" b="1">
                <a:solidFill>
                  <a:srgbClr val="FFFFFF"/>
                </a:solidFill>
                <a:latin typeface="微软雅黑" panose="020B0503020204020204" pitchFamily="34" charset="-122"/>
                <a:ea typeface="+mn-ea"/>
              </a:rPr>
              <a:t>时</a:t>
            </a:r>
          </a:p>
          <a:p>
            <a:pPr eaLnBrk="1" fontAlgn="auto" hangingPunct="1">
              <a:lnSpc>
                <a:spcPts val="750"/>
              </a:lnSpc>
              <a:spcBef>
                <a:spcPts val="0"/>
              </a:spcBef>
              <a:spcAft>
                <a:spcPts val="0"/>
              </a:spcAft>
              <a:tabLst>
                <a:tab pos="19050" algn="l"/>
              </a:tabLst>
              <a:defRPr/>
            </a:pPr>
            <a:endParaRPr lang="zh-CN" altLang="en-US" b="1">
              <a:solidFill>
                <a:srgbClr val="FFFFFF"/>
              </a:solidFill>
              <a:latin typeface="微软雅黑" panose="020B0503020204020204" pitchFamily="34" charset="-122"/>
              <a:ea typeface="+mn-ea"/>
            </a:endParaRPr>
          </a:p>
          <a:p>
            <a:pPr eaLnBrk="1" fontAlgn="auto" hangingPunct="1">
              <a:lnSpc>
                <a:spcPts val="2742"/>
              </a:lnSpc>
              <a:spcBef>
                <a:spcPts val="0"/>
              </a:spcBef>
              <a:spcAft>
                <a:spcPts val="0"/>
              </a:spcAft>
              <a:tabLst>
                <a:tab pos="19050" algn="l"/>
              </a:tabLst>
              <a:defRPr/>
            </a:pPr>
            <a:r>
              <a:rPr lang="zh-CN" altLang="en-US" b="1">
                <a:solidFill>
                  <a:srgbClr val="FFFFFF"/>
                </a:solidFill>
                <a:latin typeface="微软雅黑" panose="020B0503020204020204" pitchFamily="34" charset="-122"/>
                <a:ea typeface="+mn-ea"/>
              </a:rPr>
              <a:t>当</a:t>
            </a:r>
            <a:r>
              <a:rPr lang="en-US" altLang="zh-CN" sz="1898" b="1" i="1">
                <a:solidFill>
                  <a:srgbClr val="FFFFFF"/>
                </a:solidFill>
                <a:latin typeface="微软雅黑" panose="020B0503020204020204" pitchFamily="34" charset="-122"/>
                <a:ea typeface="+mn-ea"/>
              </a:rPr>
              <a:t>n</a:t>
            </a:r>
            <a:r>
              <a:rPr lang="en-US" altLang="zh-CN" b="1">
                <a:solidFill>
                  <a:srgbClr val="FFFFFF"/>
                </a:solidFill>
                <a:latin typeface="微软雅黑" panose="020B0503020204020204" pitchFamily="34" charset="-122"/>
                <a:ea typeface="+mn-ea"/>
              </a:rPr>
              <a:t>&gt;1</a:t>
            </a:r>
            <a:r>
              <a:rPr lang="zh-CN" altLang="en-US" b="1">
                <a:solidFill>
                  <a:srgbClr val="FFFFFF"/>
                </a:solidFill>
                <a:latin typeface="微软雅黑" panose="020B0503020204020204" pitchFamily="34" charset="-122"/>
                <a:ea typeface="+mn-ea"/>
              </a:rPr>
              <a:t>时</a:t>
            </a:r>
          </a:p>
        </p:txBody>
      </p:sp>
      <p:sp>
        <p:nvSpPr>
          <p:cNvPr id="16" name="文本框 15">
            <a:extLst>
              <a:ext uri="{FF2B5EF4-FFF2-40B4-BE49-F238E27FC236}">
                <a16:creationId xmlns:a16="http://schemas.microsoft.com/office/drawing/2014/main" id="{FD3C0B19-A235-463D-837E-6244E13A986C}"/>
              </a:ext>
            </a:extLst>
          </p:cNvPr>
          <p:cNvSpPr txBox="1"/>
          <p:nvPr/>
        </p:nvSpPr>
        <p:spPr>
          <a:xfrm>
            <a:off x="912019" y="2997994"/>
            <a:ext cx="5911875" cy="2641877"/>
          </a:xfrm>
          <a:prstGeom prst="rect">
            <a:avLst/>
          </a:prstGeom>
          <a:noFill/>
        </p:spPr>
        <p:txBody>
          <a:bodyPr wrap="none" lIns="0" tIns="0" rIns="0" bIns="0">
            <a:spAutoFit/>
          </a:bodyPr>
          <a:lstStyle/>
          <a:p>
            <a:pPr eaLnBrk="1" fontAlgn="auto" hangingPunct="1">
              <a:lnSpc>
                <a:spcPts val="2488"/>
              </a:lnSpc>
              <a:spcBef>
                <a:spcPts val="0"/>
              </a:spcBef>
              <a:spcAft>
                <a:spcPts val="0"/>
              </a:spcAft>
              <a:tabLst>
                <a:tab pos="552450" algn="l"/>
              </a:tabLst>
              <a:defRPr/>
            </a:pPr>
            <a:r>
              <a:rPr lang="pt-BR" altLang="zh-CN" sz="2400" b="1" i="1" dirty="0">
                <a:solidFill>
                  <a:srgbClr val="203864"/>
                </a:solidFill>
                <a:latin typeface="微软雅黑" panose="020B0503020204020204" pitchFamily="34" charset="-122"/>
                <a:ea typeface="+mn-ea"/>
              </a:rPr>
              <a:t>T</a:t>
            </a:r>
            <a:r>
              <a:rPr lang="pt-BR" altLang="zh-CN" sz="2400" b="1" dirty="0">
                <a:solidFill>
                  <a:srgbClr val="203864"/>
                </a:solidFill>
                <a:latin typeface="微软雅黑" panose="020B0503020204020204" pitchFamily="34" charset="-122"/>
                <a:ea typeface="+mn-ea"/>
              </a:rPr>
              <a:t>(</a:t>
            </a:r>
            <a:r>
              <a:rPr lang="pt-BR" altLang="zh-CN" sz="2400" b="1" i="1" dirty="0">
                <a:solidFill>
                  <a:srgbClr val="203864"/>
                </a:solidFill>
                <a:latin typeface="微软雅黑" panose="020B0503020204020204" pitchFamily="34" charset="-122"/>
                <a:ea typeface="+mn-ea"/>
              </a:rPr>
              <a:t>n</a:t>
            </a:r>
            <a:r>
              <a:rPr lang="pt-BR" altLang="zh-CN" sz="2400" b="1" dirty="0">
                <a:solidFill>
                  <a:srgbClr val="203864"/>
                </a:solidFill>
                <a:latin typeface="微软雅黑" panose="020B0503020204020204" pitchFamily="34" charset="-122"/>
                <a:ea typeface="+mn-ea"/>
              </a:rPr>
              <a:t>) = 2T(</a:t>
            </a:r>
            <a:r>
              <a:rPr lang="pt-BR" altLang="zh-CN" sz="2400" b="1" i="1" dirty="0">
                <a:solidFill>
                  <a:srgbClr val="203864"/>
                </a:solidFill>
                <a:latin typeface="微软雅黑" panose="020B0503020204020204" pitchFamily="34" charset="-122"/>
                <a:ea typeface="+mn-ea"/>
              </a:rPr>
              <a:t>n</a:t>
            </a:r>
            <a:r>
              <a:rPr lang="pt-BR" altLang="zh-CN" sz="2400" b="1" dirty="0">
                <a:solidFill>
                  <a:srgbClr val="203864"/>
                </a:solidFill>
                <a:latin typeface="微软雅黑" panose="020B0503020204020204" pitchFamily="34" charset="-122"/>
                <a:ea typeface="+mn-ea"/>
              </a:rPr>
              <a:t>-1)+c</a:t>
            </a:r>
          </a:p>
          <a:p>
            <a:pPr eaLnBrk="1" fontAlgn="auto" hangingPunct="1">
              <a:lnSpc>
                <a:spcPts val="3060"/>
              </a:lnSpc>
              <a:spcBef>
                <a:spcPts val="0"/>
              </a:spcBef>
              <a:spcAft>
                <a:spcPts val="0"/>
              </a:spcAft>
              <a:tabLst>
                <a:tab pos="552450" algn="l"/>
              </a:tabLst>
              <a:defRPr/>
            </a:pPr>
            <a:r>
              <a:rPr lang="pt-BR" altLang="zh-CN" sz="2400" b="1" dirty="0">
                <a:solidFill>
                  <a:srgbClr val="203864"/>
                </a:solidFill>
                <a:latin typeface="微软雅黑" panose="020B0503020204020204" pitchFamily="34" charset="-122"/>
                <a:ea typeface="+mn-ea"/>
              </a:rPr>
              <a:t>	= 2[2</a:t>
            </a:r>
            <a:r>
              <a:rPr lang="pt-BR" altLang="zh-CN" sz="2400" b="1" i="1" dirty="0">
                <a:solidFill>
                  <a:srgbClr val="203864"/>
                </a:solidFill>
                <a:latin typeface="微软雅黑" panose="020B0503020204020204" pitchFamily="34" charset="-122"/>
                <a:ea typeface="+mn-ea"/>
              </a:rPr>
              <a:t>T</a:t>
            </a:r>
            <a:r>
              <a:rPr lang="pt-BR" altLang="zh-CN" sz="2400" b="1" dirty="0">
                <a:solidFill>
                  <a:srgbClr val="203864"/>
                </a:solidFill>
                <a:latin typeface="微软雅黑" panose="020B0503020204020204" pitchFamily="34" charset="-122"/>
                <a:ea typeface="+mn-ea"/>
              </a:rPr>
              <a:t>(</a:t>
            </a:r>
            <a:r>
              <a:rPr lang="pt-BR" altLang="zh-CN" sz="2400" b="1" i="1" dirty="0">
                <a:solidFill>
                  <a:srgbClr val="203864"/>
                </a:solidFill>
                <a:latin typeface="微软雅黑" panose="020B0503020204020204" pitchFamily="34" charset="-122"/>
                <a:ea typeface="+mn-ea"/>
              </a:rPr>
              <a:t>n</a:t>
            </a:r>
            <a:r>
              <a:rPr lang="pt-BR" altLang="zh-CN" sz="2400" b="1" dirty="0">
                <a:solidFill>
                  <a:srgbClr val="203864"/>
                </a:solidFill>
                <a:latin typeface="微软雅黑" panose="020B0503020204020204" pitchFamily="34" charset="-122"/>
                <a:ea typeface="+mn-ea"/>
              </a:rPr>
              <a:t>-2)+c]+c=2</a:t>
            </a:r>
            <a:r>
              <a:rPr lang="pt-BR" altLang="zh-CN" sz="3200" b="1" baseline="30000" dirty="0">
                <a:solidFill>
                  <a:srgbClr val="203864"/>
                </a:solidFill>
                <a:latin typeface="微软雅黑" panose="020B0503020204020204" pitchFamily="34" charset="-122"/>
                <a:ea typeface="+mn-ea"/>
              </a:rPr>
              <a:t>2</a:t>
            </a:r>
            <a:r>
              <a:rPr lang="pt-BR" altLang="zh-CN" sz="2400" b="1" i="1" dirty="0">
                <a:solidFill>
                  <a:srgbClr val="203864"/>
                </a:solidFill>
                <a:latin typeface="微软雅黑" panose="020B0503020204020204" pitchFamily="34" charset="-122"/>
                <a:ea typeface="+mn-ea"/>
              </a:rPr>
              <a:t>T</a:t>
            </a:r>
            <a:r>
              <a:rPr lang="pt-BR" altLang="zh-CN" sz="2400" b="1" dirty="0">
                <a:solidFill>
                  <a:srgbClr val="203864"/>
                </a:solidFill>
                <a:latin typeface="微软雅黑" panose="020B0503020204020204" pitchFamily="34" charset="-122"/>
                <a:ea typeface="+mn-ea"/>
              </a:rPr>
              <a:t>(</a:t>
            </a:r>
            <a:r>
              <a:rPr lang="pt-BR" altLang="zh-CN" sz="2400" b="1" i="1" dirty="0">
                <a:solidFill>
                  <a:srgbClr val="203864"/>
                </a:solidFill>
                <a:latin typeface="微软雅黑" panose="020B0503020204020204" pitchFamily="34" charset="-122"/>
                <a:ea typeface="+mn-ea"/>
              </a:rPr>
              <a:t>n</a:t>
            </a:r>
            <a:r>
              <a:rPr lang="pt-BR" altLang="zh-CN" sz="2400" b="1" dirty="0">
                <a:solidFill>
                  <a:srgbClr val="203864"/>
                </a:solidFill>
                <a:latin typeface="微软雅黑" panose="020B0503020204020204" pitchFamily="34" charset="-122"/>
                <a:ea typeface="+mn-ea"/>
              </a:rPr>
              <a:t>-2)+c2</a:t>
            </a:r>
            <a:r>
              <a:rPr lang="pt-BR" altLang="zh-CN" sz="2800" b="1" baseline="30000" dirty="0">
                <a:solidFill>
                  <a:srgbClr val="203864"/>
                </a:solidFill>
                <a:latin typeface="微软雅黑" panose="020B0503020204020204" pitchFamily="34" charset="-122"/>
                <a:ea typeface="+mn-ea"/>
              </a:rPr>
              <a:t>1</a:t>
            </a:r>
            <a:r>
              <a:rPr lang="pt-BR" altLang="zh-CN" sz="2400" b="1" dirty="0">
                <a:solidFill>
                  <a:srgbClr val="203864"/>
                </a:solidFill>
                <a:latin typeface="微软雅黑" panose="020B0503020204020204" pitchFamily="34" charset="-122"/>
                <a:ea typeface="+mn-ea"/>
              </a:rPr>
              <a:t>+c</a:t>
            </a:r>
          </a:p>
          <a:p>
            <a:pPr eaLnBrk="1" fontAlgn="auto" hangingPunct="1">
              <a:lnSpc>
                <a:spcPts val="3063"/>
              </a:lnSpc>
              <a:spcBef>
                <a:spcPts val="0"/>
              </a:spcBef>
              <a:spcAft>
                <a:spcPts val="0"/>
              </a:spcAft>
              <a:tabLst>
                <a:tab pos="552450" algn="l"/>
              </a:tabLst>
              <a:defRPr/>
            </a:pPr>
            <a:r>
              <a:rPr lang="pt-BR" altLang="zh-CN" sz="2400" b="1" dirty="0">
                <a:solidFill>
                  <a:srgbClr val="203864"/>
                </a:solidFill>
                <a:latin typeface="微软雅黑" panose="020B0503020204020204" pitchFamily="34" charset="-122"/>
                <a:ea typeface="+mn-ea"/>
              </a:rPr>
              <a:t>	= 2</a:t>
            </a:r>
            <a:r>
              <a:rPr lang="pt-BR" altLang="zh-CN" sz="2400" b="1" baseline="30000" dirty="0">
                <a:solidFill>
                  <a:srgbClr val="203864"/>
                </a:solidFill>
                <a:latin typeface="微软雅黑" panose="020B0503020204020204" pitchFamily="34" charset="-122"/>
                <a:ea typeface="+mn-ea"/>
              </a:rPr>
              <a:t>3</a:t>
            </a:r>
            <a:r>
              <a:rPr lang="pt-BR" altLang="zh-CN" sz="2400" b="1" i="1" dirty="0">
                <a:solidFill>
                  <a:srgbClr val="203864"/>
                </a:solidFill>
                <a:latin typeface="微软雅黑" panose="020B0503020204020204" pitchFamily="34" charset="-122"/>
                <a:ea typeface="+mn-ea"/>
              </a:rPr>
              <a:t>T</a:t>
            </a:r>
            <a:r>
              <a:rPr lang="pt-BR" altLang="zh-CN" sz="2400" b="1" dirty="0">
                <a:solidFill>
                  <a:srgbClr val="203864"/>
                </a:solidFill>
                <a:latin typeface="微软雅黑" panose="020B0503020204020204" pitchFamily="34" charset="-122"/>
                <a:ea typeface="+mn-ea"/>
              </a:rPr>
              <a:t>(</a:t>
            </a:r>
            <a:r>
              <a:rPr lang="pt-BR" altLang="zh-CN" sz="2400" b="1" i="1" dirty="0">
                <a:solidFill>
                  <a:srgbClr val="203864"/>
                </a:solidFill>
                <a:latin typeface="微软雅黑" panose="020B0503020204020204" pitchFamily="34" charset="-122"/>
                <a:ea typeface="+mn-ea"/>
              </a:rPr>
              <a:t>n</a:t>
            </a:r>
            <a:r>
              <a:rPr lang="pt-BR" altLang="zh-CN" sz="2400" b="1" dirty="0">
                <a:solidFill>
                  <a:srgbClr val="203864"/>
                </a:solidFill>
                <a:latin typeface="微软雅黑" panose="020B0503020204020204" pitchFamily="34" charset="-122"/>
                <a:ea typeface="+mn-ea"/>
              </a:rPr>
              <a:t>-3)+c2</a:t>
            </a:r>
            <a:r>
              <a:rPr lang="pt-BR" altLang="zh-CN" sz="3200" b="1" baseline="30000" dirty="0">
                <a:solidFill>
                  <a:srgbClr val="203864"/>
                </a:solidFill>
                <a:latin typeface="微软雅黑" panose="020B0503020204020204" pitchFamily="34" charset="-122"/>
                <a:ea typeface="+mn-ea"/>
              </a:rPr>
              <a:t>2</a:t>
            </a:r>
            <a:r>
              <a:rPr lang="pt-BR" altLang="zh-CN" sz="2400" b="1" dirty="0">
                <a:solidFill>
                  <a:srgbClr val="203864"/>
                </a:solidFill>
                <a:latin typeface="微软雅黑" panose="020B0503020204020204" pitchFamily="34" charset="-122"/>
                <a:ea typeface="+mn-ea"/>
              </a:rPr>
              <a:t>+c2</a:t>
            </a:r>
            <a:r>
              <a:rPr lang="pt-BR" altLang="zh-CN" sz="2800" b="1" baseline="30000" dirty="0">
                <a:solidFill>
                  <a:srgbClr val="203864"/>
                </a:solidFill>
                <a:latin typeface="微软雅黑" panose="020B0503020204020204" pitchFamily="34" charset="-122"/>
                <a:ea typeface="+mn-ea"/>
              </a:rPr>
              <a:t>1</a:t>
            </a:r>
            <a:r>
              <a:rPr lang="pt-BR" altLang="zh-CN" sz="2400" b="1" dirty="0">
                <a:solidFill>
                  <a:srgbClr val="203864"/>
                </a:solidFill>
                <a:latin typeface="微软雅黑" panose="020B0503020204020204" pitchFamily="34" charset="-122"/>
                <a:ea typeface="+mn-ea"/>
              </a:rPr>
              <a:t>+c</a:t>
            </a:r>
          </a:p>
          <a:p>
            <a:pPr eaLnBrk="1" fontAlgn="auto" hangingPunct="1">
              <a:lnSpc>
                <a:spcPts val="3035"/>
              </a:lnSpc>
              <a:spcBef>
                <a:spcPts val="0"/>
              </a:spcBef>
              <a:spcAft>
                <a:spcPts val="0"/>
              </a:spcAft>
              <a:tabLst>
                <a:tab pos="552450" algn="l"/>
              </a:tabLst>
              <a:defRPr/>
            </a:pPr>
            <a:r>
              <a:rPr lang="pt-BR" altLang="zh-CN" sz="2400" b="1" dirty="0">
                <a:solidFill>
                  <a:srgbClr val="203864"/>
                </a:solidFill>
                <a:latin typeface="微软雅黑" panose="020B0503020204020204" pitchFamily="34" charset="-122"/>
                <a:ea typeface="+mn-ea"/>
              </a:rPr>
              <a:t>	= …</a:t>
            </a:r>
          </a:p>
          <a:p>
            <a:pPr eaLnBrk="1" fontAlgn="auto" hangingPunct="1">
              <a:lnSpc>
                <a:spcPts val="3085"/>
              </a:lnSpc>
              <a:spcBef>
                <a:spcPts val="0"/>
              </a:spcBef>
              <a:spcAft>
                <a:spcPts val="0"/>
              </a:spcAft>
              <a:tabLst>
                <a:tab pos="552450" algn="l"/>
              </a:tabLst>
              <a:defRPr/>
            </a:pPr>
            <a:r>
              <a:rPr lang="pt-BR" altLang="zh-CN" sz="2400" b="1" dirty="0">
                <a:solidFill>
                  <a:srgbClr val="203864"/>
                </a:solidFill>
                <a:latin typeface="微软雅黑" panose="020B0503020204020204" pitchFamily="34" charset="-122"/>
                <a:ea typeface="+mn-ea"/>
              </a:rPr>
              <a:t>	= 2</a:t>
            </a:r>
            <a:r>
              <a:rPr lang="pt-BR" altLang="zh-CN" sz="2800" b="1" i="1" baseline="30000" dirty="0">
                <a:solidFill>
                  <a:srgbClr val="203864"/>
                </a:solidFill>
                <a:latin typeface="微软雅黑" panose="020B0503020204020204" pitchFamily="34" charset="-122"/>
                <a:ea typeface="+mn-ea"/>
              </a:rPr>
              <a:t>n-1</a:t>
            </a:r>
            <a:r>
              <a:rPr lang="pt-BR" altLang="zh-CN" sz="2400" b="1" i="1" dirty="0">
                <a:solidFill>
                  <a:srgbClr val="203864"/>
                </a:solidFill>
                <a:latin typeface="微软雅黑" panose="020B0503020204020204" pitchFamily="34" charset="-122"/>
                <a:ea typeface="+mn-ea"/>
              </a:rPr>
              <a:t>T</a:t>
            </a:r>
            <a:r>
              <a:rPr lang="pt-BR" altLang="zh-CN" sz="2400" b="1" dirty="0">
                <a:solidFill>
                  <a:srgbClr val="203864"/>
                </a:solidFill>
                <a:latin typeface="微软雅黑" panose="020B0503020204020204" pitchFamily="34" charset="-122"/>
                <a:ea typeface="+mn-ea"/>
              </a:rPr>
              <a:t>(1)+c2</a:t>
            </a:r>
            <a:r>
              <a:rPr lang="pt-BR" altLang="zh-CN" sz="2800" b="1" i="1" baseline="30000" dirty="0">
                <a:solidFill>
                  <a:srgbClr val="203864"/>
                </a:solidFill>
                <a:latin typeface="微软雅黑" panose="020B0503020204020204" pitchFamily="34" charset="-122"/>
                <a:ea typeface="+mn-ea"/>
              </a:rPr>
              <a:t>n-2</a:t>
            </a:r>
            <a:r>
              <a:rPr lang="pt-BR" altLang="zh-CN" sz="2400" b="1" dirty="0">
                <a:solidFill>
                  <a:srgbClr val="203864"/>
                </a:solidFill>
                <a:latin typeface="微软雅黑" panose="020B0503020204020204" pitchFamily="34" charset="-122"/>
                <a:ea typeface="+mn-ea"/>
              </a:rPr>
              <a:t>+…+c2</a:t>
            </a:r>
            <a:r>
              <a:rPr lang="pt-BR" altLang="zh-CN" sz="3200" b="1" baseline="30000" dirty="0">
                <a:solidFill>
                  <a:srgbClr val="203864"/>
                </a:solidFill>
                <a:latin typeface="微软雅黑" panose="020B0503020204020204" pitchFamily="34" charset="-122"/>
                <a:ea typeface="+mn-ea"/>
              </a:rPr>
              <a:t>2</a:t>
            </a:r>
            <a:r>
              <a:rPr lang="pt-BR" altLang="zh-CN" sz="2400" b="1" dirty="0">
                <a:solidFill>
                  <a:srgbClr val="203864"/>
                </a:solidFill>
                <a:latin typeface="微软雅黑" panose="020B0503020204020204" pitchFamily="34" charset="-122"/>
                <a:ea typeface="+mn-ea"/>
              </a:rPr>
              <a:t>+c2</a:t>
            </a:r>
            <a:r>
              <a:rPr lang="pt-BR" altLang="zh-CN" sz="2800" b="1" baseline="30000" dirty="0">
                <a:solidFill>
                  <a:srgbClr val="203864"/>
                </a:solidFill>
                <a:latin typeface="微软雅黑" panose="020B0503020204020204" pitchFamily="34" charset="-122"/>
                <a:ea typeface="+mn-ea"/>
              </a:rPr>
              <a:t>1</a:t>
            </a:r>
            <a:r>
              <a:rPr lang="pt-BR" altLang="zh-CN" sz="2400" b="1" dirty="0">
                <a:solidFill>
                  <a:srgbClr val="203864"/>
                </a:solidFill>
                <a:latin typeface="微软雅黑" panose="020B0503020204020204" pitchFamily="34" charset="-122"/>
                <a:ea typeface="+mn-ea"/>
              </a:rPr>
              <a:t>+c</a:t>
            </a:r>
          </a:p>
          <a:p>
            <a:pPr eaLnBrk="1" fontAlgn="auto" hangingPunct="1">
              <a:lnSpc>
                <a:spcPts val="3037"/>
              </a:lnSpc>
              <a:spcBef>
                <a:spcPts val="0"/>
              </a:spcBef>
              <a:spcAft>
                <a:spcPts val="0"/>
              </a:spcAft>
              <a:tabLst>
                <a:tab pos="552450" algn="l"/>
              </a:tabLst>
              <a:defRPr/>
            </a:pPr>
            <a:r>
              <a:rPr lang="pt-BR" altLang="zh-CN" sz="2400" b="1" dirty="0">
                <a:solidFill>
                  <a:srgbClr val="203864"/>
                </a:solidFill>
                <a:latin typeface="微软雅黑" panose="020B0503020204020204" pitchFamily="34" charset="-122"/>
                <a:ea typeface="+mn-ea"/>
              </a:rPr>
              <a:t>	= c(2</a:t>
            </a:r>
            <a:r>
              <a:rPr lang="pt-BR" altLang="zh-CN" sz="2800" b="1" i="1" baseline="30000" dirty="0">
                <a:solidFill>
                  <a:srgbClr val="203864"/>
                </a:solidFill>
                <a:latin typeface="微软雅黑" panose="020B0503020204020204" pitchFamily="34" charset="-122"/>
                <a:ea typeface="+mn-ea"/>
              </a:rPr>
              <a:t>n</a:t>
            </a:r>
            <a:r>
              <a:rPr lang="pt-BR" altLang="zh-CN" sz="2400" b="1" dirty="0">
                <a:solidFill>
                  <a:srgbClr val="203864"/>
                </a:solidFill>
                <a:latin typeface="微软雅黑" panose="020B0503020204020204" pitchFamily="34" charset="-122"/>
                <a:ea typeface="+mn-ea"/>
              </a:rPr>
              <a:t>-1)</a:t>
            </a:r>
          </a:p>
          <a:p>
            <a:pPr eaLnBrk="1" fontAlgn="auto" hangingPunct="1">
              <a:lnSpc>
                <a:spcPts val="3060"/>
              </a:lnSpc>
              <a:spcBef>
                <a:spcPts val="0"/>
              </a:spcBef>
              <a:spcAft>
                <a:spcPts val="0"/>
              </a:spcAft>
              <a:tabLst>
                <a:tab pos="552450" algn="l"/>
              </a:tabLst>
              <a:defRPr/>
            </a:pPr>
            <a:r>
              <a:rPr lang="pt-BR" altLang="zh-CN" sz="2400" b="1" dirty="0">
                <a:solidFill>
                  <a:srgbClr val="203864"/>
                </a:solidFill>
                <a:latin typeface="微软雅黑" panose="020B0503020204020204" pitchFamily="34" charset="-122"/>
                <a:ea typeface="+mn-ea"/>
              </a:rPr>
              <a:t>	= O(2</a:t>
            </a:r>
            <a:r>
              <a:rPr lang="pt-BR" altLang="zh-CN" sz="3200" b="1" i="1" baseline="30000" dirty="0">
                <a:solidFill>
                  <a:srgbClr val="203864"/>
                </a:solidFill>
                <a:latin typeface="微软雅黑" panose="020B0503020204020204" pitchFamily="34" charset="-122"/>
                <a:ea typeface="+mn-ea"/>
              </a:rPr>
              <a:t>n </a:t>
            </a:r>
            <a:r>
              <a:rPr lang="pt-BR" altLang="zh-CN" sz="2400" b="1" dirty="0">
                <a:solidFill>
                  <a:srgbClr val="203864"/>
                </a:solidFill>
                <a:latin typeface="微软雅黑" panose="020B0503020204020204" pitchFamily="34" charset="-122"/>
                <a:ea typeface="+mn-ea"/>
              </a:rPr>
              <a:t>)</a:t>
            </a:r>
            <a:endParaRPr lang="zh-CN" altLang="en-US" sz="2400" b="1" dirty="0">
              <a:solidFill>
                <a:srgbClr val="203864"/>
              </a:solidFill>
              <a:latin typeface="微软雅黑" panose="020B0503020204020204" pitchFamily="34" charset="-122"/>
              <a:ea typeface="+mn-ea"/>
            </a:endParaRPr>
          </a:p>
        </p:txBody>
      </p:sp>
      <p:cxnSp>
        <p:nvCxnSpPr>
          <p:cNvPr id="6" name="直接连接符 5">
            <a:extLst>
              <a:ext uri="{FF2B5EF4-FFF2-40B4-BE49-F238E27FC236}">
                <a16:creationId xmlns:a16="http://schemas.microsoft.com/office/drawing/2014/main" id="{D0B32961-1724-B9CE-C471-1CFDA711620E}"/>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myslide9">
    <p:spTree>
      <p:nvGrpSpPr>
        <p:cNvPr id="1" name=""/>
        <p:cNvGrpSpPr/>
        <p:nvPr/>
      </p:nvGrpSpPr>
      <p:grpSpPr>
        <a:xfrm>
          <a:off x="0" y="0"/>
          <a:ext cx="0" cy="0"/>
          <a:chOff x="0" y="0"/>
          <a:chExt cx="0" cy="0"/>
        </a:xfrm>
      </p:grpSpPr>
      <p:pic>
        <p:nvPicPr>
          <p:cNvPr id="10244" name="图片 4">
            <a:extLst>
              <a:ext uri="{FF2B5EF4-FFF2-40B4-BE49-F238E27FC236}">
                <a16:creationId xmlns:a16="http://schemas.microsoft.com/office/drawing/2014/main" id="{FF19F8A0-2AA8-4A2D-9111-4E42BFEF021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24200" y="4267200"/>
            <a:ext cx="3162300" cy="153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文本框 11">
            <a:extLst>
              <a:ext uri="{FF2B5EF4-FFF2-40B4-BE49-F238E27FC236}">
                <a16:creationId xmlns:a16="http://schemas.microsoft.com/office/drawing/2014/main" id="{5F38F2F8-1DA9-4F20-BB9F-60AF016E2171}"/>
              </a:ext>
            </a:extLst>
          </p:cNvPr>
          <p:cNvSpPr txBox="1"/>
          <p:nvPr/>
        </p:nvSpPr>
        <p:spPr>
          <a:xfrm>
            <a:off x="246460" y="5713810"/>
            <a:ext cx="72136" cy="142924"/>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902" b="1">
                <a:solidFill>
                  <a:srgbClr val="898989"/>
                </a:solidFill>
                <a:latin typeface="微软雅黑" panose="020B0503020204020204" pitchFamily="34" charset="-122"/>
                <a:ea typeface="+mn-ea"/>
              </a:rPr>
              <a:t>9</a:t>
            </a:r>
            <a:endParaRPr lang="zh-CN" altLang="en-US" sz="902" b="1">
              <a:solidFill>
                <a:srgbClr val="898989"/>
              </a:solidFill>
              <a:latin typeface="微软雅黑" panose="020B0503020204020204" pitchFamily="34" charset="-122"/>
              <a:ea typeface="+mn-ea"/>
            </a:endParaRPr>
          </a:p>
        </p:txBody>
      </p:sp>
      <p:sp>
        <p:nvSpPr>
          <p:cNvPr id="13" name="文本框 12">
            <a:extLst>
              <a:ext uri="{FF2B5EF4-FFF2-40B4-BE49-F238E27FC236}">
                <a16:creationId xmlns:a16="http://schemas.microsoft.com/office/drawing/2014/main" id="{2637804F-0BFD-4953-91C4-14D06993DD73}"/>
              </a:ext>
            </a:extLst>
          </p:cNvPr>
          <p:cNvSpPr txBox="1"/>
          <p:nvPr/>
        </p:nvSpPr>
        <p:spPr>
          <a:xfrm>
            <a:off x="522685" y="1593056"/>
            <a:ext cx="3440044" cy="1765996"/>
          </a:xfrm>
          <a:prstGeom prst="rect">
            <a:avLst/>
          </a:prstGeom>
          <a:noFill/>
        </p:spPr>
        <p:txBody>
          <a:bodyPr wrap="none" lIns="0" tIns="0" rIns="0" bIns="0">
            <a:spAutoFit/>
          </a:bodyPr>
          <a:lstStyle/>
          <a:p>
            <a:pPr eaLnBrk="1" fontAlgn="auto" hangingPunct="1">
              <a:lnSpc>
                <a:spcPts val="3542"/>
              </a:lnSpc>
              <a:spcBef>
                <a:spcPts val="0"/>
              </a:spcBef>
              <a:spcAft>
                <a:spcPts val="0"/>
              </a:spcAft>
              <a:tabLst>
                <a:tab pos="438150" algn="l"/>
              </a:tabLst>
              <a:defRPr/>
            </a:pPr>
            <a:r>
              <a:rPr lang="en-US" altLang="zh-CN" sz="2702" b="1" dirty="0">
                <a:solidFill>
                  <a:srgbClr val="ED7D31"/>
                </a:solidFill>
                <a:latin typeface="微软雅黑" panose="020B0503020204020204" pitchFamily="34" charset="-122"/>
                <a:ea typeface="+mn-ea"/>
              </a:rPr>
              <a:t>2. </a:t>
            </a:r>
            <a:r>
              <a:rPr lang="zh-CN" altLang="en-US" sz="2702" b="1" dirty="0">
                <a:solidFill>
                  <a:srgbClr val="ED7D31"/>
                </a:solidFill>
                <a:latin typeface="微软雅黑" panose="020B0503020204020204" pitchFamily="34" charset="-122"/>
                <a:ea typeface="+mn-ea"/>
              </a:rPr>
              <a:t>代入法</a:t>
            </a:r>
          </a:p>
          <a:p>
            <a:pPr eaLnBrk="1" fontAlgn="auto" hangingPunct="1">
              <a:lnSpc>
                <a:spcPts val="750"/>
              </a:lnSpc>
              <a:spcBef>
                <a:spcPts val="0"/>
              </a:spcBef>
              <a:spcAft>
                <a:spcPts val="0"/>
              </a:spcAft>
              <a:tabLst>
                <a:tab pos="438150" algn="l"/>
              </a:tabLst>
              <a:defRPr/>
            </a:pPr>
            <a:endParaRPr lang="zh-CN" altLang="en-US" sz="2702" b="1" dirty="0">
              <a:solidFill>
                <a:srgbClr val="ED7D31"/>
              </a:solidFill>
              <a:latin typeface="微软雅黑" panose="020B0503020204020204" pitchFamily="34" charset="-122"/>
              <a:ea typeface="+mn-ea"/>
            </a:endParaRPr>
          </a:p>
          <a:p>
            <a:pPr eaLnBrk="1" fontAlgn="auto" hangingPunct="1">
              <a:lnSpc>
                <a:spcPts val="750"/>
              </a:lnSpc>
              <a:spcBef>
                <a:spcPts val="0"/>
              </a:spcBef>
              <a:spcAft>
                <a:spcPts val="0"/>
              </a:spcAft>
              <a:tabLst>
                <a:tab pos="438150" algn="l"/>
              </a:tabLst>
              <a:defRPr/>
            </a:pPr>
            <a:endParaRPr lang="zh-CN" altLang="en-US" sz="2702" b="1" dirty="0">
              <a:solidFill>
                <a:srgbClr val="ED7D31"/>
              </a:solidFill>
              <a:latin typeface="微软雅黑" panose="020B0503020204020204" pitchFamily="34" charset="-122"/>
              <a:ea typeface="+mn-ea"/>
            </a:endParaRPr>
          </a:p>
          <a:p>
            <a:pPr eaLnBrk="1" fontAlgn="auto" hangingPunct="1">
              <a:lnSpc>
                <a:spcPts val="750"/>
              </a:lnSpc>
              <a:spcBef>
                <a:spcPts val="0"/>
              </a:spcBef>
              <a:spcAft>
                <a:spcPts val="0"/>
              </a:spcAft>
              <a:tabLst>
                <a:tab pos="438150" algn="l"/>
              </a:tabLst>
              <a:defRPr/>
            </a:pPr>
            <a:endParaRPr lang="zh-CN" altLang="en-US" sz="2702" b="1" dirty="0">
              <a:solidFill>
                <a:srgbClr val="ED7D31"/>
              </a:solidFill>
              <a:latin typeface="微软雅黑" panose="020B0503020204020204" pitchFamily="34" charset="-122"/>
              <a:ea typeface="+mn-ea"/>
            </a:endParaRPr>
          </a:p>
          <a:p>
            <a:pPr eaLnBrk="1" fontAlgn="auto" hangingPunct="1">
              <a:lnSpc>
                <a:spcPts val="750"/>
              </a:lnSpc>
              <a:spcBef>
                <a:spcPts val="0"/>
              </a:spcBef>
              <a:spcAft>
                <a:spcPts val="0"/>
              </a:spcAft>
              <a:tabLst>
                <a:tab pos="438150" algn="l"/>
              </a:tabLst>
              <a:defRPr/>
            </a:pPr>
            <a:endParaRPr lang="zh-CN" altLang="en-US" sz="2702" b="1" dirty="0">
              <a:solidFill>
                <a:srgbClr val="ED7D31"/>
              </a:solidFill>
              <a:latin typeface="微软雅黑" panose="020B0503020204020204" pitchFamily="34" charset="-122"/>
              <a:ea typeface="+mn-ea"/>
            </a:endParaRPr>
          </a:p>
          <a:p>
            <a:pPr eaLnBrk="1" fontAlgn="auto" hangingPunct="1">
              <a:lnSpc>
                <a:spcPts val="3262"/>
              </a:lnSpc>
              <a:spcBef>
                <a:spcPts val="0"/>
              </a:spcBef>
              <a:spcAft>
                <a:spcPts val="0"/>
              </a:spcAft>
              <a:tabLst>
                <a:tab pos="438150" algn="l"/>
              </a:tabLst>
              <a:defRPr/>
            </a:pPr>
            <a:r>
              <a:rPr lang="zh-CN" altLang="en-US" sz="2702" b="1" dirty="0">
                <a:solidFill>
                  <a:srgbClr val="ED7D31"/>
                </a:solidFill>
                <a:latin typeface="微软雅黑" panose="020B0503020204020204" pitchFamily="34" charset="-122"/>
                <a:ea typeface="+mn-ea"/>
              </a:rPr>
              <a:t>	</a:t>
            </a:r>
            <a:r>
              <a:rPr lang="zh-CN" altLang="en-US" sz="2097" dirty="0">
                <a:solidFill>
                  <a:srgbClr val="ED7D31"/>
                </a:solidFill>
                <a:latin typeface="Wingdings" panose="05000000000000000000" pitchFamily="2" charset="2"/>
                <a:ea typeface="+mn-ea"/>
              </a:rPr>
              <a:t> </a:t>
            </a:r>
            <a:r>
              <a:rPr lang="zh-CN" altLang="en-US" sz="2400" b="1" dirty="0">
                <a:solidFill>
                  <a:srgbClr val="203864"/>
                </a:solidFill>
                <a:latin typeface="微软雅黑" panose="020B0503020204020204" pitchFamily="34" charset="-122"/>
                <a:ea typeface="+mn-ea"/>
              </a:rPr>
              <a:t>猜测解的形式</a:t>
            </a:r>
          </a:p>
          <a:p>
            <a:pPr eaLnBrk="1" fontAlgn="auto" hangingPunct="1">
              <a:lnSpc>
                <a:spcPts val="750"/>
              </a:lnSpc>
              <a:spcBef>
                <a:spcPts val="0"/>
              </a:spcBef>
              <a:spcAft>
                <a:spcPts val="0"/>
              </a:spcAft>
              <a:tabLst>
                <a:tab pos="438150" algn="l"/>
              </a:tabLst>
              <a:defRPr/>
            </a:pPr>
            <a:endParaRPr lang="zh-CN" altLang="en-US" sz="2097" b="1" dirty="0">
              <a:solidFill>
                <a:srgbClr val="203864"/>
              </a:solidFill>
              <a:latin typeface="微软雅黑" panose="020B0503020204020204" pitchFamily="34" charset="-122"/>
              <a:ea typeface="+mn-ea"/>
            </a:endParaRPr>
          </a:p>
          <a:p>
            <a:pPr eaLnBrk="1" fontAlgn="auto" hangingPunct="1">
              <a:lnSpc>
                <a:spcPts val="3177"/>
              </a:lnSpc>
              <a:spcBef>
                <a:spcPts val="0"/>
              </a:spcBef>
              <a:spcAft>
                <a:spcPts val="0"/>
              </a:spcAft>
              <a:tabLst>
                <a:tab pos="438150" algn="l"/>
              </a:tabLst>
              <a:defRPr/>
            </a:pPr>
            <a:r>
              <a:rPr lang="zh-CN" altLang="en-US" sz="2097" b="1" dirty="0">
                <a:solidFill>
                  <a:srgbClr val="203864"/>
                </a:solidFill>
                <a:latin typeface="微软雅黑" panose="020B0503020204020204" pitchFamily="34" charset="-122"/>
                <a:ea typeface="+mn-ea"/>
              </a:rPr>
              <a:t>	</a:t>
            </a:r>
            <a:r>
              <a:rPr lang="zh-CN" altLang="en-US" sz="2099" dirty="0">
                <a:solidFill>
                  <a:srgbClr val="ED7D31"/>
                </a:solidFill>
                <a:latin typeface="Wingdings" panose="05000000000000000000" pitchFamily="2" charset="2"/>
                <a:ea typeface="+mn-ea"/>
              </a:rPr>
              <a:t> </a:t>
            </a:r>
            <a:r>
              <a:rPr lang="zh-CN" altLang="en-US" sz="2400" b="1" dirty="0">
                <a:solidFill>
                  <a:srgbClr val="203864"/>
                </a:solidFill>
                <a:latin typeface="微软雅黑" panose="020B0503020204020204" pitchFamily="34" charset="-122"/>
                <a:ea typeface="+mn-ea"/>
              </a:rPr>
              <a:t>用数学归纳法证明</a:t>
            </a:r>
            <a:endParaRPr lang="zh-CN" altLang="en-US" sz="2099" b="1" dirty="0">
              <a:solidFill>
                <a:srgbClr val="203864"/>
              </a:solidFill>
              <a:latin typeface="微软雅黑" panose="020B0503020204020204" pitchFamily="34" charset="-122"/>
              <a:ea typeface="+mn-ea"/>
            </a:endParaRPr>
          </a:p>
        </p:txBody>
      </p:sp>
      <p:cxnSp>
        <p:nvCxnSpPr>
          <p:cNvPr id="2" name="直接连接符 1">
            <a:extLst>
              <a:ext uri="{FF2B5EF4-FFF2-40B4-BE49-F238E27FC236}">
                <a16:creationId xmlns:a16="http://schemas.microsoft.com/office/drawing/2014/main" id="{B1ED4662-CD20-2834-30B3-A41B9AE737BB}"/>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myslide10">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AAB6656D-FCE6-4F80-A8E2-E7063BD242C2}"/>
              </a:ext>
            </a:extLst>
          </p:cNvPr>
          <p:cNvSpPr txBox="1"/>
          <p:nvPr/>
        </p:nvSpPr>
        <p:spPr>
          <a:xfrm>
            <a:off x="176212" y="5713810"/>
            <a:ext cx="144270" cy="142924"/>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902" b="1">
                <a:solidFill>
                  <a:srgbClr val="898989"/>
                </a:solidFill>
                <a:latin typeface="微软雅黑" panose="020B0503020204020204" pitchFamily="34" charset="-122"/>
                <a:ea typeface="+mn-ea"/>
              </a:rPr>
              <a:t>10</a:t>
            </a:r>
            <a:endParaRPr lang="zh-CN" altLang="en-US" sz="902" b="1">
              <a:solidFill>
                <a:srgbClr val="898989"/>
              </a:solidFill>
              <a:latin typeface="微软雅黑" panose="020B0503020204020204" pitchFamily="34" charset="-122"/>
              <a:ea typeface="+mn-ea"/>
            </a:endParaRPr>
          </a:p>
        </p:txBody>
      </p:sp>
      <p:sp>
        <p:nvSpPr>
          <p:cNvPr id="11" name="文本框 10">
            <a:extLst>
              <a:ext uri="{FF2B5EF4-FFF2-40B4-BE49-F238E27FC236}">
                <a16:creationId xmlns:a16="http://schemas.microsoft.com/office/drawing/2014/main" id="{65475438-ED76-4DDA-B36F-1B9841054763}"/>
              </a:ext>
            </a:extLst>
          </p:cNvPr>
          <p:cNvSpPr txBox="1"/>
          <p:nvPr/>
        </p:nvSpPr>
        <p:spPr>
          <a:xfrm>
            <a:off x="275035" y="1593057"/>
            <a:ext cx="8230138" cy="3347519"/>
          </a:xfrm>
          <a:prstGeom prst="rect">
            <a:avLst/>
          </a:prstGeom>
          <a:noFill/>
        </p:spPr>
        <p:txBody>
          <a:bodyPr wrap="square" lIns="0" tIns="0" rIns="0" bIns="0">
            <a:spAutoFit/>
          </a:bodyPr>
          <a:lstStyle/>
          <a:p>
            <a:pPr eaLnBrk="1" fontAlgn="auto" hangingPunct="1">
              <a:lnSpc>
                <a:spcPts val="3542"/>
              </a:lnSpc>
              <a:spcBef>
                <a:spcPts val="0"/>
              </a:spcBef>
              <a:spcAft>
                <a:spcPts val="0"/>
              </a:spcAft>
              <a:tabLst>
                <a:tab pos="180975" algn="l"/>
                <a:tab pos="190500" algn="l"/>
                <a:tab pos="247650" algn="l"/>
                <a:tab pos="1038225" algn="l"/>
              </a:tabLst>
              <a:defRPr/>
            </a:pPr>
            <a:r>
              <a:rPr lang="zh-CN" altLang="en-US" dirty="0">
                <a:latin typeface="+mn-lt"/>
                <a:ea typeface="+mn-ea"/>
              </a:rPr>
              <a:t>			</a:t>
            </a:r>
            <a:r>
              <a:rPr lang="en-US" altLang="zh-CN" sz="2702" b="1" dirty="0">
                <a:solidFill>
                  <a:srgbClr val="ED7D31"/>
                </a:solidFill>
                <a:latin typeface="微软雅黑" panose="020B0503020204020204" pitchFamily="34" charset="-122"/>
                <a:ea typeface="+mn-ea"/>
              </a:rPr>
              <a:t>2. </a:t>
            </a:r>
            <a:r>
              <a:rPr lang="zh-CN" altLang="en-US" sz="2702" b="1" dirty="0">
                <a:solidFill>
                  <a:srgbClr val="ED7D31"/>
                </a:solidFill>
                <a:latin typeface="微软雅黑" panose="020B0503020204020204" pitchFamily="34" charset="-122"/>
                <a:ea typeface="+mn-ea"/>
              </a:rPr>
              <a:t>代入法</a:t>
            </a:r>
          </a:p>
          <a:p>
            <a:pPr eaLnBrk="1" fontAlgn="auto" hangingPunct="1">
              <a:lnSpc>
                <a:spcPts val="750"/>
              </a:lnSpc>
              <a:spcBef>
                <a:spcPts val="0"/>
              </a:spcBef>
              <a:spcAft>
                <a:spcPts val="0"/>
              </a:spcAft>
              <a:tabLst>
                <a:tab pos="180975" algn="l"/>
                <a:tab pos="190500" algn="l"/>
                <a:tab pos="247650" algn="l"/>
                <a:tab pos="1038225" algn="l"/>
              </a:tabLst>
              <a:defRPr/>
            </a:pPr>
            <a:endParaRPr lang="zh-CN" altLang="en-US" sz="2702" b="1" dirty="0">
              <a:solidFill>
                <a:srgbClr val="ED7D31"/>
              </a:solidFill>
              <a:latin typeface="微软雅黑" panose="020B0503020204020204" pitchFamily="34" charset="-122"/>
              <a:ea typeface="+mn-ea"/>
            </a:endParaRPr>
          </a:p>
          <a:p>
            <a:pPr eaLnBrk="1" fontAlgn="auto" hangingPunct="1">
              <a:lnSpc>
                <a:spcPts val="750"/>
              </a:lnSpc>
              <a:spcBef>
                <a:spcPts val="0"/>
              </a:spcBef>
              <a:spcAft>
                <a:spcPts val="0"/>
              </a:spcAft>
              <a:tabLst>
                <a:tab pos="180975" algn="l"/>
                <a:tab pos="190500" algn="l"/>
                <a:tab pos="247650" algn="l"/>
                <a:tab pos="1038225" algn="l"/>
              </a:tabLst>
              <a:defRPr/>
            </a:pPr>
            <a:endParaRPr lang="zh-CN" altLang="en-US" sz="2702" b="1" dirty="0">
              <a:solidFill>
                <a:srgbClr val="ED7D31"/>
              </a:solidFill>
              <a:latin typeface="微软雅黑" panose="020B0503020204020204" pitchFamily="34" charset="-122"/>
              <a:ea typeface="+mn-ea"/>
            </a:endParaRPr>
          </a:p>
          <a:p>
            <a:pPr eaLnBrk="1" fontAlgn="auto" hangingPunct="1">
              <a:lnSpc>
                <a:spcPts val="750"/>
              </a:lnSpc>
              <a:spcBef>
                <a:spcPts val="0"/>
              </a:spcBef>
              <a:spcAft>
                <a:spcPts val="0"/>
              </a:spcAft>
              <a:tabLst>
                <a:tab pos="180975" algn="l"/>
                <a:tab pos="190500" algn="l"/>
                <a:tab pos="247650" algn="l"/>
                <a:tab pos="1038225" algn="l"/>
              </a:tabLst>
              <a:defRPr/>
            </a:pPr>
            <a:endParaRPr lang="zh-CN" altLang="en-US" sz="2702" b="1" dirty="0">
              <a:solidFill>
                <a:srgbClr val="ED7D31"/>
              </a:solidFill>
              <a:latin typeface="微软雅黑" panose="020B0503020204020204" pitchFamily="34" charset="-122"/>
              <a:ea typeface="+mn-ea"/>
            </a:endParaRPr>
          </a:p>
          <a:p>
            <a:pPr eaLnBrk="1" fontAlgn="auto" hangingPunct="1">
              <a:lnSpc>
                <a:spcPts val="750"/>
              </a:lnSpc>
              <a:spcBef>
                <a:spcPts val="0"/>
              </a:spcBef>
              <a:spcAft>
                <a:spcPts val="0"/>
              </a:spcAft>
              <a:tabLst>
                <a:tab pos="180975" algn="l"/>
                <a:tab pos="190500" algn="l"/>
                <a:tab pos="247650" algn="l"/>
                <a:tab pos="1038225" algn="l"/>
              </a:tabLst>
              <a:defRPr/>
            </a:pPr>
            <a:endParaRPr lang="zh-CN" altLang="en-US" sz="2702" b="1" dirty="0">
              <a:solidFill>
                <a:srgbClr val="ED7D31"/>
              </a:solidFill>
              <a:latin typeface="微软雅黑" panose="020B0503020204020204" pitchFamily="34" charset="-122"/>
              <a:ea typeface="+mn-ea"/>
            </a:endParaRPr>
          </a:p>
          <a:p>
            <a:pPr eaLnBrk="1" fontAlgn="auto" hangingPunct="1">
              <a:lnSpc>
                <a:spcPts val="2827"/>
              </a:lnSpc>
              <a:spcBef>
                <a:spcPts val="0"/>
              </a:spcBef>
              <a:spcAft>
                <a:spcPts val="0"/>
              </a:spcAft>
              <a:tabLst>
                <a:tab pos="180975" algn="l"/>
                <a:tab pos="190500" algn="l"/>
                <a:tab pos="247650" algn="l"/>
                <a:tab pos="1038225" algn="l"/>
              </a:tabLst>
              <a:defRPr/>
            </a:pPr>
            <a:r>
              <a:rPr lang="en-US" altLang="zh-CN" sz="2400" b="1" dirty="0">
                <a:solidFill>
                  <a:srgbClr val="002060"/>
                </a:solidFill>
                <a:latin typeface="微软雅黑" panose="020B0503020204020204" pitchFamily="34" charset="-122"/>
                <a:ea typeface="+mn-ea"/>
              </a:rPr>
              <a:t>【</a:t>
            </a:r>
            <a:r>
              <a:rPr lang="zh-CN" altLang="en-US" sz="2400" b="1" dirty="0">
                <a:solidFill>
                  <a:srgbClr val="002060"/>
                </a:solidFill>
                <a:latin typeface="微软雅黑" panose="020B0503020204020204" pitchFamily="34" charset="-122"/>
                <a:ea typeface="+mn-ea"/>
              </a:rPr>
              <a:t>例</a:t>
            </a:r>
            <a:r>
              <a:rPr lang="en-US" altLang="zh-CN" sz="2400" b="1" dirty="0">
                <a:solidFill>
                  <a:srgbClr val="002060"/>
                </a:solidFill>
                <a:latin typeface="微软雅黑" panose="020B0503020204020204" pitchFamily="34" charset="-122"/>
                <a:ea typeface="+mn-ea"/>
              </a:rPr>
              <a:t>3】 </a:t>
            </a:r>
            <a:r>
              <a:rPr lang="zh-CN" altLang="en-US" sz="2400" b="1" dirty="0">
                <a:solidFill>
                  <a:srgbClr val="002060"/>
                </a:solidFill>
                <a:latin typeface="微软雅黑" panose="020B0503020204020204" pitchFamily="34" charset="-122"/>
                <a:ea typeface="+mn-ea"/>
              </a:rPr>
              <a:t>求解递归方程</a:t>
            </a:r>
          </a:p>
          <a:p>
            <a:pPr eaLnBrk="1" fontAlgn="auto" hangingPunct="1">
              <a:lnSpc>
                <a:spcPts val="3053"/>
              </a:lnSpc>
              <a:spcBef>
                <a:spcPts val="0"/>
              </a:spcBef>
              <a:spcAft>
                <a:spcPts val="0"/>
              </a:spcAft>
              <a:tabLst>
                <a:tab pos="180975" algn="l"/>
                <a:tab pos="190500" algn="l"/>
                <a:tab pos="247650" algn="l"/>
                <a:tab pos="1038225" algn="l"/>
              </a:tabLst>
              <a:defRPr/>
            </a:pPr>
            <a:r>
              <a:rPr lang="zh-CN" altLang="en-US" sz="2400" b="1" dirty="0">
                <a:solidFill>
                  <a:srgbClr val="002060"/>
                </a:solidFill>
                <a:latin typeface="微软雅黑" panose="020B0503020204020204" pitchFamily="34" charset="-122"/>
                <a:ea typeface="+mn-ea"/>
              </a:rPr>
              <a:t>				</a:t>
            </a:r>
            <a:r>
              <a:rPr lang="en-US" altLang="zh-CN" sz="2400" b="1" dirty="0">
                <a:solidFill>
                  <a:srgbClr val="002060"/>
                </a:solidFill>
                <a:latin typeface="微软雅黑" panose="020B0503020204020204" pitchFamily="34" charset="-122"/>
                <a:ea typeface="+mn-ea"/>
              </a:rPr>
              <a:t>T(</a:t>
            </a:r>
            <a:r>
              <a:rPr lang="en-US" altLang="zh-CN" sz="2400" b="1" i="1" dirty="0">
                <a:solidFill>
                  <a:srgbClr val="002060"/>
                </a:solidFill>
                <a:latin typeface="微软雅黑" panose="020B0503020204020204" pitchFamily="34" charset="-122"/>
                <a:ea typeface="+mn-ea"/>
              </a:rPr>
              <a:t>n</a:t>
            </a:r>
            <a:r>
              <a:rPr lang="en-US" altLang="zh-CN" sz="2400" b="1" dirty="0">
                <a:solidFill>
                  <a:srgbClr val="002060"/>
                </a:solidFill>
                <a:latin typeface="微软雅黑" panose="020B0503020204020204" pitchFamily="34" charset="-122"/>
                <a:ea typeface="+mn-ea"/>
              </a:rPr>
              <a:t>) = 2T(</a:t>
            </a:r>
            <a:r>
              <a:rPr lang="en-US" altLang="zh-CN" sz="2400" b="1" i="1" dirty="0">
                <a:solidFill>
                  <a:srgbClr val="002060"/>
                </a:solidFill>
                <a:latin typeface="微软雅黑" panose="020B0503020204020204" pitchFamily="34" charset="-122"/>
                <a:ea typeface="+mn-ea"/>
              </a:rPr>
              <a:t>n</a:t>
            </a:r>
            <a:r>
              <a:rPr lang="en-US" altLang="zh-CN" sz="2400" b="1" dirty="0">
                <a:solidFill>
                  <a:srgbClr val="002060"/>
                </a:solidFill>
                <a:latin typeface="微软雅黑" panose="020B0503020204020204" pitchFamily="34" charset="-122"/>
                <a:ea typeface="+mn-ea"/>
              </a:rPr>
              <a:t>/2+5)+ n</a:t>
            </a:r>
          </a:p>
          <a:p>
            <a:pPr eaLnBrk="1" fontAlgn="auto" hangingPunct="1">
              <a:lnSpc>
                <a:spcPts val="750"/>
              </a:lnSpc>
              <a:spcBef>
                <a:spcPts val="0"/>
              </a:spcBef>
              <a:spcAft>
                <a:spcPts val="0"/>
              </a:spcAft>
              <a:tabLst>
                <a:tab pos="180975" algn="l"/>
                <a:tab pos="190500" algn="l"/>
                <a:tab pos="247650" algn="l"/>
                <a:tab pos="1038225" algn="l"/>
              </a:tabLst>
              <a:defRPr/>
            </a:pPr>
            <a:endParaRPr lang="en-US" altLang="zh-CN" sz="2400" b="1" dirty="0">
              <a:solidFill>
                <a:srgbClr val="002060"/>
              </a:solidFill>
              <a:latin typeface="微软雅黑" panose="020B0503020204020204" pitchFamily="34" charset="-122"/>
              <a:ea typeface="+mn-ea"/>
            </a:endParaRPr>
          </a:p>
          <a:p>
            <a:pPr eaLnBrk="1" fontAlgn="auto" hangingPunct="1">
              <a:lnSpc>
                <a:spcPts val="750"/>
              </a:lnSpc>
              <a:spcBef>
                <a:spcPts val="0"/>
              </a:spcBef>
              <a:spcAft>
                <a:spcPts val="0"/>
              </a:spcAft>
              <a:tabLst>
                <a:tab pos="180975" algn="l"/>
                <a:tab pos="190500" algn="l"/>
                <a:tab pos="247650" algn="l"/>
                <a:tab pos="1038225" algn="l"/>
              </a:tabLst>
              <a:defRPr/>
            </a:pPr>
            <a:endParaRPr lang="en-US" altLang="zh-CN" sz="2400" b="1" dirty="0">
              <a:solidFill>
                <a:srgbClr val="002060"/>
              </a:solidFill>
              <a:latin typeface="微软雅黑" panose="020B0503020204020204" pitchFamily="34" charset="-122"/>
              <a:ea typeface="+mn-ea"/>
            </a:endParaRPr>
          </a:p>
          <a:p>
            <a:pPr eaLnBrk="1" fontAlgn="auto" hangingPunct="1">
              <a:lnSpc>
                <a:spcPts val="750"/>
              </a:lnSpc>
              <a:spcBef>
                <a:spcPts val="0"/>
              </a:spcBef>
              <a:spcAft>
                <a:spcPts val="0"/>
              </a:spcAft>
              <a:tabLst>
                <a:tab pos="180975" algn="l"/>
                <a:tab pos="190500" algn="l"/>
                <a:tab pos="247650" algn="l"/>
                <a:tab pos="1038225" algn="l"/>
              </a:tabLst>
              <a:defRPr/>
            </a:pPr>
            <a:endParaRPr lang="en-US" altLang="zh-CN" sz="2400" b="1" dirty="0">
              <a:solidFill>
                <a:srgbClr val="002060"/>
              </a:solidFill>
              <a:latin typeface="微软雅黑" panose="020B0503020204020204" pitchFamily="34" charset="-122"/>
              <a:ea typeface="+mn-ea"/>
            </a:endParaRPr>
          </a:p>
          <a:p>
            <a:pPr eaLnBrk="1" fontAlgn="auto" hangingPunct="1">
              <a:lnSpc>
                <a:spcPts val="750"/>
              </a:lnSpc>
              <a:spcBef>
                <a:spcPts val="0"/>
              </a:spcBef>
              <a:spcAft>
                <a:spcPts val="0"/>
              </a:spcAft>
              <a:tabLst>
                <a:tab pos="180975" algn="l"/>
                <a:tab pos="190500" algn="l"/>
                <a:tab pos="247650" algn="l"/>
                <a:tab pos="1038225" algn="l"/>
              </a:tabLst>
              <a:defRPr/>
            </a:pPr>
            <a:endParaRPr lang="en-US" altLang="zh-CN" sz="2400" b="1" dirty="0">
              <a:solidFill>
                <a:srgbClr val="002060"/>
              </a:solidFill>
              <a:latin typeface="微软雅黑" panose="020B0503020204020204" pitchFamily="34" charset="-122"/>
              <a:ea typeface="+mn-ea"/>
            </a:endParaRPr>
          </a:p>
          <a:p>
            <a:pPr eaLnBrk="1" fontAlgn="auto" hangingPunct="1">
              <a:lnSpc>
                <a:spcPts val="3302"/>
              </a:lnSpc>
              <a:spcBef>
                <a:spcPts val="0"/>
              </a:spcBef>
              <a:spcAft>
                <a:spcPts val="0"/>
              </a:spcAft>
              <a:tabLst>
                <a:tab pos="180975" algn="l"/>
                <a:tab pos="190500" algn="l"/>
                <a:tab pos="247650" algn="l"/>
                <a:tab pos="1038225" algn="l"/>
              </a:tabLst>
              <a:defRPr/>
            </a:pPr>
            <a:r>
              <a:rPr lang="en-US" altLang="zh-CN" sz="2400" b="1" dirty="0">
                <a:solidFill>
                  <a:srgbClr val="002060"/>
                </a:solidFill>
                <a:latin typeface="微软雅黑" panose="020B0503020204020204" pitchFamily="34" charset="-122"/>
                <a:ea typeface="+mn-ea"/>
              </a:rPr>
              <a:t>	</a:t>
            </a:r>
            <a:r>
              <a:rPr lang="zh-CN" altLang="en-US" sz="2400" b="1" dirty="0">
                <a:solidFill>
                  <a:srgbClr val="ED7D31"/>
                </a:solidFill>
                <a:latin typeface="微软雅黑" panose="020B0503020204020204" pitchFamily="34" charset="-122"/>
                <a:ea typeface="+mn-ea"/>
              </a:rPr>
              <a:t>用代入法求解</a:t>
            </a:r>
          </a:p>
          <a:p>
            <a:pPr eaLnBrk="1" fontAlgn="auto" hangingPunct="1">
              <a:lnSpc>
                <a:spcPts val="750"/>
              </a:lnSpc>
              <a:spcBef>
                <a:spcPts val="0"/>
              </a:spcBef>
              <a:spcAft>
                <a:spcPts val="0"/>
              </a:spcAft>
              <a:tabLst>
                <a:tab pos="180975" algn="l"/>
                <a:tab pos="190500" algn="l"/>
                <a:tab pos="247650" algn="l"/>
                <a:tab pos="1038225" algn="l"/>
              </a:tabLst>
              <a:defRPr/>
            </a:pPr>
            <a:endParaRPr lang="zh-CN" altLang="en-US" sz="2400" b="1" dirty="0">
              <a:solidFill>
                <a:srgbClr val="ED7D31"/>
              </a:solidFill>
              <a:latin typeface="微软雅黑" panose="020B0503020204020204" pitchFamily="34" charset="-122"/>
              <a:ea typeface="+mn-ea"/>
            </a:endParaRPr>
          </a:p>
          <a:p>
            <a:pPr eaLnBrk="1" fontAlgn="auto" hangingPunct="1">
              <a:lnSpc>
                <a:spcPts val="3065"/>
              </a:lnSpc>
              <a:spcBef>
                <a:spcPts val="0"/>
              </a:spcBef>
              <a:spcAft>
                <a:spcPts val="0"/>
              </a:spcAft>
              <a:tabLst>
                <a:tab pos="180975" algn="l"/>
                <a:tab pos="190500" algn="l"/>
                <a:tab pos="247650" algn="l"/>
                <a:tab pos="1038225" algn="l"/>
              </a:tabLst>
              <a:defRPr/>
            </a:pPr>
            <a:r>
              <a:rPr lang="zh-CN" altLang="en-US" sz="2400" b="1" dirty="0">
                <a:solidFill>
                  <a:srgbClr val="ED7D31"/>
                </a:solidFill>
                <a:latin typeface="微软雅黑" panose="020B0503020204020204" pitchFamily="34" charset="-122"/>
                <a:ea typeface="+mn-ea"/>
              </a:rPr>
              <a:t>		</a:t>
            </a:r>
            <a:r>
              <a:rPr lang="zh-CN" altLang="en-US" sz="2400" b="1" dirty="0">
                <a:solidFill>
                  <a:srgbClr val="203864"/>
                </a:solidFill>
                <a:latin typeface="微软雅黑" panose="020B0503020204020204" pitchFamily="34" charset="-122"/>
                <a:ea typeface="+mn-ea"/>
              </a:rPr>
              <a:t>（</a:t>
            </a:r>
            <a:r>
              <a:rPr lang="en-US" altLang="zh-CN" sz="2400" b="1" dirty="0">
                <a:solidFill>
                  <a:srgbClr val="203864"/>
                </a:solidFill>
                <a:latin typeface="微软雅黑" panose="020B0503020204020204" pitchFamily="34" charset="-122"/>
                <a:ea typeface="+mn-ea"/>
              </a:rPr>
              <a:t>1</a:t>
            </a:r>
            <a:r>
              <a:rPr lang="zh-CN" altLang="en-US" sz="2400" b="1" dirty="0">
                <a:solidFill>
                  <a:srgbClr val="203864"/>
                </a:solidFill>
                <a:latin typeface="微软雅黑" panose="020B0503020204020204" pitchFamily="34" charset="-122"/>
                <a:ea typeface="+mn-ea"/>
              </a:rPr>
              <a:t>）猜测解的形式：</a:t>
            </a:r>
            <a:r>
              <a:rPr lang="en-US" altLang="zh-CN" sz="2400" b="1" dirty="0">
                <a:solidFill>
                  <a:srgbClr val="203864"/>
                </a:solidFill>
                <a:latin typeface="微软雅黑" panose="020B0503020204020204" pitchFamily="34" charset="-122"/>
                <a:ea typeface="+mn-ea"/>
              </a:rPr>
              <a:t>T(n)=O(nlog</a:t>
            </a:r>
            <a:r>
              <a:rPr lang="en-US" altLang="zh-CN" sz="1400" b="1" dirty="0">
                <a:solidFill>
                  <a:srgbClr val="203864"/>
                </a:solidFill>
                <a:latin typeface="微软雅黑" panose="020B0503020204020204" pitchFamily="34" charset="-122"/>
                <a:ea typeface="+mn-ea"/>
              </a:rPr>
              <a:t>2</a:t>
            </a:r>
            <a:r>
              <a:rPr lang="en-US" altLang="zh-CN" sz="2400" b="1" dirty="0">
                <a:solidFill>
                  <a:srgbClr val="203864"/>
                </a:solidFill>
                <a:latin typeface="微软雅黑" panose="020B0503020204020204" pitchFamily="34" charset="-122"/>
                <a:ea typeface="+mn-ea"/>
              </a:rPr>
              <a:t>n)</a:t>
            </a:r>
          </a:p>
          <a:p>
            <a:pPr eaLnBrk="1" fontAlgn="auto" hangingPunct="1">
              <a:lnSpc>
                <a:spcPts val="750"/>
              </a:lnSpc>
              <a:spcBef>
                <a:spcPts val="0"/>
              </a:spcBef>
              <a:spcAft>
                <a:spcPts val="0"/>
              </a:spcAft>
              <a:tabLst>
                <a:tab pos="180975" algn="l"/>
                <a:tab pos="190500" algn="l"/>
                <a:tab pos="247650" algn="l"/>
                <a:tab pos="1038225" algn="l"/>
              </a:tabLst>
              <a:defRPr/>
            </a:pPr>
            <a:endParaRPr lang="en-US" altLang="zh-CN" sz="2400" b="1" dirty="0">
              <a:solidFill>
                <a:srgbClr val="203864"/>
              </a:solidFill>
              <a:latin typeface="微软雅黑" panose="020B0503020204020204" pitchFamily="34" charset="-122"/>
              <a:ea typeface="+mn-ea"/>
            </a:endParaRPr>
          </a:p>
          <a:p>
            <a:pPr eaLnBrk="1" fontAlgn="auto" hangingPunct="1">
              <a:lnSpc>
                <a:spcPts val="2453"/>
              </a:lnSpc>
              <a:spcBef>
                <a:spcPts val="0"/>
              </a:spcBef>
              <a:spcAft>
                <a:spcPts val="0"/>
              </a:spcAft>
              <a:tabLst>
                <a:tab pos="180975" algn="l"/>
                <a:tab pos="190500" algn="l"/>
                <a:tab pos="247650" algn="l"/>
                <a:tab pos="1038225" algn="l"/>
              </a:tabLst>
              <a:defRPr/>
            </a:pPr>
            <a:r>
              <a:rPr lang="en-US" altLang="zh-CN" sz="2400" b="1" dirty="0">
                <a:solidFill>
                  <a:srgbClr val="203864"/>
                </a:solidFill>
                <a:latin typeface="微软雅黑" panose="020B0503020204020204" pitchFamily="34" charset="-122"/>
                <a:ea typeface="+mn-ea"/>
              </a:rPr>
              <a:t>		</a:t>
            </a:r>
            <a:r>
              <a:rPr lang="zh-CN" altLang="en-US" sz="2400" b="1" dirty="0">
                <a:solidFill>
                  <a:srgbClr val="203864"/>
                </a:solidFill>
                <a:latin typeface="微软雅黑" panose="020B0503020204020204" pitchFamily="34" charset="-122"/>
                <a:ea typeface="+mn-ea"/>
              </a:rPr>
              <a:t>（</a:t>
            </a:r>
            <a:r>
              <a:rPr lang="en-US" altLang="zh-CN" sz="2400" b="1" dirty="0">
                <a:solidFill>
                  <a:srgbClr val="203864"/>
                </a:solidFill>
                <a:latin typeface="微软雅黑" panose="020B0503020204020204" pitchFamily="34" charset="-122"/>
                <a:ea typeface="+mn-ea"/>
              </a:rPr>
              <a:t>2</a:t>
            </a:r>
            <a:r>
              <a:rPr lang="zh-CN" altLang="en-US" sz="2400" b="1" dirty="0">
                <a:solidFill>
                  <a:srgbClr val="203864"/>
                </a:solidFill>
                <a:latin typeface="微软雅黑" panose="020B0503020204020204" pitchFamily="34" charset="-122"/>
                <a:ea typeface="+mn-ea"/>
              </a:rPr>
              <a:t>）用数学归纳法求出解中的常数，并证明解是正确的</a:t>
            </a:r>
          </a:p>
        </p:txBody>
      </p:sp>
      <p:cxnSp>
        <p:nvCxnSpPr>
          <p:cNvPr id="2" name="直接连接符 1">
            <a:extLst>
              <a:ext uri="{FF2B5EF4-FFF2-40B4-BE49-F238E27FC236}">
                <a16:creationId xmlns:a16="http://schemas.microsoft.com/office/drawing/2014/main" id="{027DD6C8-FA9B-6ADB-5023-DA34CB711737}"/>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6BF53C90-BE51-CD73-EFF7-650F4BF5D2C2}"/>
              </a:ext>
            </a:extLst>
          </p:cNvPr>
          <p:cNvSpPr txBox="1"/>
          <p:nvPr/>
        </p:nvSpPr>
        <p:spPr>
          <a:xfrm>
            <a:off x="898742" y="5390644"/>
            <a:ext cx="6616873" cy="369332"/>
          </a:xfrm>
          <a:prstGeom prst="rect">
            <a:avLst/>
          </a:prstGeom>
          <a:noFill/>
        </p:spPr>
        <p:txBody>
          <a:bodyPr wrap="square">
            <a:spAutoFit/>
          </a:bodyPr>
          <a:lstStyle/>
          <a:p>
            <a:r>
              <a:rPr lang="en-US" altLang="zh-CN" sz="1800" b="1" dirty="0">
                <a:solidFill>
                  <a:srgbClr val="002060"/>
                </a:solidFill>
                <a:latin typeface="微软雅黑" panose="020B0503020204020204" pitchFamily="34" charset="-122"/>
                <a:ea typeface="+mn-ea"/>
              </a:rPr>
              <a:t>T(</a:t>
            </a:r>
            <a:r>
              <a:rPr lang="en-US" altLang="zh-CN" sz="1800" b="1" i="1" dirty="0">
                <a:solidFill>
                  <a:srgbClr val="002060"/>
                </a:solidFill>
                <a:latin typeface="微软雅黑" panose="020B0503020204020204" pitchFamily="34" charset="-122"/>
                <a:ea typeface="+mn-ea"/>
              </a:rPr>
              <a:t>n</a:t>
            </a:r>
            <a:r>
              <a:rPr lang="en-US" altLang="zh-CN" sz="1800" b="1" dirty="0">
                <a:solidFill>
                  <a:srgbClr val="002060"/>
                </a:solidFill>
                <a:latin typeface="微软雅黑" panose="020B0503020204020204" pitchFamily="34" charset="-122"/>
                <a:ea typeface="+mn-ea"/>
              </a:rPr>
              <a:t>) = 2T(</a:t>
            </a:r>
            <a:r>
              <a:rPr lang="en-US" altLang="zh-CN" sz="1800" b="1" i="1" dirty="0">
                <a:solidFill>
                  <a:srgbClr val="002060"/>
                </a:solidFill>
                <a:latin typeface="微软雅黑" panose="020B0503020204020204" pitchFamily="34" charset="-122"/>
                <a:ea typeface="+mn-ea"/>
              </a:rPr>
              <a:t>n</a:t>
            </a:r>
            <a:r>
              <a:rPr lang="en-US" altLang="zh-CN" sz="1800" b="1" dirty="0">
                <a:solidFill>
                  <a:srgbClr val="002060"/>
                </a:solidFill>
                <a:latin typeface="微软雅黑" panose="020B0503020204020204" pitchFamily="34" charset="-122"/>
                <a:ea typeface="+mn-ea"/>
              </a:rPr>
              <a:t>/2+5)+ n</a:t>
            </a:r>
            <a:r>
              <a:rPr lang="zh-CN" altLang="en-US" dirty="0"/>
              <a:t>和</a:t>
            </a:r>
            <a:r>
              <a:rPr lang="en-US" altLang="zh-CN" sz="1800" b="1" dirty="0">
                <a:solidFill>
                  <a:srgbClr val="002060"/>
                </a:solidFill>
                <a:latin typeface="微软雅黑" panose="020B0503020204020204" pitchFamily="34" charset="-122"/>
                <a:ea typeface="+mn-ea"/>
              </a:rPr>
              <a:t>T(</a:t>
            </a:r>
            <a:r>
              <a:rPr lang="en-US" altLang="zh-CN" sz="1800" b="1" i="1" dirty="0">
                <a:solidFill>
                  <a:srgbClr val="002060"/>
                </a:solidFill>
                <a:latin typeface="微软雅黑" panose="020B0503020204020204" pitchFamily="34" charset="-122"/>
                <a:ea typeface="+mn-ea"/>
              </a:rPr>
              <a:t>n</a:t>
            </a:r>
            <a:r>
              <a:rPr lang="en-US" altLang="zh-CN" sz="1800" b="1" dirty="0">
                <a:solidFill>
                  <a:srgbClr val="002060"/>
                </a:solidFill>
                <a:latin typeface="微软雅黑" panose="020B0503020204020204" pitchFamily="34" charset="-122"/>
                <a:ea typeface="+mn-ea"/>
              </a:rPr>
              <a:t>) = 2T(</a:t>
            </a:r>
            <a:r>
              <a:rPr lang="en-US" altLang="zh-CN" sz="1800" b="1" i="1" dirty="0">
                <a:solidFill>
                  <a:srgbClr val="002060"/>
                </a:solidFill>
                <a:latin typeface="微软雅黑" panose="020B0503020204020204" pitchFamily="34" charset="-122"/>
                <a:ea typeface="+mn-ea"/>
              </a:rPr>
              <a:t>n</a:t>
            </a:r>
            <a:r>
              <a:rPr lang="en-US" altLang="zh-CN" sz="1800" b="1" dirty="0">
                <a:solidFill>
                  <a:srgbClr val="002060"/>
                </a:solidFill>
                <a:latin typeface="微软雅黑" panose="020B0503020204020204" pitchFamily="34" charset="-122"/>
                <a:ea typeface="+mn-ea"/>
              </a:rPr>
              <a:t>/2)+ n</a:t>
            </a:r>
            <a:r>
              <a:rPr lang="zh-CN" altLang="en-US" dirty="0"/>
              <a:t>只差一个</a:t>
            </a:r>
            <a:r>
              <a:rPr lang="en-US" altLang="zh-CN" dirty="0"/>
              <a:t>5</a:t>
            </a:r>
            <a:endParaRPr lang="zh-CN" alt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myslide11">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867B6628-4234-41FC-AB67-94052CF9D146}"/>
              </a:ext>
            </a:extLst>
          </p:cNvPr>
          <p:cNvSpPr/>
          <p:nvPr/>
        </p:nvSpPr>
        <p:spPr>
          <a:xfrm>
            <a:off x="0" y="857250"/>
            <a:ext cx="9144000" cy="5133975"/>
          </a:xfrm>
          <a:custGeom>
            <a:avLst/>
            <a:gdLst/>
            <a:ahLst/>
            <a:cxnLst/>
            <a:rect l="0" t="0" r="0" b="0"/>
            <a:pathLst>
              <a:path w="12192001" h="6845301">
                <a:moveTo>
                  <a:pt x="0" y="0"/>
                </a:moveTo>
                <a:lnTo>
                  <a:pt x="12192000" y="0"/>
                </a:lnTo>
                <a:lnTo>
                  <a:pt x="12192000" y="6845300"/>
                </a:lnTo>
                <a:lnTo>
                  <a:pt x="0" y="6845300"/>
                </a:lnTo>
                <a:close/>
              </a:path>
            </a:pathLst>
          </a:custGeom>
          <a:solidFill>
            <a:srgbClr val="FFFFFF"/>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文本框 9">
            <a:extLst>
              <a:ext uri="{FF2B5EF4-FFF2-40B4-BE49-F238E27FC236}">
                <a16:creationId xmlns:a16="http://schemas.microsoft.com/office/drawing/2014/main" id="{97739CF8-F37B-4143-B5CE-2191F30967F9}"/>
              </a:ext>
            </a:extLst>
          </p:cNvPr>
          <p:cNvSpPr txBox="1"/>
          <p:nvPr/>
        </p:nvSpPr>
        <p:spPr>
          <a:xfrm>
            <a:off x="176212" y="5713810"/>
            <a:ext cx="144270" cy="142924"/>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902" b="1">
                <a:solidFill>
                  <a:srgbClr val="898989"/>
                </a:solidFill>
                <a:latin typeface="微软雅黑" panose="020B0503020204020204" pitchFamily="34" charset="-122"/>
                <a:ea typeface="+mn-ea"/>
              </a:rPr>
              <a:t>11</a:t>
            </a:r>
            <a:endParaRPr lang="zh-CN" altLang="en-US" sz="902" b="1">
              <a:solidFill>
                <a:srgbClr val="898989"/>
              </a:solidFill>
              <a:latin typeface="微软雅黑" panose="020B0503020204020204" pitchFamily="34" charset="-122"/>
              <a:ea typeface="+mn-ea"/>
            </a:endParaRPr>
          </a:p>
        </p:txBody>
      </p:sp>
      <p:sp>
        <p:nvSpPr>
          <p:cNvPr id="11" name="文本框 10">
            <a:extLst>
              <a:ext uri="{FF2B5EF4-FFF2-40B4-BE49-F238E27FC236}">
                <a16:creationId xmlns:a16="http://schemas.microsoft.com/office/drawing/2014/main" id="{578CBB1F-E44C-4752-BD24-D40E266D8C7C}"/>
              </a:ext>
            </a:extLst>
          </p:cNvPr>
          <p:cNvSpPr txBox="1"/>
          <p:nvPr/>
        </p:nvSpPr>
        <p:spPr>
          <a:xfrm>
            <a:off x="456010" y="1865710"/>
            <a:ext cx="7210307" cy="3443379"/>
          </a:xfrm>
          <a:prstGeom prst="rect">
            <a:avLst/>
          </a:prstGeom>
          <a:noFill/>
        </p:spPr>
        <p:txBody>
          <a:bodyPr wrap="none" lIns="0" tIns="0" rIns="0" bIns="0">
            <a:spAutoFit/>
          </a:bodyPr>
          <a:lstStyle/>
          <a:p>
            <a:pPr eaLnBrk="1" fontAlgn="auto" hangingPunct="1">
              <a:lnSpc>
                <a:spcPct val="150000"/>
              </a:lnSpc>
              <a:spcBef>
                <a:spcPts val="0"/>
              </a:spcBef>
              <a:spcAft>
                <a:spcPts val="0"/>
              </a:spcAft>
              <a:tabLst>
                <a:tab pos="352425" algn="l"/>
                <a:tab pos="552450" algn="l"/>
              </a:tabLst>
              <a:defRPr/>
            </a:pPr>
            <a:r>
              <a:rPr lang="en-US" altLang="zh-CN" sz="2800" b="1" dirty="0">
                <a:solidFill>
                  <a:srgbClr val="ED7D31"/>
                </a:solidFill>
                <a:latin typeface="微软雅黑" panose="020B0503020204020204" pitchFamily="34" charset="-122"/>
                <a:ea typeface="+mn-ea"/>
              </a:rPr>
              <a:t>3. </a:t>
            </a:r>
            <a:r>
              <a:rPr lang="zh-CN" altLang="en-US" sz="2800" b="1" dirty="0">
                <a:solidFill>
                  <a:srgbClr val="ED7D31"/>
                </a:solidFill>
                <a:latin typeface="微软雅黑" panose="020B0503020204020204" pitchFamily="34" charset="-122"/>
                <a:ea typeface="+mn-ea"/>
              </a:rPr>
              <a:t>递归树法</a:t>
            </a:r>
          </a:p>
          <a:p>
            <a:pPr eaLnBrk="1" fontAlgn="auto" hangingPunct="1">
              <a:lnSpc>
                <a:spcPct val="150000"/>
              </a:lnSpc>
              <a:spcBef>
                <a:spcPts val="0"/>
              </a:spcBef>
              <a:spcAft>
                <a:spcPts val="0"/>
              </a:spcAft>
              <a:tabLst>
                <a:tab pos="352425" algn="l"/>
                <a:tab pos="552450" algn="l"/>
              </a:tabLst>
              <a:defRPr/>
            </a:pPr>
            <a:r>
              <a:rPr lang="zh-CN" altLang="en-US" sz="2400" b="1" dirty="0">
                <a:solidFill>
                  <a:srgbClr val="002060"/>
                </a:solidFill>
                <a:latin typeface="微软雅黑" panose="020B0503020204020204" pitchFamily="34" charset="-122"/>
                <a:ea typeface="+mn-ea"/>
              </a:rPr>
              <a:t>用树的形式给出一个递归算法执行的成本模型。</a:t>
            </a:r>
          </a:p>
          <a:p>
            <a:pPr eaLnBrk="1" fontAlgn="auto" hangingPunct="1">
              <a:lnSpc>
                <a:spcPct val="150000"/>
              </a:lnSpc>
              <a:spcBef>
                <a:spcPts val="0"/>
              </a:spcBef>
              <a:spcAft>
                <a:spcPts val="0"/>
              </a:spcAft>
              <a:tabLst>
                <a:tab pos="352425" algn="l"/>
                <a:tab pos="552450" algn="l"/>
              </a:tabLst>
              <a:defRPr/>
            </a:pPr>
            <a:r>
              <a:rPr lang="zh-CN" altLang="en-US" sz="2400" b="1" dirty="0">
                <a:solidFill>
                  <a:srgbClr val="ED7D31"/>
                </a:solidFill>
                <a:latin typeface="微软雅黑" panose="020B0503020204020204" pitchFamily="34" charset="-122"/>
                <a:ea typeface="+mn-ea"/>
              </a:rPr>
              <a:t>（</a:t>
            </a:r>
            <a:r>
              <a:rPr lang="en-US" altLang="zh-CN" sz="2400" b="1" dirty="0">
                <a:solidFill>
                  <a:srgbClr val="ED7D31"/>
                </a:solidFill>
                <a:latin typeface="微软雅黑" panose="020B0503020204020204" pitchFamily="34" charset="-122"/>
                <a:ea typeface="+mn-ea"/>
              </a:rPr>
              <a:t>1</a:t>
            </a:r>
            <a:r>
              <a:rPr lang="zh-CN" altLang="en-US" sz="2400" b="1" dirty="0">
                <a:solidFill>
                  <a:srgbClr val="ED7D31"/>
                </a:solidFill>
                <a:latin typeface="微软雅黑" panose="020B0503020204020204" pitchFamily="34" charset="-122"/>
                <a:ea typeface="+mn-ea"/>
              </a:rPr>
              <a:t>）递归树法求解递归方程的步骤</a:t>
            </a:r>
          </a:p>
          <a:p>
            <a:pPr eaLnBrk="1" fontAlgn="auto" hangingPunct="1">
              <a:lnSpc>
                <a:spcPct val="150000"/>
              </a:lnSpc>
              <a:spcBef>
                <a:spcPts val="0"/>
              </a:spcBef>
              <a:spcAft>
                <a:spcPts val="0"/>
              </a:spcAft>
              <a:tabLst>
                <a:tab pos="352425" algn="l"/>
                <a:tab pos="552450" algn="l"/>
              </a:tabLst>
              <a:defRPr/>
            </a:pPr>
            <a:r>
              <a:rPr lang="zh-CN" altLang="en-US" sz="2800" b="1" dirty="0">
                <a:solidFill>
                  <a:srgbClr val="ED7D31"/>
                </a:solidFill>
                <a:latin typeface="微软雅黑" panose="020B0503020204020204" pitchFamily="34" charset="-122"/>
                <a:ea typeface="+mn-ea"/>
              </a:rPr>
              <a:t>		</a:t>
            </a:r>
            <a:r>
              <a:rPr lang="en-US" altLang="zh-CN" sz="2400" b="1" dirty="0">
                <a:solidFill>
                  <a:srgbClr val="000000"/>
                </a:solidFill>
                <a:latin typeface="微软雅黑" panose="020B0503020204020204" pitchFamily="34" charset="-122"/>
                <a:ea typeface="+mn-ea"/>
              </a:rPr>
              <a:t>1</a:t>
            </a:r>
            <a:r>
              <a:rPr lang="zh-CN" altLang="en-US" sz="2400" b="1" dirty="0">
                <a:solidFill>
                  <a:srgbClr val="000000"/>
                </a:solidFill>
                <a:latin typeface="微软雅黑" panose="020B0503020204020204" pitchFamily="34" charset="-122"/>
                <a:ea typeface="+mn-ea"/>
              </a:rPr>
              <a:t>）展开递归方程，构造对应的递归树</a:t>
            </a:r>
          </a:p>
          <a:p>
            <a:pPr eaLnBrk="1" fontAlgn="auto" hangingPunct="1">
              <a:lnSpc>
                <a:spcPct val="150000"/>
              </a:lnSpc>
              <a:spcBef>
                <a:spcPts val="0"/>
              </a:spcBef>
              <a:spcAft>
                <a:spcPts val="0"/>
              </a:spcAft>
              <a:tabLst>
                <a:tab pos="352425" algn="l"/>
                <a:tab pos="552450" algn="l"/>
              </a:tabLst>
              <a:defRPr/>
            </a:pPr>
            <a:r>
              <a:rPr lang="zh-CN" altLang="en-US" sz="2400" b="1" dirty="0">
                <a:solidFill>
                  <a:srgbClr val="000000"/>
                </a:solidFill>
                <a:latin typeface="微软雅黑" panose="020B0503020204020204" pitchFamily="34" charset="-122"/>
                <a:ea typeface="+mn-ea"/>
              </a:rPr>
              <a:t>		</a:t>
            </a:r>
            <a:r>
              <a:rPr lang="en-US" altLang="zh-CN" sz="2400" b="1" dirty="0">
                <a:solidFill>
                  <a:srgbClr val="000000"/>
                </a:solidFill>
                <a:latin typeface="微软雅黑" panose="020B0503020204020204" pitchFamily="34" charset="-122"/>
                <a:ea typeface="+mn-ea"/>
              </a:rPr>
              <a:t>2</a:t>
            </a:r>
            <a:r>
              <a:rPr lang="zh-CN" altLang="en-US" sz="2400" b="1" dirty="0">
                <a:solidFill>
                  <a:srgbClr val="000000"/>
                </a:solidFill>
                <a:latin typeface="微软雅黑" panose="020B0503020204020204" pitchFamily="34" charset="-122"/>
                <a:ea typeface="+mn-ea"/>
              </a:rPr>
              <a:t>）将树中每层中的代价求和，得到每层代价，再</a:t>
            </a:r>
          </a:p>
          <a:p>
            <a:pPr eaLnBrk="1" fontAlgn="auto" hangingPunct="1">
              <a:lnSpc>
                <a:spcPct val="150000"/>
              </a:lnSpc>
              <a:spcBef>
                <a:spcPts val="0"/>
              </a:spcBef>
              <a:spcAft>
                <a:spcPts val="0"/>
              </a:spcAft>
              <a:tabLst>
                <a:tab pos="352425" algn="l"/>
                <a:tab pos="552450" algn="l"/>
              </a:tabLst>
              <a:defRPr/>
            </a:pPr>
            <a:r>
              <a:rPr lang="zh-CN" altLang="en-US" sz="2400" b="1" dirty="0">
                <a:solidFill>
                  <a:srgbClr val="000000"/>
                </a:solidFill>
                <a:latin typeface="微软雅黑" panose="020B0503020204020204" pitchFamily="34" charset="-122"/>
                <a:ea typeface="+mn-ea"/>
              </a:rPr>
              <a:t>	将所有层的代价求和，得到总的递归调用代价</a:t>
            </a:r>
          </a:p>
        </p:txBody>
      </p:sp>
      <p:cxnSp>
        <p:nvCxnSpPr>
          <p:cNvPr id="3" name="直接连接符 2">
            <a:extLst>
              <a:ext uri="{FF2B5EF4-FFF2-40B4-BE49-F238E27FC236}">
                <a16:creationId xmlns:a16="http://schemas.microsoft.com/office/drawing/2014/main" id="{70A5D826-ABA7-F62A-D74C-57D45E10FEE4}"/>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myslide12">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79B3E305-881B-4A6A-A5CE-5B0D1EBF2523}"/>
              </a:ext>
            </a:extLst>
          </p:cNvPr>
          <p:cNvSpPr/>
          <p:nvPr/>
        </p:nvSpPr>
        <p:spPr>
          <a:xfrm>
            <a:off x="0" y="857250"/>
            <a:ext cx="9144000" cy="5133975"/>
          </a:xfrm>
          <a:custGeom>
            <a:avLst/>
            <a:gdLst/>
            <a:ahLst/>
            <a:cxnLst/>
            <a:rect l="0" t="0" r="0" b="0"/>
            <a:pathLst>
              <a:path w="12192001" h="6845301">
                <a:moveTo>
                  <a:pt x="0" y="0"/>
                </a:moveTo>
                <a:lnTo>
                  <a:pt x="12192000" y="0"/>
                </a:lnTo>
                <a:lnTo>
                  <a:pt x="12192000" y="6845300"/>
                </a:lnTo>
                <a:lnTo>
                  <a:pt x="0" y="6845300"/>
                </a:lnTo>
                <a:close/>
              </a:path>
            </a:pathLst>
          </a:custGeom>
          <a:solidFill>
            <a:srgbClr val="FFFFFF"/>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sp>
        <p:nvSpPr>
          <p:cNvPr id="10" name="文本框 9">
            <a:extLst>
              <a:ext uri="{FF2B5EF4-FFF2-40B4-BE49-F238E27FC236}">
                <a16:creationId xmlns:a16="http://schemas.microsoft.com/office/drawing/2014/main" id="{324CFCB5-79E2-414B-8741-57C98C7B3935}"/>
              </a:ext>
            </a:extLst>
          </p:cNvPr>
          <p:cNvSpPr txBox="1"/>
          <p:nvPr/>
        </p:nvSpPr>
        <p:spPr>
          <a:xfrm>
            <a:off x="176212" y="5713810"/>
            <a:ext cx="144270" cy="142924"/>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902" b="1">
                <a:solidFill>
                  <a:srgbClr val="898989"/>
                </a:solidFill>
                <a:latin typeface="微软雅黑" panose="020B0503020204020204" pitchFamily="34" charset="-122"/>
                <a:ea typeface="+mn-ea"/>
              </a:rPr>
              <a:t>12</a:t>
            </a:r>
            <a:endParaRPr lang="zh-CN" altLang="en-US" sz="902" b="1">
              <a:solidFill>
                <a:srgbClr val="898989"/>
              </a:solidFill>
              <a:latin typeface="微软雅黑" panose="020B0503020204020204" pitchFamily="34" charset="-122"/>
              <a:ea typeface="+mn-ea"/>
            </a:endParaRPr>
          </a:p>
        </p:txBody>
      </p:sp>
      <p:sp>
        <p:nvSpPr>
          <p:cNvPr id="11" name="文本框 10">
            <a:extLst>
              <a:ext uri="{FF2B5EF4-FFF2-40B4-BE49-F238E27FC236}">
                <a16:creationId xmlns:a16="http://schemas.microsoft.com/office/drawing/2014/main" id="{A1B37B75-966B-46BA-9D86-3018F720474C}"/>
              </a:ext>
            </a:extLst>
          </p:cNvPr>
          <p:cNvSpPr txBox="1"/>
          <p:nvPr/>
        </p:nvSpPr>
        <p:spPr>
          <a:xfrm>
            <a:off x="456010" y="1865710"/>
            <a:ext cx="7974006" cy="4089709"/>
          </a:xfrm>
          <a:prstGeom prst="rect">
            <a:avLst/>
          </a:prstGeom>
          <a:noFill/>
        </p:spPr>
        <p:txBody>
          <a:bodyPr wrap="square" lIns="0" tIns="0" rIns="0" bIns="0">
            <a:spAutoFit/>
          </a:bodyPr>
          <a:lstStyle/>
          <a:p>
            <a:pPr eaLnBrk="1" fontAlgn="auto" hangingPunct="1">
              <a:lnSpc>
                <a:spcPct val="150000"/>
              </a:lnSpc>
              <a:spcBef>
                <a:spcPts val="0"/>
              </a:spcBef>
              <a:spcAft>
                <a:spcPts val="0"/>
              </a:spcAft>
              <a:tabLst>
                <a:tab pos="352425" algn="l"/>
                <a:tab pos="676275" algn="l"/>
              </a:tabLst>
              <a:defRPr/>
            </a:pPr>
            <a:r>
              <a:rPr lang="en-US" altLang="zh-CN" sz="2800" b="1" dirty="0">
                <a:solidFill>
                  <a:srgbClr val="ED7D31"/>
                </a:solidFill>
                <a:latin typeface="微软雅黑" panose="020B0503020204020204" pitchFamily="34" charset="-122"/>
                <a:ea typeface="+mn-ea"/>
              </a:rPr>
              <a:t>3. </a:t>
            </a:r>
            <a:r>
              <a:rPr lang="zh-CN" altLang="en-US" sz="2800" b="1" dirty="0">
                <a:solidFill>
                  <a:srgbClr val="ED7D31"/>
                </a:solidFill>
                <a:latin typeface="微软雅黑" panose="020B0503020204020204" pitchFamily="34" charset="-122"/>
                <a:ea typeface="+mn-ea"/>
              </a:rPr>
              <a:t>递归树法</a:t>
            </a:r>
          </a:p>
          <a:p>
            <a:pPr eaLnBrk="1" fontAlgn="auto" hangingPunct="1">
              <a:lnSpc>
                <a:spcPct val="150000"/>
              </a:lnSpc>
              <a:spcBef>
                <a:spcPts val="0"/>
              </a:spcBef>
              <a:spcAft>
                <a:spcPts val="0"/>
              </a:spcAft>
              <a:tabLst>
                <a:tab pos="352425" algn="l"/>
                <a:tab pos="676275" algn="l"/>
              </a:tabLst>
              <a:defRPr/>
            </a:pPr>
            <a:r>
              <a:rPr lang="zh-CN" altLang="en-US" sz="2800" b="1" dirty="0">
                <a:solidFill>
                  <a:srgbClr val="ED7D31"/>
                </a:solidFill>
                <a:latin typeface="微软雅黑" panose="020B0503020204020204" pitchFamily="34" charset="-122"/>
                <a:ea typeface="+mn-ea"/>
              </a:rPr>
              <a:t>	</a:t>
            </a:r>
            <a:r>
              <a:rPr lang="zh-CN" altLang="en-US" sz="2400" b="1" dirty="0">
                <a:solidFill>
                  <a:srgbClr val="ED7D31"/>
                </a:solidFill>
                <a:latin typeface="微软雅黑" panose="020B0503020204020204" pitchFamily="34" charset="-122"/>
                <a:ea typeface="+mn-ea"/>
              </a:rPr>
              <a:t>（</a:t>
            </a:r>
            <a:r>
              <a:rPr lang="en-US" altLang="zh-CN" sz="2400" b="1" dirty="0">
                <a:solidFill>
                  <a:srgbClr val="ED7D31"/>
                </a:solidFill>
                <a:latin typeface="微软雅黑" panose="020B0503020204020204" pitchFamily="34" charset="-122"/>
                <a:ea typeface="+mn-ea"/>
              </a:rPr>
              <a:t>2</a:t>
            </a:r>
            <a:r>
              <a:rPr lang="zh-CN" altLang="en-US" sz="2400" b="1" dirty="0">
                <a:solidFill>
                  <a:srgbClr val="ED7D31"/>
                </a:solidFill>
                <a:latin typeface="微软雅黑" panose="020B0503020204020204" pitchFamily="34" charset="-122"/>
                <a:ea typeface="+mn-ea"/>
              </a:rPr>
              <a:t>）递归树的构造方法</a:t>
            </a:r>
          </a:p>
          <a:p>
            <a:pPr algn="just" eaLnBrk="1" fontAlgn="auto" hangingPunct="1">
              <a:lnSpc>
                <a:spcPct val="150000"/>
              </a:lnSpc>
              <a:spcBef>
                <a:spcPts val="0"/>
              </a:spcBef>
              <a:spcAft>
                <a:spcPts val="0"/>
              </a:spcAft>
              <a:tabLst>
                <a:tab pos="352425" algn="l"/>
                <a:tab pos="676275" algn="l"/>
              </a:tabLst>
              <a:defRPr/>
            </a:pPr>
            <a:r>
              <a:rPr lang="zh-CN" altLang="en-US" sz="2800" b="1" dirty="0">
                <a:solidFill>
                  <a:srgbClr val="ED7D31"/>
                </a:solidFill>
                <a:latin typeface="微软雅黑" panose="020B0503020204020204" pitchFamily="34" charset="-122"/>
                <a:ea typeface="+mn-ea"/>
              </a:rPr>
              <a:t>	</a:t>
            </a:r>
            <a:r>
              <a:rPr lang="zh-CN" altLang="en-US" sz="2400" dirty="0">
                <a:solidFill>
                  <a:srgbClr val="C00000"/>
                </a:solidFill>
                <a:latin typeface="Wingdings" panose="05000000000000000000" pitchFamily="2" charset="2"/>
                <a:ea typeface="+mn-ea"/>
              </a:rPr>
              <a:t> </a:t>
            </a:r>
            <a:r>
              <a:rPr lang="zh-CN" altLang="en-US" sz="2400" b="1" dirty="0">
                <a:solidFill>
                  <a:srgbClr val="203864"/>
                </a:solidFill>
                <a:latin typeface="微软雅黑" panose="020B0503020204020204" pitchFamily="34" charset="-122"/>
                <a:ea typeface="+mn-ea"/>
              </a:rPr>
              <a:t>递归树是一棵结点带权值的树，每个结点表示一个单一子问题的代价，子问题对应某次递归函数调用。</a:t>
            </a:r>
          </a:p>
          <a:p>
            <a:pPr algn="just" eaLnBrk="1" fontAlgn="auto" hangingPunct="1">
              <a:lnSpc>
                <a:spcPct val="150000"/>
              </a:lnSpc>
              <a:spcBef>
                <a:spcPts val="0"/>
              </a:spcBef>
              <a:spcAft>
                <a:spcPts val="0"/>
              </a:spcAft>
              <a:tabLst>
                <a:tab pos="352425" algn="l"/>
                <a:tab pos="676275" algn="l"/>
              </a:tabLst>
              <a:defRPr/>
            </a:pPr>
            <a:r>
              <a:rPr lang="zh-CN" altLang="en-US" sz="2400" b="1" dirty="0">
                <a:solidFill>
                  <a:srgbClr val="203864"/>
                </a:solidFill>
                <a:latin typeface="微软雅黑" panose="020B0503020204020204" pitchFamily="34" charset="-122"/>
                <a:ea typeface="+mn-ea"/>
              </a:rPr>
              <a:t>	</a:t>
            </a:r>
            <a:r>
              <a:rPr lang="zh-CN" altLang="en-US" sz="2400" dirty="0">
                <a:solidFill>
                  <a:srgbClr val="C00000"/>
                </a:solidFill>
                <a:latin typeface="Wingdings" panose="05000000000000000000" pitchFamily="2" charset="2"/>
                <a:ea typeface="+mn-ea"/>
              </a:rPr>
              <a:t> </a:t>
            </a:r>
            <a:r>
              <a:rPr lang="zh-CN" altLang="en-US" sz="2400" b="1" dirty="0">
                <a:solidFill>
                  <a:srgbClr val="203864"/>
                </a:solidFill>
                <a:latin typeface="微软雅黑" panose="020B0503020204020204" pitchFamily="34" charset="-122"/>
                <a:ea typeface="+mn-ea"/>
              </a:rPr>
              <a:t>初始的递归树只有一个结点，它的权标记为</a:t>
            </a:r>
            <a:r>
              <a:rPr lang="en-US" altLang="zh-CN" sz="2400" b="1" dirty="0">
                <a:solidFill>
                  <a:srgbClr val="203864"/>
                </a:solidFill>
                <a:latin typeface="微软雅黑" panose="020B0503020204020204" pitchFamily="34" charset="-122"/>
                <a:ea typeface="+mn-ea"/>
              </a:rPr>
              <a:t>T(n)</a:t>
            </a:r>
            <a:r>
              <a:rPr lang="zh-CN" altLang="en-US" sz="2400" b="1" dirty="0">
                <a:solidFill>
                  <a:srgbClr val="203864"/>
                </a:solidFill>
                <a:latin typeface="微软雅黑" panose="020B0503020204020204" pitchFamily="34" charset="-122"/>
                <a:ea typeface="+mn-ea"/>
              </a:rPr>
              <a:t>；然后按照递归树的迭代规则不断进行迭代，每迭代一次递归树就增加一层，直到树中不再含有权值为函数的结点。</a:t>
            </a:r>
          </a:p>
        </p:txBody>
      </p:sp>
      <p:cxnSp>
        <p:nvCxnSpPr>
          <p:cNvPr id="3" name="直接连接符 2">
            <a:extLst>
              <a:ext uri="{FF2B5EF4-FFF2-40B4-BE49-F238E27FC236}">
                <a16:creationId xmlns:a16="http://schemas.microsoft.com/office/drawing/2014/main" id="{929D49BD-C589-9659-B8FB-EC01F06A0227}"/>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myslide13">
    <p:spTree>
      <p:nvGrpSpPr>
        <p:cNvPr id="1" name=""/>
        <p:cNvGrpSpPr/>
        <p:nvPr/>
      </p:nvGrpSpPr>
      <p:grpSpPr>
        <a:xfrm>
          <a:off x="0" y="0"/>
          <a:ext cx="0" cy="0"/>
          <a:chOff x="0" y="0"/>
          <a:chExt cx="0" cy="0"/>
        </a:xfrm>
      </p:grpSpPr>
      <p:pic>
        <p:nvPicPr>
          <p:cNvPr id="14338" name="图片 2">
            <a:extLst>
              <a:ext uri="{FF2B5EF4-FFF2-40B4-BE49-F238E27FC236}">
                <a16:creationId xmlns:a16="http://schemas.microsoft.com/office/drawing/2014/main" id="{636F046A-FA1B-4214-8199-D58F725C2DCB}"/>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5725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文本框 9">
            <a:extLst>
              <a:ext uri="{FF2B5EF4-FFF2-40B4-BE49-F238E27FC236}">
                <a16:creationId xmlns:a16="http://schemas.microsoft.com/office/drawing/2014/main" id="{9AE0123E-43F0-4FE5-94FE-1EC13C315FE0}"/>
              </a:ext>
            </a:extLst>
          </p:cNvPr>
          <p:cNvSpPr txBox="1"/>
          <p:nvPr/>
        </p:nvSpPr>
        <p:spPr>
          <a:xfrm>
            <a:off x="176212" y="5713810"/>
            <a:ext cx="157094" cy="153888"/>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1000" b="1">
                <a:solidFill>
                  <a:srgbClr val="898989"/>
                </a:solidFill>
                <a:latin typeface="微软雅黑" panose="020B0503020204020204" pitchFamily="34" charset="-122"/>
                <a:ea typeface="+mn-ea"/>
              </a:rPr>
              <a:t>13</a:t>
            </a:r>
            <a:endParaRPr lang="zh-CN" altLang="en-US" sz="1000" b="1">
              <a:solidFill>
                <a:srgbClr val="898989"/>
              </a:solidFill>
              <a:latin typeface="微软雅黑" panose="020B0503020204020204" pitchFamily="34" charset="-122"/>
              <a:ea typeface="+mn-ea"/>
            </a:endParaRPr>
          </a:p>
        </p:txBody>
      </p:sp>
      <p:sp>
        <p:nvSpPr>
          <p:cNvPr id="11" name="文本框 10">
            <a:extLst>
              <a:ext uri="{FF2B5EF4-FFF2-40B4-BE49-F238E27FC236}">
                <a16:creationId xmlns:a16="http://schemas.microsoft.com/office/drawing/2014/main" id="{F3091474-9F3B-4D39-864F-8E478644CB97}"/>
              </a:ext>
            </a:extLst>
          </p:cNvPr>
          <p:cNvSpPr txBox="1"/>
          <p:nvPr/>
        </p:nvSpPr>
        <p:spPr>
          <a:xfrm>
            <a:off x="3658793" y="1825230"/>
            <a:ext cx="3156313" cy="987450"/>
          </a:xfrm>
          <a:prstGeom prst="rect">
            <a:avLst/>
          </a:prstGeom>
          <a:noFill/>
        </p:spPr>
        <p:txBody>
          <a:bodyPr wrap="none" lIns="0" tIns="0" rIns="0" bIns="0">
            <a:spAutoFit/>
          </a:bodyPr>
          <a:lstStyle/>
          <a:p>
            <a:pPr eaLnBrk="1" fontAlgn="auto" hangingPunct="1">
              <a:lnSpc>
                <a:spcPts val="2360"/>
              </a:lnSpc>
              <a:spcBef>
                <a:spcPts val="0"/>
              </a:spcBef>
              <a:spcAft>
                <a:spcPts val="0"/>
              </a:spcAft>
              <a:tabLst>
                <a:tab pos="476250" algn="l"/>
              </a:tabLst>
              <a:defRPr/>
            </a:pPr>
            <a:r>
              <a:rPr lang="pt-BR" altLang="zh-CN" sz="2000" b="1" dirty="0">
                <a:solidFill>
                  <a:srgbClr val="203864"/>
                </a:solidFill>
                <a:latin typeface="微软雅黑" panose="020B0503020204020204" pitchFamily="34" charset="-122"/>
                <a:ea typeface="+mn-ea"/>
              </a:rPr>
              <a:t>T(n)=T(n/4)+ T(n/2)+ n</a:t>
            </a:r>
            <a:r>
              <a:rPr lang="pt-BR" altLang="zh-CN" b="1" baseline="30000" dirty="0">
                <a:solidFill>
                  <a:srgbClr val="203864"/>
                </a:solidFill>
                <a:latin typeface="微软雅黑" panose="020B0503020204020204" pitchFamily="34" charset="-122"/>
                <a:ea typeface="+mn-ea"/>
              </a:rPr>
              <a:t>2</a:t>
            </a:r>
            <a:endParaRPr lang="pt-BR" altLang="zh-CN" sz="1200" b="1" baseline="30000" dirty="0">
              <a:solidFill>
                <a:srgbClr val="203864"/>
              </a:solidFill>
              <a:latin typeface="微软雅黑" panose="020B0503020204020204" pitchFamily="34" charset="-122"/>
              <a:ea typeface="+mn-ea"/>
            </a:endParaRPr>
          </a:p>
          <a:p>
            <a:pPr eaLnBrk="1" fontAlgn="auto" hangingPunct="1">
              <a:lnSpc>
                <a:spcPts val="750"/>
              </a:lnSpc>
              <a:spcBef>
                <a:spcPts val="0"/>
              </a:spcBef>
              <a:spcAft>
                <a:spcPts val="0"/>
              </a:spcAft>
              <a:tabLst>
                <a:tab pos="476250" algn="l"/>
              </a:tabLst>
              <a:defRPr/>
            </a:pPr>
            <a:endParaRPr lang="pt-BR" altLang="zh-CN" sz="1200" b="1" dirty="0">
              <a:solidFill>
                <a:srgbClr val="203864"/>
              </a:solidFill>
              <a:latin typeface="微软雅黑" panose="020B0503020204020204" pitchFamily="34" charset="-122"/>
              <a:ea typeface="+mn-ea"/>
            </a:endParaRPr>
          </a:p>
          <a:p>
            <a:pPr eaLnBrk="1" fontAlgn="auto" hangingPunct="1">
              <a:lnSpc>
                <a:spcPts val="750"/>
              </a:lnSpc>
              <a:spcBef>
                <a:spcPts val="0"/>
              </a:spcBef>
              <a:spcAft>
                <a:spcPts val="0"/>
              </a:spcAft>
              <a:tabLst>
                <a:tab pos="476250" algn="l"/>
              </a:tabLst>
              <a:defRPr/>
            </a:pPr>
            <a:endParaRPr lang="pt-BR" altLang="zh-CN" sz="1200" b="1" dirty="0">
              <a:solidFill>
                <a:srgbClr val="203864"/>
              </a:solidFill>
              <a:latin typeface="微软雅黑" panose="020B0503020204020204" pitchFamily="34" charset="-122"/>
              <a:ea typeface="+mn-ea"/>
            </a:endParaRPr>
          </a:p>
          <a:p>
            <a:pPr eaLnBrk="1" fontAlgn="auto" hangingPunct="1">
              <a:lnSpc>
                <a:spcPts val="750"/>
              </a:lnSpc>
              <a:spcBef>
                <a:spcPts val="0"/>
              </a:spcBef>
              <a:spcAft>
                <a:spcPts val="0"/>
              </a:spcAft>
              <a:tabLst>
                <a:tab pos="476250" algn="l"/>
              </a:tabLst>
              <a:defRPr/>
            </a:pPr>
            <a:endParaRPr lang="pt-BR" altLang="zh-CN" sz="1200" b="1" dirty="0">
              <a:solidFill>
                <a:srgbClr val="203864"/>
              </a:solidFill>
              <a:latin typeface="微软雅黑" panose="020B0503020204020204" pitchFamily="34" charset="-122"/>
              <a:ea typeface="+mn-ea"/>
            </a:endParaRPr>
          </a:p>
          <a:p>
            <a:pPr eaLnBrk="1" fontAlgn="auto" hangingPunct="1">
              <a:lnSpc>
                <a:spcPts val="2924"/>
              </a:lnSpc>
              <a:spcBef>
                <a:spcPts val="0"/>
              </a:spcBef>
              <a:spcAft>
                <a:spcPts val="0"/>
              </a:spcAft>
              <a:tabLst>
                <a:tab pos="476250" algn="l"/>
              </a:tabLst>
              <a:defRPr/>
            </a:pPr>
            <a:r>
              <a:rPr lang="pt-BR" altLang="zh-CN" sz="1200" b="1" dirty="0">
                <a:solidFill>
                  <a:srgbClr val="203864"/>
                </a:solidFill>
                <a:latin typeface="微软雅黑" panose="020B0503020204020204" pitchFamily="34" charset="-122"/>
                <a:ea typeface="+mn-ea"/>
              </a:rPr>
              <a:t>	</a:t>
            </a:r>
            <a:r>
              <a:rPr lang="pt-BR" altLang="zh-CN" sz="2400" b="1" dirty="0">
                <a:solidFill>
                  <a:srgbClr val="203864"/>
                </a:solidFill>
                <a:latin typeface="微软雅黑" panose="020B0503020204020204" pitchFamily="34" charset="-122"/>
                <a:ea typeface="+mn-ea"/>
              </a:rPr>
              <a:t>n</a:t>
            </a:r>
            <a:r>
              <a:rPr lang="pt-BR" altLang="zh-CN" sz="2800" b="1" baseline="30000" dirty="0">
                <a:solidFill>
                  <a:srgbClr val="203864"/>
                </a:solidFill>
                <a:latin typeface="微软雅黑" panose="020B0503020204020204" pitchFamily="34" charset="-122"/>
                <a:ea typeface="+mn-ea"/>
              </a:rPr>
              <a:t>2</a:t>
            </a:r>
            <a:endParaRPr lang="zh-CN" altLang="en-US" sz="1600" b="1" baseline="30000" dirty="0">
              <a:solidFill>
                <a:srgbClr val="203864"/>
              </a:solidFill>
              <a:latin typeface="微软雅黑" panose="020B0503020204020204" pitchFamily="34" charset="-122"/>
              <a:ea typeface="+mn-ea"/>
            </a:endParaRPr>
          </a:p>
        </p:txBody>
      </p:sp>
      <p:sp>
        <p:nvSpPr>
          <p:cNvPr id="12" name="文本框 11">
            <a:extLst>
              <a:ext uri="{FF2B5EF4-FFF2-40B4-BE49-F238E27FC236}">
                <a16:creationId xmlns:a16="http://schemas.microsoft.com/office/drawing/2014/main" id="{AF9C00D8-3879-4DFC-B59C-924FCC55A9F1}"/>
              </a:ext>
            </a:extLst>
          </p:cNvPr>
          <p:cNvSpPr txBox="1"/>
          <p:nvPr/>
        </p:nvSpPr>
        <p:spPr>
          <a:xfrm>
            <a:off x="2663430" y="3219452"/>
            <a:ext cx="966611" cy="359073"/>
          </a:xfrm>
          <a:prstGeom prst="rect">
            <a:avLst/>
          </a:prstGeom>
          <a:noFill/>
        </p:spPr>
        <p:txBody>
          <a:bodyPr wrap="none" lIns="0" tIns="0" rIns="0" bIns="0">
            <a:spAutoFit/>
          </a:bodyPr>
          <a:lstStyle/>
          <a:p>
            <a:pPr eaLnBrk="1" fontAlgn="auto" hangingPunct="1">
              <a:lnSpc>
                <a:spcPts val="2750"/>
              </a:lnSpc>
              <a:spcBef>
                <a:spcPts val="0"/>
              </a:spcBef>
              <a:spcAft>
                <a:spcPts val="0"/>
              </a:spcAft>
              <a:defRPr/>
            </a:pPr>
            <a:r>
              <a:rPr lang="en-US" altLang="zh-CN" sz="2400" b="1">
                <a:solidFill>
                  <a:srgbClr val="203864"/>
                </a:solidFill>
                <a:latin typeface="微软雅黑" panose="020B0503020204020204" pitchFamily="34" charset="-122"/>
                <a:ea typeface="+mn-ea"/>
              </a:rPr>
              <a:t>T(n/4)</a:t>
            </a:r>
            <a:endParaRPr lang="zh-CN" altLang="en-US" sz="2400" b="1">
              <a:solidFill>
                <a:srgbClr val="203864"/>
              </a:solidFill>
              <a:latin typeface="微软雅黑" panose="020B0503020204020204" pitchFamily="34" charset="-122"/>
              <a:ea typeface="+mn-ea"/>
            </a:endParaRPr>
          </a:p>
        </p:txBody>
      </p:sp>
      <p:sp>
        <p:nvSpPr>
          <p:cNvPr id="13" name="文本框 12">
            <a:extLst>
              <a:ext uri="{FF2B5EF4-FFF2-40B4-BE49-F238E27FC236}">
                <a16:creationId xmlns:a16="http://schemas.microsoft.com/office/drawing/2014/main" id="{ACE34E08-3E3E-4036-9F40-60E4CDC40834}"/>
              </a:ext>
            </a:extLst>
          </p:cNvPr>
          <p:cNvSpPr txBox="1"/>
          <p:nvPr/>
        </p:nvSpPr>
        <p:spPr>
          <a:xfrm>
            <a:off x="5398295" y="3186114"/>
            <a:ext cx="966611" cy="359073"/>
          </a:xfrm>
          <a:prstGeom prst="rect">
            <a:avLst/>
          </a:prstGeom>
          <a:noFill/>
        </p:spPr>
        <p:txBody>
          <a:bodyPr wrap="none" lIns="0" tIns="0" rIns="0" bIns="0">
            <a:spAutoFit/>
          </a:bodyPr>
          <a:lstStyle/>
          <a:p>
            <a:pPr eaLnBrk="1" fontAlgn="auto" hangingPunct="1">
              <a:lnSpc>
                <a:spcPts val="2750"/>
              </a:lnSpc>
              <a:spcBef>
                <a:spcPts val="0"/>
              </a:spcBef>
              <a:spcAft>
                <a:spcPts val="0"/>
              </a:spcAft>
              <a:defRPr/>
            </a:pPr>
            <a:r>
              <a:rPr lang="en-US" altLang="zh-CN" sz="2400" b="1">
                <a:solidFill>
                  <a:srgbClr val="203864"/>
                </a:solidFill>
                <a:latin typeface="微软雅黑" panose="020B0503020204020204" pitchFamily="34" charset="-122"/>
                <a:ea typeface="+mn-ea"/>
              </a:rPr>
              <a:t>T(n/2)</a:t>
            </a:r>
            <a:endParaRPr lang="zh-CN" altLang="en-US" sz="2400" b="1">
              <a:solidFill>
                <a:srgbClr val="203864"/>
              </a:solidFill>
              <a:latin typeface="微软雅黑" panose="020B0503020204020204" pitchFamily="34" charset="-122"/>
              <a:ea typeface="+mn-ea"/>
            </a:endParaRPr>
          </a:p>
        </p:txBody>
      </p:sp>
      <p:sp>
        <p:nvSpPr>
          <p:cNvPr id="14" name="文本框 13">
            <a:extLst>
              <a:ext uri="{FF2B5EF4-FFF2-40B4-BE49-F238E27FC236}">
                <a16:creationId xmlns:a16="http://schemas.microsoft.com/office/drawing/2014/main" id="{7C3631FA-0B86-4AA5-B1E6-78AC8EE5D68D}"/>
              </a:ext>
            </a:extLst>
          </p:cNvPr>
          <p:cNvSpPr txBox="1"/>
          <p:nvPr/>
        </p:nvSpPr>
        <p:spPr>
          <a:xfrm>
            <a:off x="489348" y="3298031"/>
            <a:ext cx="2213748" cy="1038233"/>
          </a:xfrm>
          <a:prstGeom prst="rect">
            <a:avLst/>
          </a:prstGeom>
          <a:noFill/>
        </p:spPr>
        <p:txBody>
          <a:bodyPr wrap="none" lIns="0" tIns="0" rIns="0" bIns="0">
            <a:spAutoFit/>
          </a:bodyPr>
          <a:lstStyle/>
          <a:p>
            <a:pPr eaLnBrk="1" fontAlgn="auto" hangingPunct="1">
              <a:lnSpc>
                <a:spcPts val="2750"/>
              </a:lnSpc>
              <a:spcBef>
                <a:spcPts val="0"/>
              </a:spcBef>
              <a:spcAft>
                <a:spcPts val="0"/>
              </a:spcAft>
              <a:tabLst>
                <a:tab pos="476250" algn="l"/>
              </a:tabLst>
              <a:defRPr/>
            </a:pPr>
            <a:r>
              <a:rPr lang="pt-BR" altLang="zh-CN" sz="2000" dirty="0">
                <a:latin typeface="+mn-lt"/>
                <a:ea typeface="+mn-ea"/>
              </a:rPr>
              <a:t>	</a:t>
            </a:r>
            <a:r>
              <a:rPr lang="pt-BR" altLang="zh-CN" sz="2400" b="1" dirty="0">
                <a:solidFill>
                  <a:srgbClr val="C00000"/>
                </a:solidFill>
                <a:latin typeface="微软雅黑" panose="020B0503020204020204" pitchFamily="34" charset="-122"/>
                <a:ea typeface="+mn-ea"/>
              </a:rPr>
              <a:t>(n/4)</a:t>
            </a:r>
            <a:r>
              <a:rPr lang="pt-BR" altLang="zh-CN" sz="2800" b="1" baseline="30000" dirty="0">
                <a:solidFill>
                  <a:srgbClr val="C00000"/>
                </a:solidFill>
                <a:latin typeface="微软雅黑" panose="020B0503020204020204" pitchFamily="34" charset="-122"/>
                <a:ea typeface="+mn-ea"/>
              </a:rPr>
              <a:t>2</a:t>
            </a:r>
            <a:endParaRPr lang="pt-BR" altLang="zh-CN" sz="1600" b="1" baseline="30000" dirty="0">
              <a:solidFill>
                <a:srgbClr val="C00000"/>
              </a:solidFill>
              <a:latin typeface="微软雅黑" panose="020B0503020204020204" pitchFamily="34" charset="-122"/>
              <a:ea typeface="+mn-ea"/>
            </a:endParaRPr>
          </a:p>
          <a:p>
            <a:pPr eaLnBrk="1" fontAlgn="auto" hangingPunct="1">
              <a:lnSpc>
                <a:spcPts val="750"/>
              </a:lnSpc>
              <a:spcBef>
                <a:spcPts val="0"/>
              </a:spcBef>
              <a:spcAft>
                <a:spcPts val="0"/>
              </a:spcAft>
              <a:tabLst>
                <a:tab pos="476250" algn="l"/>
              </a:tabLst>
              <a:defRPr/>
            </a:pPr>
            <a:endParaRPr lang="pt-BR" altLang="zh-CN" sz="1600" b="1" dirty="0">
              <a:solidFill>
                <a:srgbClr val="C00000"/>
              </a:solidFill>
              <a:latin typeface="微软雅黑" panose="020B0503020204020204" pitchFamily="34" charset="-122"/>
              <a:ea typeface="+mn-ea"/>
            </a:endParaRPr>
          </a:p>
          <a:p>
            <a:pPr eaLnBrk="1" fontAlgn="auto" hangingPunct="1">
              <a:lnSpc>
                <a:spcPts val="750"/>
              </a:lnSpc>
              <a:spcBef>
                <a:spcPts val="0"/>
              </a:spcBef>
              <a:spcAft>
                <a:spcPts val="0"/>
              </a:spcAft>
              <a:tabLst>
                <a:tab pos="476250" algn="l"/>
              </a:tabLst>
              <a:defRPr/>
            </a:pPr>
            <a:endParaRPr lang="pt-BR" altLang="zh-CN" sz="1600" b="1" dirty="0">
              <a:solidFill>
                <a:srgbClr val="C00000"/>
              </a:solidFill>
              <a:latin typeface="微软雅黑" panose="020B0503020204020204" pitchFamily="34" charset="-122"/>
              <a:ea typeface="+mn-ea"/>
            </a:endParaRPr>
          </a:p>
          <a:p>
            <a:pPr eaLnBrk="1" fontAlgn="auto" hangingPunct="1">
              <a:lnSpc>
                <a:spcPts val="750"/>
              </a:lnSpc>
              <a:spcBef>
                <a:spcPts val="0"/>
              </a:spcBef>
              <a:spcAft>
                <a:spcPts val="0"/>
              </a:spcAft>
              <a:tabLst>
                <a:tab pos="476250" algn="l"/>
              </a:tabLst>
              <a:defRPr/>
            </a:pPr>
            <a:endParaRPr lang="pt-BR" altLang="zh-CN" sz="1600" b="1" dirty="0">
              <a:solidFill>
                <a:srgbClr val="C00000"/>
              </a:solidFill>
              <a:latin typeface="微软雅黑" panose="020B0503020204020204" pitchFamily="34" charset="-122"/>
              <a:ea typeface="+mn-ea"/>
            </a:endParaRPr>
          </a:p>
          <a:p>
            <a:pPr eaLnBrk="1" fontAlgn="auto" hangingPunct="1">
              <a:lnSpc>
                <a:spcPts val="3123"/>
              </a:lnSpc>
              <a:spcBef>
                <a:spcPts val="0"/>
              </a:spcBef>
              <a:spcAft>
                <a:spcPts val="0"/>
              </a:spcAft>
              <a:tabLst>
                <a:tab pos="476250" algn="l"/>
              </a:tabLst>
              <a:defRPr/>
            </a:pPr>
            <a:r>
              <a:rPr lang="pt-BR" altLang="zh-CN" sz="2400" b="1" dirty="0">
                <a:solidFill>
                  <a:srgbClr val="C00000"/>
                </a:solidFill>
                <a:latin typeface="微软雅黑" panose="020B0503020204020204" pitchFamily="34" charset="-122"/>
                <a:ea typeface="+mn-ea"/>
              </a:rPr>
              <a:t>T(n/16) T(n/8)</a:t>
            </a:r>
            <a:endParaRPr lang="zh-CN" altLang="en-US" sz="2400" b="1" dirty="0">
              <a:solidFill>
                <a:srgbClr val="C00000"/>
              </a:solidFill>
              <a:latin typeface="微软雅黑" panose="020B0503020204020204" pitchFamily="34" charset="-122"/>
              <a:ea typeface="+mn-ea"/>
            </a:endParaRPr>
          </a:p>
        </p:txBody>
      </p:sp>
      <p:sp>
        <p:nvSpPr>
          <p:cNvPr id="15" name="文本框 14">
            <a:extLst>
              <a:ext uri="{FF2B5EF4-FFF2-40B4-BE49-F238E27FC236}">
                <a16:creationId xmlns:a16="http://schemas.microsoft.com/office/drawing/2014/main" id="{5BACD983-8945-4C56-B234-C341D20A5A2D}"/>
              </a:ext>
            </a:extLst>
          </p:cNvPr>
          <p:cNvSpPr txBox="1"/>
          <p:nvPr/>
        </p:nvSpPr>
        <p:spPr>
          <a:xfrm>
            <a:off x="6696075" y="3186112"/>
            <a:ext cx="2197718" cy="1156855"/>
          </a:xfrm>
          <a:prstGeom prst="rect">
            <a:avLst/>
          </a:prstGeom>
          <a:noFill/>
        </p:spPr>
        <p:txBody>
          <a:bodyPr wrap="none" lIns="0" tIns="0" rIns="0" bIns="0">
            <a:spAutoFit/>
          </a:bodyPr>
          <a:lstStyle/>
          <a:p>
            <a:pPr eaLnBrk="1" fontAlgn="auto" hangingPunct="1">
              <a:lnSpc>
                <a:spcPts val="2750"/>
              </a:lnSpc>
              <a:spcBef>
                <a:spcPts val="0"/>
              </a:spcBef>
              <a:spcAft>
                <a:spcPts val="0"/>
              </a:spcAft>
              <a:tabLst>
                <a:tab pos="466725" algn="l"/>
                <a:tab pos="1219200" algn="l"/>
              </a:tabLst>
              <a:defRPr/>
            </a:pPr>
            <a:r>
              <a:rPr lang="pt-BR" altLang="zh-CN" sz="2000" dirty="0">
                <a:latin typeface="+mn-lt"/>
                <a:ea typeface="+mn-ea"/>
              </a:rPr>
              <a:t>	</a:t>
            </a:r>
            <a:r>
              <a:rPr lang="pt-BR" altLang="zh-CN" sz="2400" b="1" dirty="0">
                <a:solidFill>
                  <a:srgbClr val="ED7D31"/>
                </a:solidFill>
                <a:latin typeface="微软雅黑" panose="020B0503020204020204" pitchFamily="34" charset="-122"/>
                <a:ea typeface="+mn-ea"/>
              </a:rPr>
              <a:t>(n/2)</a:t>
            </a:r>
            <a:r>
              <a:rPr lang="pt-BR" altLang="zh-CN" sz="2800" b="1" baseline="30000" dirty="0">
                <a:solidFill>
                  <a:srgbClr val="ED7D31"/>
                </a:solidFill>
                <a:latin typeface="微软雅黑" panose="020B0503020204020204" pitchFamily="34" charset="-122"/>
                <a:ea typeface="+mn-ea"/>
              </a:rPr>
              <a:t>2</a:t>
            </a:r>
            <a:endParaRPr lang="pt-BR" altLang="zh-CN" sz="1600" b="1" baseline="30000" dirty="0">
              <a:solidFill>
                <a:srgbClr val="ED7D31"/>
              </a:solidFill>
              <a:latin typeface="微软雅黑" panose="020B0503020204020204" pitchFamily="34" charset="-122"/>
              <a:ea typeface="+mn-ea"/>
            </a:endParaRPr>
          </a:p>
          <a:p>
            <a:pPr eaLnBrk="1" fontAlgn="auto" hangingPunct="1">
              <a:lnSpc>
                <a:spcPts val="750"/>
              </a:lnSpc>
              <a:spcBef>
                <a:spcPts val="0"/>
              </a:spcBef>
              <a:spcAft>
                <a:spcPts val="0"/>
              </a:spcAft>
              <a:tabLst>
                <a:tab pos="466725" algn="l"/>
                <a:tab pos="1219200" algn="l"/>
              </a:tabLst>
              <a:defRPr/>
            </a:pPr>
            <a:endParaRPr lang="pt-BR" altLang="zh-CN" sz="1600" b="1" dirty="0">
              <a:solidFill>
                <a:srgbClr val="ED7D31"/>
              </a:solidFill>
              <a:latin typeface="微软雅黑" panose="020B0503020204020204" pitchFamily="34" charset="-122"/>
              <a:ea typeface="+mn-ea"/>
            </a:endParaRPr>
          </a:p>
          <a:p>
            <a:pPr eaLnBrk="1" fontAlgn="auto" hangingPunct="1">
              <a:lnSpc>
                <a:spcPts val="750"/>
              </a:lnSpc>
              <a:spcBef>
                <a:spcPts val="0"/>
              </a:spcBef>
              <a:spcAft>
                <a:spcPts val="0"/>
              </a:spcAft>
              <a:tabLst>
                <a:tab pos="466725" algn="l"/>
                <a:tab pos="1219200" algn="l"/>
              </a:tabLst>
              <a:defRPr/>
            </a:pPr>
            <a:endParaRPr lang="pt-BR" altLang="zh-CN" sz="1600" b="1" dirty="0">
              <a:solidFill>
                <a:srgbClr val="ED7D31"/>
              </a:solidFill>
              <a:latin typeface="微软雅黑" panose="020B0503020204020204" pitchFamily="34" charset="-122"/>
              <a:ea typeface="+mn-ea"/>
            </a:endParaRPr>
          </a:p>
          <a:p>
            <a:pPr eaLnBrk="1" fontAlgn="auto" hangingPunct="1">
              <a:lnSpc>
                <a:spcPts val="750"/>
              </a:lnSpc>
              <a:spcBef>
                <a:spcPts val="0"/>
              </a:spcBef>
              <a:spcAft>
                <a:spcPts val="0"/>
              </a:spcAft>
              <a:tabLst>
                <a:tab pos="466725" algn="l"/>
                <a:tab pos="1219200" algn="l"/>
              </a:tabLst>
              <a:defRPr/>
            </a:pPr>
            <a:endParaRPr lang="pt-BR" altLang="zh-CN" sz="1600" b="1" dirty="0">
              <a:solidFill>
                <a:srgbClr val="ED7D31"/>
              </a:solidFill>
              <a:latin typeface="微软雅黑" panose="020B0503020204020204" pitchFamily="34" charset="-122"/>
              <a:ea typeface="+mn-ea"/>
            </a:endParaRPr>
          </a:p>
          <a:p>
            <a:pPr eaLnBrk="1" fontAlgn="auto" hangingPunct="1">
              <a:lnSpc>
                <a:spcPts val="3078"/>
              </a:lnSpc>
              <a:spcBef>
                <a:spcPts val="0"/>
              </a:spcBef>
              <a:spcAft>
                <a:spcPts val="0"/>
              </a:spcAft>
              <a:tabLst>
                <a:tab pos="466725" algn="l"/>
                <a:tab pos="1219200" algn="l"/>
              </a:tabLst>
              <a:defRPr/>
            </a:pPr>
            <a:r>
              <a:rPr lang="pt-BR" altLang="zh-CN" sz="1600" b="1" dirty="0">
                <a:solidFill>
                  <a:srgbClr val="ED7D31"/>
                </a:solidFill>
                <a:latin typeface="微软雅黑" panose="020B0503020204020204" pitchFamily="34" charset="-122"/>
                <a:ea typeface="+mn-ea"/>
              </a:rPr>
              <a:t>		</a:t>
            </a:r>
            <a:r>
              <a:rPr lang="pt-BR" altLang="zh-CN" sz="2400" b="1" dirty="0">
                <a:solidFill>
                  <a:srgbClr val="ED7D31"/>
                </a:solidFill>
                <a:latin typeface="微软雅黑" panose="020B0503020204020204" pitchFamily="34" charset="-122"/>
                <a:ea typeface="+mn-ea"/>
              </a:rPr>
              <a:t>T(n/4)</a:t>
            </a:r>
          </a:p>
          <a:p>
            <a:pPr eaLnBrk="1" fontAlgn="auto" hangingPunct="1">
              <a:lnSpc>
                <a:spcPts val="176"/>
              </a:lnSpc>
              <a:spcBef>
                <a:spcPts val="0"/>
              </a:spcBef>
              <a:spcAft>
                <a:spcPts val="0"/>
              </a:spcAft>
              <a:tabLst>
                <a:tab pos="466725" algn="l"/>
                <a:tab pos="1219200" algn="l"/>
              </a:tabLst>
              <a:defRPr/>
            </a:pPr>
            <a:r>
              <a:rPr lang="pt-BR" altLang="zh-CN" sz="2400" b="1" dirty="0">
                <a:solidFill>
                  <a:srgbClr val="ED7D31"/>
                </a:solidFill>
                <a:latin typeface="微软雅黑" panose="020B0503020204020204" pitchFamily="34" charset="-122"/>
                <a:ea typeface="+mn-ea"/>
              </a:rPr>
              <a:t>T(n/8)</a:t>
            </a:r>
            <a:endParaRPr lang="zh-CN" altLang="en-US" sz="2400" b="1" dirty="0">
              <a:solidFill>
                <a:srgbClr val="ED7D31"/>
              </a:solidFill>
              <a:latin typeface="微软雅黑" panose="020B0503020204020204" pitchFamily="34" charset="-122"/>
              <a:ea typeface="+mn-ea"/>
            </a:endParaRPr>
          </a:p>
        </p:txBody>
      </p:sp>
      <p:sp>
        <p:nvSpPr>
          <p:cNvPr id="16" name="文本框 15">
            <a:extLst>
              <a:ext uri="{FF2B5EF4-FFF2-40B4-BE49-F238E27FC236}">
                <a16:creationId xmlns:a16="http://schemas.microsoft.com/office/drawing/2014/main" id="{A0BA30D8-3773-4590-B00B-400B905DEE62}"/>
              </a:ext>
            </a:extLst>
          </p:cNvPr>
          <p:cNvSpPr txBox="1"/>
          <p:nvPr/>
        </p:nvSpPr>
        <p:spPr>
          <a:xfrm>
            <a:off x="456010" y="1207294"/>
            <a:ext cx="3161122" cy="1631344"/>
          </a:xfrm>
          <a:prstGeom prst="rect">
            <a:avLst/>
          </a:prstGeom>
          <a:noFill/>
        </p:spPr>
        <p:txBody>
          <a:bodyPr wrap="none" lIns="0" tIns="0" rIns="0" bIns="0">
            <a:spAutoFit/>
          </a:bodyPr>
          <a:lstStyle/>
          <a:p>
            <a:pPr eaLnBrk="1" fontAlgn="auto" hangingPunct="1">
              <a:lnSpc>
                <a:spcPts val="3540"/>
              </a:lnSpc>
              <a:spcBef>
                <a:spcPts val="0"/>
              </a:spcBef>
              <a:spcAft>
                <a:spcPts val="0"/>
              </a:spcAft>
              <a:tabLst>
                <a:tab pos="200025" algn="l"/>
                <a:tab pos="1419225" algn="l"/>
              </a:tabLst>
              <a:defRPr/>
            </a:pPr>
            <a:r>
              <a:rPr lang="en-US" altLang="zh-CN" sz="2800" b="1">
                <a:solidFill>
                  <a:srgbClr val="ED7D31"/>
                </a:solidFill>
                <a:latin typeface="微软雅黑" panose="020B0503020204020204" pitchFamily="34" charset="-122"/>
                <a:ea typeface="+mn-ea"/>
              </a:rPr>
              <a:t>3. </a:t>
            </a:r>
            <a:r>
              <a:rPr lang="zh-CN" altLang="en-US" sz="2800" b="1">
                <a:solidFill>
                  <a:srgbClr val="ED7D31"/>
                </a:solidFill>
                <a:latin typeface="微软雅黑" panose="020B0503020204020204" pitchFamily="34" charset="-122"/>
                <a:ea typeface="+mn-ea"/>
              </a:rPr>
              <a:t>递归树法</a:t>
            </a:r>
          </a:p>
          <a:p>
            <a:pPr eaLnBrk="1" fontAlgn="auto" hangingPunct="1">
              <a:lnSpc>
                <a:spcPts val="750"/>
              </a:lnSpc>
              <a:spcBef>
                <a:spcPts val="0"/>
              </a:spcBef>
              <a:spcAft>
                <a:spcPts val="0"/>
              </a:spcAft>
              <a:tabLst>
                <a:tab pos="200025" algn="l"/>
                <a:tab pos="1419225" algn="l"/>
              </a:tabLst>
              <a:defRPr/>
            </a:pPr>
            <a:endParaRPr lang="zh-CN" altLang="en-US" sz="2800" b="1">
              <a:solidFill>
                <a:srgbClr val="ED7D31"/>
              </a:solidFill>
              <a:latin typeface="微软雅黑" panose="020B0503020204020204" pitchFamily="34" charset="-122"/>
              <a:ea typeface="+mn-ea"/>
            </a:endParaRPr>
          </a:p>
          <a:p>
            <a:pPr eaLnBrk="1" fontAlgn="auto" hangingPunct="1">
              <a:lnSpc>
                <a:spcPts val="3240"/>
              </a:lnSpc>
              <a:spcBef>
                <a:spcPts val="0"/>
              </a:spcBef>
              <a:spcAft>
                <a:spcPts val="0"/>
              </a:spcAft>
              <a:tabLst>
                <a:tab pos="200025" algn="l"/>
                <a:tab pos="1419225" algn="l"/>
              </a:tabLst>
              <a:defRPr/>
            </a:pPr>
            <a:r>
              <a:rPr lang="zh-CN" altLang="en-US" sz="2800" b="1">
                <a:solidFill>
                  <a:srgbClr val="ED7D31"/>
                </a:solidFill>
                <a:latin typeface="微软雅黑" panose="020B0503020204020204" pitchFamily="34" charset="-122"/>
                <a:ea typeface="+mn-ea"/>
              </a:rPr>
              <a:t>	</a:t>
            </a:r>
            <a:r>
              <a:rPr lang="en-US" altLang="zh-CN" sz="2400" b="1">
                <a:solidFill>
                  <a:srgbClr val="002060"/>
                </a:solidFill>
                <a:latin typeface="微软雅黑" panose="020B0503020204020204" pitchFamily="34" charset="-122"/>
                <a:ea typeface="+mn-ea"/>
              </a:rPr>
              <a:t>【</a:t>
            </a:r>
            <a:r>
              <a:rPr lang="zh-CN" altLang="en-US" sz="2400" b="1">
                <a:solidFill>
                  <a:srgbClr val="002060"/>
                </a:solidFill>
                <a:latin typeface="微软雅黑" panose="020B0503020204020204" pitchFamily="34" charset="-122"/>
                <a:ea typeface="+mn-ea"/>
              </a:rPr>
              <a:t>例</a:t>
            </a:r>
            <a:r>
              <a:rPr lang="en-US" altLang="zh-CN" sz="2400" b="1">
                <a:solidFill>
                  <a:srgbClr val="002060"/>
                </a:solidFill>
                <a:latin typeface="微软雅黑" panose="020B0503020204020204" pitchFamily="34" charset="-122"/>
                <a:ea typeface="+mn-ea"/>
              </a:rPr>
              <a:t>4】</a:t>
            </a:r>
            <a:r>
              <a:rPr lang="zh-CN" altLang="en-US" sz="2400" b="1">
                <a:solidFill>
                  <a:srgbClr val="002060"/>
                </a:solidFill>
                <a:latin typeface="微软雅黑" panose="020B0503020204020204" pitchFamily="34" charset="-122"/>
                <a:ea typeface="+mn-ea"/>
              </a:rPr>
              <a:t>求解递归方程</a:t>
            </a:r>
          </a:p>
          <a:p>
            <a:pPr eaLnBrk="1" fontAlgn="auto" hangingPunct="1">
              <a:lnSpc>
                <a:spcPts val="750"/>
              </a:lnSpc>
              <a:spcBef>
                <a:spcPts val="0"/>
              </a:spcBef>
              <a:spcAft>
                <a:spcPts val="0"/>
              </a:spcAft>
              <a:tabLst>
                <a:tab pos="200025" algn="l"/>
                <a:tab pos="1419225" algn="l"/>
              </a:tabLst>
              <a:defRPr/>
            </a:pPr>
            <a:endParaRPr lang="zh-CN" altLang="en-US" sz="2400" b="1">
              <a:solidFill>
                <a:srgbClr val="002060"/>
              </a:solidFill>
              <a:latin typeface="微软雅黑" panose="020B0503020204020204" pitchFamily="34" charset="-122"/>
              <a:ea typeface="+mn-ea"/>
            </a:endParaRPr>
          </a:p>
          <a:p>
            <a:pPr eaLnBrk="1" fontAlgn="auto" hangingPunct="1">
              <a:lnSpc>
                <a:spcPts val="750"/>
              </a:lnSpc>
              <a:spcBef>
                <a:spcPts val="0"/>
              </a:spcBef>
              <a:spcAft>
                <a:spcPts val="0"/>
              </a:spcAft>
              <a:tabLst>
                <a:tab pos="200025" algn="l"/>
                <a:tab pos="1419225" algn="l"/>
              </a:tabLst>
              <a:defRPr/>
            </a:pPr>
            <a:endParaRPr lang="zh-CN" altLang="en-US" sz="2400" b="1">
              <a:solidFill>
                <a:srgbClr val="002060"/>
              </a:solidFill>
              <a:latin typeface="微软雅黑" panose="020B0503020204020204" pitchFamily="34" charset="-122"/>
              <a:ea typeface="+mn-ea"/>
            </a:endParaRPr>
          </a:p>
          <a:p>
            <a:pPr eaLnBrk="1" fontAlgn="auto" hangingPunct="1">
              <a:lnSpc>
                <a:spcPts val="750"/>
              </a:lnSpc>
              <a:spcBef>
                <a:spcPts val="0"/>
              </a:spcBef>
              <a:spcAft>
                <a:spcPts val="0"/>
              </a:spcAft>
              <a:tabLst>
                <a:tab pos="200025" algn="l"/>
                <a:tab pos="1419225" algn="l"/>
              </a:tabLst>
              <a:defRPr/>
            </a:pPr>
            <a:endParaRPr lang="zh-CN" altLang="en-US" sz="2400" b="1">
              <a:solidFill>
                <a:srgbClr val="002060"/>
              </a:solidFill>
              <a:latin typeface="微软雅黑" panose="020B0503020204020204" pitchFamily="34" charset="-122"/>
              <a:ea typeface="+mn-ea"/>
            </a:endParaRPr>
          </a:p>
          <a:p>
            <a:pPr eaLnBrk="1" fontAlgn="auto" hangingPunct="1">
              <a:lnSpc>
                <a:spcPts val="2990"/>
              </a:lnSpc>
              <a:spcBef>
                <a:spcPts val="0"/>
              </a:spcBef>
              <a:spcAft>
                <a:spcPts val="0"/>
              </a:spcAft>
              <a:tabLst>
                <a:tab pos="200025" algn="l"/>
                <a:tab pos="1419225" algn="l"/>
              </a:tabLst>
              <a:defRPr/>
            </a:pPr>
            <a:r>
              <a:rPr lang="zh-CN" altLang="en-US" sz="2400" b="1">
                <a:solidFill>
                  <a:srgbClr val="002060"/>
                </a:solidFill>
                <a:latin typeface="微软雅黑" panose="020B0503020204020204" pitchFamily="34" charset="-122"/>
                <a:ea typeface="+mn-ea"/>
              </a:rPr>
              <a:t>		</a:t>
            </a:r>
            <a:r>
              <a:rPr lang="en-US" altLang="zh-CN" sz="2400" b="1">
                <a:solidFill>
                  <a:srgbClr val="203864"/>
                </a:solidFill>
                <a:latin typeface="微软雅黑" panose="020B0503020204020204" pitchFamily="34" charset="-122"/>
                <a:ea typeface="+mn-ea"/>
              </a:rPr>
              <a:t>T(n)</a:t>
            </a:r>
            <a:endParaRPr lang="zh-CN" altLang="en-US" sz="2400" b="1">
              <a:solidFill>
                <a:srgbClr val="203864"/>
              </a:solidFill>
              <a:latin typeface="微软雅黑" panose="020B0503020204020204" pitchFamily="34" charset="-122"/>
              <a:ea typeface="+mn-ea"/>
            </a:endParaRPr>
          </a:p>
        </p:txBody>
      </p:sp>
      <p:cxnSp>
        <p:nvCxnSpPr>
          <p:cNvPr id="2" name="直接连接符 1">
            <a:extLst>
              <a:ext uri="{FF2B5EF4-FFF2-40B4-BE49-F238E27FC236}">
                <a16:creationId xmlns:a16="http://schemas.microsoft.com/office/drawing/2014/main" id="{A10BA390-A7C6-1BB7-98BC-6E5F17476CCB}"/>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myslide14">
    <p:spTree>
      <p:nvGrpSpPr>
        <p:cNvPr id="1" name=""/>
        <p:cNvGrpSpPr/>
        <p:nvPr/>
      </p:nvGrpSpPr>
      <p:grpSpPr>
        <a:xfrm>
          <a:off x="0" y="0"/>
          <a:ext cx="0" cy="0"/>
          <a:chOff x="0" y="0"/>
          <a:chExt cx="0" cy="0"/>
        </a:xfrm>
      </p:grpSpPr>
      <p:pic>
        <p:nvPicPr>
          <p:cNvPr id="15362" name="图片 2">
            <a:extLst>
              <a:ext uri="{FF2B5EF4-FFF2-40B4-BE49-F238E27FC236}">
                <a16:creationId xmlns:a16="http://schemas.microsoft.com/office/drawing/2014/main" id="{8E230F14-5498-4027-955B-6B342484283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857250"/>
            <a:ext cx="9144000" cy="5143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3" name="图片 4">
            <a:extLst>
              <a:ext uri="{FF2B5EF4-FFF2-40B4-BE49-F238E27FC236}">
                <a16:creationId xmlns:a16="http://schemas.microsoft.com/office/drawing/2014/main" id="{A4070E50-34A4-4570-A001-CB5A3A37FECD}"/>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66875" y="4772025"/>
            <a:ext cx="81915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图片 8">
            <a:extLst>
              <a:ext uri="{FF2B5EF4-FFF2-40B4-BE49-F238E27FC236}">
                <a16:creationId xmlns:a16="http://schemas.microsoft.com/office/drawing/2014/main" id="{D08EF77D-099F-4E90-8963-B5D426FFFD57}"/>
              </a:ext>
            </a:extLst>
          </p:cNvPr>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67700" y="2905125"/>
            <a:ext cx="819150" cy="561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6" name="图片 10">
            <a:extLst>
              <a:ext uri="{FF2B5EF4-FFF2-40B4-BE49-F238E27FC236}">
                <a16:creationId xmlns:a16="http://schemas.microsoft.com/office/drawing/2014/main" id="{1F73FA95-62A5-434A-9DE2-B96FD5B69CEE}"/>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96275" y="3629025"/>
            <a:ext cx="81915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7" name="图片 12">
            <a:extLst>
              <a:ext uri="{FF2B5EF4-FFF2-40B4-BE49-F238E27FC236}">
                <a16:creationId xmlns:a16="http://schemas.microsoft.com/office/drawing/2014/main" id="{03BDD239-5A75-440A-8A30-599D27905A46}"/>
              </a:ext>
            </a:extLst>
          </p:cNvPr>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43250" y="4791075"/>
            <a:ext cx="4105275" cy="1019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 name="文本框 17">
            <a:extLst>
              <a:ext uri="{FF2B5EF4-FFF2-40B4-BE49-F238E27FC236}">
                <a16:creationId xmlns:a16="http://schemas.microsoft.com/office/drawing/2014/main" id="{9CEEF71F-F947-4195-A8D3-8AF2BFAD68D5}"/>
              </a:ext>
            </a:extLst>
          </p:cNvPr>
          <p:cNvSpPr txBox="1"/>
          <p:nvPr/>
        </p:nvSpPr>
        <p:spPr>
          <a:xfrm>
            <a:off x="176212" y="5713810"/>
            <a:ext cx="144270" cy="142924"/>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902" b="1">
                <a:solidFill>
                  <a:srgbClr val="898989"/>
                </a:solidFill>
                <a:latin typeface="微软雅黑" panose="020B0503020204020204" pitchFamily="34" charset="-122"/>
                <a:ea typeface="+mn-ea"/>
              </a:rPr>
              <a:t>14</a:t>
            </a:r>
            <a:endParaRPr lang="zh-CN" altLang="en-US" sz="902" b="1">
              <a:solidFill>
                <a:srgbClr val="898989"/>
              </a:solidFill>
              <a:latin typeface="微软雅黑" panose="020B0503020204020204" pitchFamily="34" charset="-122"/>
              <a:ea typeface="+mn-ea"/>
            </a:endParaRPr>
          </a:p>
        </p:txBody>
      </p:sp>
      <p:sp>
        <p:nvSpPr>
          <p:cNvPr id="19" name="文本框 18">
            <a:extLst>
              <a:ext uri="{FF2B5EF4-FFF2-40B4-BE49-F238E27FC236}">
                <a16:creationId xmlns:a16="http://schemas.microsoft.com/office/drawing/2014/main" id="{608B5DDF-AEAF-4C11-98E2-8E7126FCD325}"/>
              </a:ext>
            </a:extLst>
          </p:cNvPr>
          <p:cNvSpPr txBox="1"/>
          <p:nvPr/>
        </p:nvSpPr>
        <p:spPr>
          <a:xfrm>
            <a:off x="4136233" y="2416971"/>
            <a:ext cx="285335" cy="333361"/>
          </a:xfrm>
          <a:prstGeom prst="rect">
            <a:avLst/>
          </a:prstGeom>
          <a:noFill/>
        </p:spPr>
        <p:txBody>
          <a:bodyPr wrap="none" lIns="0" tIns="0" rIns="0" bIns="0">
            <a:spAutoFit/>
          </a:bodyPr>
          <a:lstStyle/>
          <a:p>
            <a:pPr eaLnBrk="1" fontAlgn="auto" hangingPunct="1">
              <a:lnSpc>
                <a:spcPts val="2752"/>
              </a:lnSpc>
              <a:spcBef>
                <a:spcPts val="0"/>
              </a:spcBef>
              <a:spcAft>
                <a:spcPts val="0"/>
              </a:spcAft>
              <a:defRPr/>
            </a:pPr>
            <a:r>
              <a:rPr lang="en-US" altLang="zh-CN" sz="2099" b="1">
                <a:solidFill>
                  <a:srgbClr val="203864"/>
                </a:solidFill>
                <a:latin typeface="微软雅黑" panose="020B0503020204020204" pitchFamily="34" charset="-122"/>
                <a:ea typeface="+mn-ea"/>
              </a:rPr>
              <a:t>n</a:t>
            </a:r>
            <a:r>
              <a:rPr lang="en-US" altLang="zh-CN" sz="1406" b="1">
                <a:solidFill>
                  <a:srgbClr val="203864"/>
                </a:solidFill>
                <a:latin typeface="微软雅黑" panose="020B0503020204020204" pitchFamily="34" charset="-122"/>
                <a:ea typeface="+mn-ea"/>
              </a:rPr>
              <a:t>2</a:t>
            </a:r>
            <a:endParaRPr lang="zh-CN" altLang="en-US" sz="1406" b="1">
              <a:solidFill>
                <a:srgbClr val="203864"/>
              </a:solidFill>
              <a:latin typeface="微软雅黑" panose="020B0503020204020204" pitchFamily="34" charset="-122"/>
              <a:ea typeface="+mn-ea"/>
            </a:endParaRPr>
          </a:p>
        </p:txBody>
      </p:sp>
      <p:sp>
        <p:nvSpPr>
          <p:cNvPr id="20" name="文本框 19">
            <a:extLst>
              <a:ext uri="{FF2B5EF4-FFF2-40B4-BE49-F238E27FC236}">
                <a16:creationId xmlns:a16="http://schemas.microsoft.com/office/drawing/2014/main" id="{E9A91642-5971-44F1-84DC-F7011C0B501B}"/>
              </a:ext>
            </a:extLst>
          </p:cNvPr>
          <p:cNvSpPr txBox="1"/>
          <p:nvPr/>
        </p:nvSpPr>
        <p:spPr>
          <a:xfrm>
            <a:off x="2432449" y="3162302"/>
            <a:ext cx="785471" cy="333296"/>
          </a:xfrm>
          <a:prstGeom prst="rect">
            <a:avLst/>
          </a:prstGeom>
          <a:noFill/>
        </p:spPr>
        <p:txBody>
          <a:bodyPr wrap="none" lIns="0" tIns="0" rIns="0" bIns="0">
            <a:spAutoFit/>
          </a:bodyPr>
          <a:lstStyle/>
          <a:p>
            <a:pPr eaLnBrk="1" fontAlgn="auto" hangingPunct="1">
              <a:lnSpc>
                <a:spcPts val="2750"/>
              </a:lnSpc>
              <a:spcBef>
                <a:spcPts val="0"/>
              </a:spcBef>
              <a:spcAft>
                <a:spcPts val="0"/>
              </a:spcAft>
              <a:defRPr/>
            </a:pPr>
            <a:r>
              <a:rPr lang="en-US" altLang="zh-CN" sz="2097" b="1">
                <a:solidFill>
                  <a:srgbClr val="203864"/>
                </a:solidFill>
                <a:latin typeface="微软雅黑" panose="020B0503020204020204" pitchFamily="34" charset="-122"/>
                <a:ea typeface="+mn-ea"/>
              </a:rPr>
              <a:t>(n/4)</a:t>
            </a:r>
            <a:r>
              <a:rPr lang="en-US" altLang="zh-CN" sz="1404" b="1">
                <a:solidFill>
                  <a:srgbClr val="203864"/>
                </a:solidFill>
                <a:latin typeface="微软雅黑" panose="020B0503020204020204" pitchFamily="34" charset="-122"/>
                <a:ea typeface="+mn-ea"/>
              </a:rPr>
              <a:t>2</a:t>
            </a:r>
            <a:endParaRPr lang="zh-CN" altLang="en-US" sz="1404" b="1">
              <a:solidFill>
                <a:srgbClr val="203864"/>
              </a:solidFill>
              <a:latin typeface="微软雅黑" panose="020B0503020204020204" pitchFamily="34" charset="-122"/>
              <a:ea typeface="+mn-ea"/>
            </a:endParaRPr>
          </a:p>
        </p:txBody>
      </p:sp>
      <p:sp>
        <p:nvSpPr>
          <p:cNvPr id="21" name="文本框 20">
            <a:extLst>
              <a:ext uri="{FF2B5EF4-FFF2-40B4-BE49-F238E27FC236}">
                <a16:creationId xmlns:a16="http://schemas.microsoft.com/office/drawing/2014/main" id="{65ADF1FB-06D8-4A60-A133-253DCEB20DCC}"/>
              </a:ext>
            </a:extLst>
          </p:cNvPr>
          <p:cNvSpPr txBox="1"/>
          <p:nvPr/>
        </p:nvSpPr>
        <p:spPr>
          <a:xfrm>
            <a:off x="5506643" y="3109914"/>
            <a:ext cx="785471" cy="333296"/>
          </a:xfrm>
          <a:prstGeom prst="rect">
            <a:avLst/>
          </a:prstGeom>
          <a:noFill/>
        </p:spPr>
        <p:txBody>
          <a:bodyPr wrap="none" lIns="0" tIns="0" rIns="0" bIns="0">
            <a:spAutoFit/>
          </a:bodyPr>
          <a:lstStyle/>
          <a:p>
            <a:pPr eaLnBrk="1" fontAlgn="auto" hangingPunct="1">
              <a:lnSpc>
                <a:spcPts val="2750"/>
              </a:lnSpc>
              <a:spcBef>
                <a:spcPts val="0"/>
              </a:spcBef>
              <a:spcAft>
                <a:spcPts val="0"/>
              </a:spcAft>
              <a:defRPr/>
            </a:pPr>
            <a:r>
              <a:rPr lang="en-US" altLang="zh-CN" sz="2097" b="1">
                <a:solidFill>
                  <a:srgbClr val="203864"/>
                </a:solidFill>
                <a:latin typeface="微软雅黑" panose="020B0503020204020204" pitchFamily="34" charset="-122"/>
                <a:ea typeface="+mn-ea"/>
              </a:rPr>
              <a:t>(n/2)</a:t>
            </a:r>
            <a:r>
              <a:rPr lang="en-US" altLang="zh-CN" sz="1404" b="1">
                <a:solidFill>
                  <a:srgbClr val="203864"/>
                </a:solidFill>
                <a:latin typeface="微软雅黑" panose="020B0503020204020204" pitchFamily="34" charset="-122"/>
                <a:ea typeface="+mn-ea"/>
              </a:rPr>
              <a:t>2</a:t>
            </a:r>
            <a:endParaRPr lang="zh-CN" altLang="en-US" sz="1404" b="1">
              <a:solidFill>
                <a:srgbClr val="203864"/>
              </a:solidFill>
              <a:latin typeface="微软雅黑" panose="020B0503020204020204" pitchFamily="34" charset="-122"/>
              <a:ea typeface="+mn-ea"/>
            </a:endParaRPr>
          </a:p>
        </p:txBody>
      </p:sp>
      <p:sp>
        <p:nvSpPr>
          <p:cNvPr id="22" name="文本框 21">
            <a:extLst>
              <a:ext uri="{FF2B5EF4-FFF2-40B4-BE49-F238E27FC236}">
                <a16:creationId xmlns:a16="http://schemas.microsoft.com/office/drawing/2014/main" id="{110890E5-C735-42B6-9F67-762CD503B036}"/>
              </a:ext>
            </a:extLst>
          </p:cNvPr>
          <p:cNvSpPr txBox="1"/>
          <p:nvPr/>
        </p:nvSpPr>
        <p:spPr>
          <a:xfrm>
            <a:off x="1707357" y="3875486"/>
            <a:ext cx="950581" cy="333296"/>
          </a:xfrm>
          <a:prstGeom prst="rect">
            <a:avLst/>
          </a:prstGeom>
          <a:noFill/>
        </p:spPr>
        <p:txBody>
          <a:bodyPr wrap="none" lIns="0" tIns="0" rIns="0" bIns="0">
            <a:spAutoFit/>
          </a:bodyPr>
          <a:lstStyle/>
          <a:p>
            <a:pPr eaLnBrk="1" fontAlgn="auto" hangingPunct="1">
              <a:lnSpc>
                <a:spcPts val="2750"/>
              </a:lnSpc>
              <a:spcBef>
                <a:spcPts val="0"/>
              </a:spcBef>
              <a:spcAft>
                <a:spcPts val="0"/>
              </a:spcAft>
              <a:defRPr/>
            </a:pPr>
            <a:r>
              <a:rPr lang="en-US" altLang="zh-CN" sz="2097" b="1">
                <a:solidFill>
                  <a:srgbClr val="203864"/>
                </a:solidFill>
                <a:latin typeface="微软雅黑" panose="020B0503020204020204" pitchFamily="34" charset="-122"/>
                <a:ea typeface="+mn-ea"/>
              </a:rPr>
              <a:t>(n/16)</a:t>
            </a:r>
            <a:r>
              <a:rPr lang="en-US" altLang="zh-CN" sz="1404" b="1">
                <a:solidFill>
                  <a:srgbClr val="203864"/>
                </a:solidFill>
                <a:latin typeface="微软雅黑" panose="020B0503020204020204" pitchFamily="34" charset="-122"/>
                <a:ea typeface="+mn-ea"/>
              </a:rPr>
              <a:t>2</a:t>
            </a:r>
            <a:endParaRPr lang="zh-CN" altLang="en-US" sz="1404" b="1">
              <a:solidFill>
                <a:srgbClr val="203864"/>
              </a:solidFill>
              <a:latin typeface="微软雅黑" panose="020B0503020204020204" pitchFamily="34" charset="-122"/>
              <a:ea typeface="+mn-ea"/>
            </a:endParaRPr>
          </a:p>
        </p:txBody>
      </p:sp>
      <p:sp>
        <p:nvSpPr>
          <p:cNvPr id="23" name="文本框 22">
            <a:extLst>
              <a:ext uri="{FF2B5EF4-FFF2-40B4-BE49-F238E27FC236}">
                <a16:creationId xmlns:a16="http://schemas.microsoft.com/office/drawing/2014/main" id="{7593E110-F626-4C4F-B7D5-63C6FAB9ACFB}"/>
              </a:ext>
            </a:extLst>
          </p:cNvPr>
          <p:cNvSpPr txBox="1"/>
          <p:nvPr/>
        </p:nvSpPr>
        <p:spPr>
          <a:xfrm>
            <a:off x="3201593" y="3870724"/>
            <a:ext cx="787075" cy="333361"/>
          </a:xfrm>
          <a:prstGeom prst="rect">
            <a:avLst/>
          </a:prstGeom>
          <a:noFill/>
        </p:spPr>
        <p:txBody>
          <a:bodyPr wrap="none" lIns="0" tIns="0" rIns="0" bIns="0">
            <a:spAutoFit/>
          </a:bodyPr>
          <a:lstStyle/>
          <a:p>
            <a:pPr eaLnBrk="1" fontAlgn="auto" hangingPunct="1">
              <a:lnSpc>
                <a:spcPts val="2752"/>
              </a:lnSpc>
              <a:spcBef>
                <a:spcPts val="0"/>
              </a:spcBef>
              <a:spcAft>
                <a:spcPts val="0"/>
              </a:spcAft>
              <a:defRPr/>
            </a:pPr>
            <a:r>
              <a:rPr lang="en-US" altLang="zh-CN" sz="2099" b="1">
                <a:solidFill>
                  <a:srgbClr val="203864"/>
                </a:solidFill>
                <a:latin typeface="微软雅黑" panose="020B0503020204020204" pitchFamily="34" charset="-122"/>
                <a:ea typeface="+mn-ea"/>
              </a:rPr>
              <a:t>(n/8)</a:t>
            </a:r>
            <a:r>
              <a:rPr lang="en-US" altLang="zh-CN" sz="1406" b="1">
                <a:solidFill>
                  <a:srgbClr val="203864"/>
                </a:solidFill>
                <a:latin typeface="微软雅黑" panose="020B0503020204020204" pitchFamily="34" charset="-122"/>
                <a:ea typeface="+mn-ea"/>
              </a:rPr>
              <a:t>2</a:t>
            </a:r>
            <a:endParaRPr lang="zh-CN" altLang="en-US" sz="1406" b="1">
              <a:solidFill>
                <a:srgbClr val="203864"/>
              </a:solidFill>
              <a:latin typeface="微软雅黑" panose="020B0503020204020204" pitchFamily="34" charset="-122"/>
              <a:ea typeface="+mn-ea"/>
            </a:endParaRPr>
          </a:p>
        </p:txBody>
      </p:sp>
      <p:sp>
        <p:nvSpPr>
          <p:cNvPr id="24" name="文本框 23">
            <a:extLst>
              <a:ext uri="{FF2B5EF4-FFF2-40B4-BE49-F238E27FC236}">
                <a16:creationId xmlns:a16="http://schemas.microsoft.com/office/drawing/2014/main" id="{AC698172-E4FA-43A9-99F0-2E6C8E501245}"/>
              </a:ext>
            </a:extLst>
          </p:cNvPr>
          <p:cNvSpPr txBox="1"/>
          <p:nvPr/>
        </p:nvSpPr>
        <p:spPr>
          <a:xfrm>
            <a:off x="4810126" y="3805239"/>
            <a:ext cx="785471" cy="333296"/>
          </a:xfrm>
          <a:prstGeom prst="rect">
            <a:avLst/>
          </a:prstGeom>
          <a:noFill/>
        </p:spPr>
        <p:txBody>
          <a:bodyPr wrap="none" lIns="0" tIns="0" rIns="0" bIns="0">
            <a:spAutoFit/>
          </a:bodyPr>
          <a:lstStyle/>
          <a:p>
            <a:pPr eaLnBrk="1" fontAlgn="auto" hangingPunct="1">
              <a:lnSpc>
                <a:spcPts val="2750"/>
              </a:lnSpc>
              <a:spcBef>
                <a:spcPts val="0"/>
              </a:spcBef>
              <a:spcAft>
                <a:spcPts val="0"/>
              </a:spcAft>
              <a:defRPr/>
            </a:pPr>
            <a:r>
              <a:rPr lang="en-US" altLang="zh-CN" sz="2097" b="1">
                <a:solidFill>
                  <a:srgbClr val="203864"/>
                </a:solidFill>
                <a:latin typeface="微软雅黑" panose="020B0503020204020204" pitchFamily="34" charset="-122"/>
                <a:ea typeface="+mn-ea"/>
              </a:rPr>
              <a:t>(n/8)</a:t>
            </a:r>
            <a:r>
              <a:rPr lang="en-US" altLang="zh-CN" sz="1404" b="1">
                <a:solidFill>
                  <a:srgbClr val="203864"/>
                </a:solidFill>
                <a:latin typeface="微软雅黑" panose="020B0503020204020204" pitchFamily="34" charset="-122"/>
                <a:ea typeface="+mn-ea"/>
              </a:rPr>
              <a:t>2</a:t>
            </a:r>
            <a:endParaRPr lang="zh-CN" altLang="en-US" sz="1404" b="1">
              <a:solidFill>
                <a:srgbClr val="203864"/>
              </a:solidFill>
              <a:latin typeface="微软雅黑" panose="020B0503020204020204" pitchFamily="34" charset="-122"/>
              <a:ea typeface="+mn-ea"/>
            </a:endParaRPr>
          </a:p>
        </p:txBody>
      </p:sp>
      <p:sp>
        <p:nvSpPr>
          <p:cNvPr id="25" name="文本框 24">
            <a:extLst>
              <a:ext uri="{FF2B5EF4-FFF2-40B4-BE49-F238E27FC236}">
                <a16:creationId xmlns:a16="http://schemas.microsoft.com/office/drawing/2014/main" id="{0937D5FE-9CEA-4E29-A6E4-E1060318C78F}"/>
              </a:ext>
            </a:extLst>
          </p:cNvPr>
          <p:cNvSpPr txBox="1"/>
          <p:nvPr/>
        </p:nvSpPr>
        <p:spPr>
          <a:xfrm>
            <a:off x="6397231" y="3782618"/>
            <a:ext cx="787075" cy="333361"/>
          </a:xfrm>
          <a:prstGeom prst="rect">
            <a:avLst/>
          </a:prstGeom>
          <a:noFill/>
        </p:spPr>
        <p:txBody>
          <a:bodyPr wrap="none" lIns="0" tIns="0" rIns="0" bIns="0">
            <a:spAutoFit/>
          </a:bodyPr>
          <a:lstStyle/>
          <a:p>
            <a:pPr eaLnBrk="1" fontAlgn="auto" hangingPunct="1">
              <a:lnSpc>
                <a:spcPts val="2752"/>
              </a:lnSpc>
              <a:spcBef>
                <a:spcPts val="0"/>
              </a:spcBef>
              <a:spcAft>
                <a:spcPts val="0"/>
              </a:spcAft>
              <a:defRPr/>
            </a:pPr>
            <a:r>
              <a:rPr lang="en-US" altLang="zh-CN" sz="2099" b="1">
                <a:solidFill>
                  <a:srgbClr val="203864"/>
                </a:solidFill>
                <a:latin typeface="微软雅黑" panose="020B0503020204020204" pitchFamily="34" charset="-122"/>
                <a:ea typeface="+mn-ea"/>
              </a:rPr>
              <a:t>(n/4)</a:t>
            </a:r>
            <a:r>
              <a:rPr lang="en-US" altLang="zh-CN" sz="1406" b="1">
                <a:solidFill>
                  <a:srgbClr val="203864"/>
                </a:solidFill>
                <a:latin typeface="微软雅黑" panose="020B0503020204020204" pitchFamily="34" charset="-122"/>
                <a:ea typeface="+mn-ea"/>
              </a:rPr>
              <a:t>2</a:t>
            </a:r>
            <a:endParaRPr lang="zh-CN" altLang="en-US" sz="1406" b="1">
              <a:solidFill>
                <a:srgbClr val="203864"/>
              </a:solidFill>
              <a:latin typeface="微软雅黑" panose="020B0503020204020204" pitchFamily="34" charset="-122"/>
              <a:ea typeface="+mn-ea"/>
            </a:endParaRPr>
          </a:p>
        </p:txBody>
      </p:sp>
      <p:sp>
        <p:nvSpPr>
          <p:cNvPr id="26" name="文本框 25">
            <a:extLst>
              <a:ext uri="{FF2B5EF4-FFF2-40B4-BE49-F238E27FC236}">
                <a16:creationId xmlns:a16="http://schemas.microsoft.com/office/drawing/2014/main" id="{EB843BDF-9854-4598-A232-2964E30464DC}"/>
              </a:ext>
            </a:extLst>
          </p:cNvPr>
          <p:cNvSpPr txBox="1"/>
          <p:nvPr/>
        </p:nvSpPr>
        <p:spPr>
          <a:xfrm>
            <a:off x="8423673" y="2362200"/>
            <a:ext cx="285335" cy="333296"/>
          </a:xfrm>
          <a:prstGeom prst="rect">
            <a:avLst/>
          </a:prstGeom>
          <a:noFill/>
        </p:spPr>
        <p:txBody>
          <a:bodyPr wrap="none" lIns="0" tIns="0" rIns="0" bIns="0">
            <a:spAutoFit/>
          </a:bodyPr>
          <a:lstStyle/>
          <a:p>
            <a:pPr eaLnBrk="1" fontAlgn="auto" hangingPunct="1">
              <a:lnSpc>
                <a:spcPts val="2750"/>
              </a:lnSpc>
              <a:spcBef>
                <a:spcPts val="0"/>
              </a:spcBef>
              <a:spcAft>
                <a:spcPts val="0"/>
              </a:spcAft>
              <a:defRPr/>
            </a:pPr>
            <a:r>
              <a:rPr lang="en-US" altLang="zh-CN" sz="2097" b="1">
                <a:solidFill>
                  <a:srgbClr val="203864"/>
                </a:solidFill>
                <a:latin typeface="微软雅黑" panose="020B0503020204020204" pitchFamily="34" charset="-122"/>
                <a:ea typeface="+mn-ea"/>
              </a:rPr>
              <a:t>n</a:t>
            </a:r>
            <a:r>
              <a:rPr lang="en-US" altLang="zh-CN" sz="1404" b="1">
                <a:solidFill>
                  <a:srgbClr val="203864"/>
                </a:solidFill>
                <a:latin typeface="微软雅黑" panose="020B0503020204020204" pitchFamily="34" charset="-122"/>
                <a:ea typeface="+mn-ea"/>
              </a:rPr>
              <a:t>2</a:t>
            </a:r>
            <a:endParaRPr lang="zh-CN" altLang="en-US" sz="1404" b="1">
              <a:solidFill>
                <a:srgbClr val="203864"/>
              </a:solidFill>
              <a:latin typeface="微软雅黑" panose="020B0503020204020204" pitchFamily="34" charset="-122"/>
              <a:ea typeface="+mn-ea"/>
            </a:endParaRPr>
          </a:p>
        </p:txBody>
      </p:sp>
      <p:sp>
        <p:nvSpPr>
          <p:cNvPr id="27" name="文本框 26">
            <a:extLst>
              <a:ext uri="{FF2B5EF4-FFF2-40B4-BE49-F238E27FC236}">
                <a16:creationId xmlns:a16="http://schemas.microsoft.com/office/drawing/2014/main" id="{DA4D89E3-0FD3-4997-BB7F-4A42E9F33674}"/>
              </a:ext>
            </a:extLst>
          </p:cNvPr>
          <p:cNvSpPr txBox="1"/>
          <p:nvPr/>
        </p:nvSpPr>
        <p:spPr>
          <a:xfrm rot="5400000">
            <a:off x="8633158" y="4169013"/>
            <a:ext cx="259686" cy="333296"/>
          </a:xfrm>
          <a:prstGeom prst="rect">
            <a:avLst/>
          </a:prstGeom>
          <a:noFill/>
        </p:spPr>
        <p:txBody>
          <a:bodyPr wrap="none" lIns="0" tIns="0" rIns="0" bIns="0">
            <a:spAutoFit/>
          </a:bodyPr>
          <a:lstStyle/>
          <a:p>
            <a:pPr eaLnBrk="1" fontAlgn="auto" hangingPunct="1">
              <a:lnSpc>
                <a:spcPts val="2750"/>
              </a:lnSpc>
              <a:spcBef>
                <a:spcPts val="0"/>
              </a:spcBef>
              <a:spcAft>
                <a:spcPts val="0"/>
              </a:spcAft>
              <a:defRPr/>
            </a:pPr>
            <a:r>
              <a:rPr lang="en-US" altLang="zh-CN" sz="2097" b="1">
                <a:solidFill>
                  <a:srgbClr val="203864"/>
                </a:solidFill>
                <a:latin typeface="微软雅黑" panose="020B0503020204020204" pitchFamily="34" charset="-122"/>
                <a:ea typeface="+mn-ea"/>
              </a:rPr>
              <a:t>…</a:t>
            </a:r>
            <a:endParaRPr lang="zh-CN" altLang="en-US" sz="2097" b="1">
              <a:solidFill>
                <a:srgbClr val="203864"/>
              </a:solidFill>
              <a:latin typeface="微软雅黑" panose="020B0503020204020204" pitchFamily="34" charset="-122"/>
              <a:ea typeface="+mn-ea"/>
            </a:endParaRPr>
          </a:p>
        </p:txBody>
      </p:sp>
      <p:sp>
        <p:nvSpPr>
          <p:cNvPr id="28" name="文本框 27">
            <a:extLst>
              <a:ext uri="{FF2B5EF4-FFF2-40B4-BE49-F238E27FC236}">
                <a16:creationId xmlns:a16="http://schemas.microsoft.com/office/drawing/2014/main" id="{9940CEAB-3685-4B15-9216-E5E8BEF35ACB}"/>
              </a:ext>
            </a:extLst>
          </p:cNvPr>
          <p:cNvSpPr txBox="1"/>
          <p:nvPr/>
        </p:nvSpPr>
        <p:spPr>
          <a:xfrm>
            <a:off x="69056" y="3567112"/>
            <a:ext cx="1090042" cy="362150"/>
          </a:xfrm>
          <a:prstGeom prst="rect">
            <a:avLst/>
          </a:prstGeom>
          <a:noFill/>
        </p:spPr>
        <p:txBody>
          <a:bodyPr wrap="none" lIns="0" tIns="0" rIns="0" bIns="0">
            <a:spAutoFit/>
          </a:bodyPr>
          <a:lstStyle/>
          <a:p>
            <a:pPr eaLnBrk="1" fontAlgn="auto" hangingPunct="1">
              <a:lnSpc>
                <a:spcPts val="3087"/>
              </a:lnSpc>
              <a:spcBef>
                <a:spcPts val="0"/>
              </a:spcBef>
              <a:spcAft>
                <a:spcPts val="0"/>
              </a:spcAft>
              <a:defRPr/>
            </a:pPr>
            <a:r>
              <a:rPr lang="en-US" altLang="zh-CN" sz="2097" b="1" dirty="0">
                <a:solidFill>
                  <a:srgbClr val="203864"/>
                </a:solidFill>
                <a:latin typeface="微软雅黑" panose="020B0503020204020204" pitchFamily="34" charset="-122"/>
                <a:ea typeface="+mn-ea"/>
              </a:rPr>
              <a:t>log</a:t>
            </a:r>
            <a:r>
              <a:rPr lang="en-US" altLang="zh-CN" sz="1404" b="1" baseline="-25000" dirty="0">
                <a:solidFill>
                  <a:srgbClr val="203864"/>
                </a:solidFill>
                <a:latin typeface="微软雅黑" panose="020B0503020204020204" pitchFamily="34" charset="-122"/>
                <a:ea typeface="+mn-ea"/>
              </a:rPr>
              <a:t>2</a:t>
            </a:r>
            <a:r>
              <a:rPr lang="en-US" altLang="zh-CN" sz="2097" b="1" dirty="0">
                <a:solidFill>
                  <a:srgbClr val="203864"/>
                </a:solidFill>
                <a:latin typeface="微软雅黑" panose="020B0503020204020204" pitchFamily="34" charset="-122"/>
                <a:ea typeface="+mn-ea"/>
              </a:rPr>
              <a:t>n+1</a:t>
            </a:r>
            <a:endParaRPr lang="zh-CN" altLang="en-US" sz="2097" b="1" dirty="0">
              <a:solidFill>
                <a:srgbClr val="203864"/>
              </a:solidFill>
              <a:latin typeface="微软雅黑" panose="020B0503020204020204" pitchFamily="34" charset="-122"/>
              <a:ea typeface="+mn-ea"/>
            </a:endParaRPr>
          </a:p>
        </p:txBody>
      </p:sp>
      <p:sp>
        <p:nvSpPr>
          <p:cNvPr id="29" name="文本框 28">
            <a:extLst>
              <a:ext uri="{FF2B5EF4-FFF2-40B4-BE49-F238E27FC236}">
                <a16:creationId xmlns:a16="http://schemas.microsoft.com/office/drawing/2014/main" id="{BB5CC93E-F662-4013-A276-E40F80F73803}"/>
              </a:ext>
            </a:extLst>
          </p:cNvPr>
          <p:cNvSpPr txBox="1"/>
          <p:nvPr/>
        </p:nvSpPr>
        <p:spPr>
          <a:xfrm>
            <a:off x="456010" y="1207294"/>
            <a:ext cx="2792431" cy="961802"/>
          </a:xfrm>
          <a:prstGeom prst="rect">
            <a:avLst/>
          </a:prstGeom>
          <a:noFill/>
        </p:spPr>
        <p:txBody>
          <a:bodyPr wrap="none" lIns="0" tIns="0" rIns="0" bIns="0">
            <a:spAutoFit/>
          </a:bodyPr>
          <a:lstStyle/>
          <a:p>
            <a:pPr eaLnBrk="1" fontAlgn="auto" hangingPunct="1">
              <a:lnSpc>
                <a:spcPts val="3540"/>
              </a:lnSpc>
              <a:spcBef>
                <a:spcPts val="0"/>
              </a:spcBef>
              <a:spcAft>
                <a:spcPts val="0"/>
              </a:spcAft>
              <a:tabLst>
                <a:tab pos="200025" algn="l"/>
              </a:tabLst>
              <a:defRPr/>
            </a:pPr>
            <a:r>
              <a:rPr lang="en-US" altLang="zh-CN" sz="2700" b="1">
                <a:solidFill>
                  <a:srgbClr val="ED7D31"/>
                </a:solidFill>
                <a:latin typeface="微软雅黑" panose="020B0503020204020204" pitchFamily="34" charset="-122"/>
                <a:ea typeface="+mn-ea"/>
              </a:rPr>
              <a:t>3. </a:t>
            </a:r>
            <a:r>
              <a:rPr lang="zh-CN" altLang="en-US" sz="2700" b="1">
                <a:solidFill>
                  <a:srgbClr val="ED7D31"/>
                </a:solidFill>
                <a:latin typeface="微软雅黑" panose="020B0503020204020204" pitchFamily="34" charset="-122"/>
                <a:ea typeface="+mn-ea"/>
              </a:rPr>
              <a:t>递归树法</a:t>
            </a:r>
          </a:p>
          <a:p>
            <a:pPr eaLnBrk="1" fontAlgn="auto" hangingPunct="1">
              <a:lnSpc>
                <a:spcPts val="750"/>
              </a:lnSpc>
              <a:spcBef>
                <a:spcPts val="0"/>
              </a:spcBef>
              <a:spcAft>
                <a:spcPts val="0"/>
              </a:spcAft>
              <a:tabLst>
                <a:tab pos="200025" algn="l"/>
              </a:tabLst>
              <a:defRPr/>
            </a:pPr>
            <a:endParaRPr lang="zh-CN" altLang="en-US" sz="2700" b="1">
              <a:solidFill>
                <a:srgbClr val="ED7D31"/>
              </a:solidFill>
              <a:latin typeface="微软雅黑" panose="020B0503020204020204" pitchFamily="34" charset="-122"/>
              <a:ea typeface="+mn-ea"/>
            </a:endParaRPr>
          </a:p>
          <a:p>
            <a:pPr eaLnBrk="1" fontAlgn="auto" hangingPunct="1">
              <a:lnSpc>
                <a:spcPts val="3240"/>
              </a:lnSpc>
              <a:spcBef>
                <a:spcPts val="0"/>
              </a:spcBef>
              <a:spcAft>
                <a:spcPts val="0"/>
              </a:spcAft>
              <a:tabLst>
                <a:tab pos="200025" algn="l"/>
              </a:tabLst>
              <a:defRPr/>
            </a:pPr>
            <a:r>
              <a:rPr lang="zh-CN" altLang="en-US" sz="2700" b="1">
                <a:solidFill>
                  <a:srgbClr val="ED7D31"/>
                </a:solidFill>
                <a:latin typeface="微软雅黑" panose="020B0503020204020204" pitchFamily="34" charset="-122"/>
                <a:ea typeface="+mn-ea"/>
              </a:rPr>
              <a:t>	</a:t>
            </a:r>
            <a:r>
              <a:rPr lang="en-US" altLang="zh-CN" sz="2099" b="1">
                <a:solidFill>
                  <a:srgbClr val="002060"/>
                </a:solidFill>
                <a:latin typeface="微软雅黑" panose="020B0503020204020204" pitchFamily="34" charset="-122"/>
                <a:ea typeface="+mn-ea"/>
              </a:rPr>
              <a:t>【</a:t>
            </a:r>
            <a:r>
              <a:rPr lang="zh-CN" altLang="en-US" sz="2099" b="1">
                <a:solidFill>
                  <a:srgbClr val="002060"/>
                </a:solidFill>
                <a:latin typeface="微软雅黑" panose="020B0503020204020204" pitchFamily="34" charset="-122"/>
                <a:ea typeface="+mn-ea"/>
              </a:rPr>
              <a:t>例</a:t>
            </a:r>
            <a:r>
              <a:rPr lang="en-US" altLang="zh-CN" sz="2099" b="1">
                <a:solidFill>
                  <a:srgbClr val="002060"/>
                </a:solidFill>
                <a:latin typeface="微软雅黑" panose="020B0503020204020204" pitchFamily="34" charset="-122"/>
                <a:ea typeface="+mn-ea"/>
              </a:rPr>
              <a:t>4】</a:t>
            </a:r>
            <a:r>
              <a:rPr lang="zh-CN" altLang="en-US" sz="2099" b="1">
                <a:solidFill>
                  <a:srgbClr val="002060"/>
                </a:solidFill>
                <a:latin typeface="微软雅黑" panose="020B0503020204020204" pitchFamily="34" charset="-122"/>
                <a:ea typeface="+mn-ea"/>
              </a:rPr>
              <a:t>求解递归方程</a:t>
            </a:r>
          </a:p>
        </p:txBody>
      </p:sp>
      <p:sp>
        <p:nvSpPr>
          <p:cNvPr id="30" name="文本框 29">
            <a:extLst>
              <a:ext uri="{FF2B5EF4-FFF2-40B4-BE49-F238E27FC236}">
                <a16:creationId xmlns:a16="http://schemas.microsoft.com/office/drawing/2014/main" id="{5E0072CD-E4D5-49F1-8D94-72C3DE8BD863}"/>
              </a:ext>
            </a:extLst>
          </p:cNvPr>
          <p:cNvSpPr txBox="1"/>
          <p:nvPr/>
        </p:nvSpPr>
        <p:spPr>
          <a:xfrm>
            <a:off x="3658792" y="1825230"/>
            <a:ext cx="2832507" cy="285784"/>
          </a:xfrm>
          <a:prstGeom prst="rect">
            <a:avLst/>
          </a:prstGeom>
          <a:noFill/>
        </p:spPr>
        <p:txBody>
          <a:bodyPr wrap="none" lIns="0" tIns="0" rIns="0" bIns="0">
            <a:spAutoFit/>
          </a:bodyPr>
          <a:lstStyle/>
          <a:p>
            <a:pPr eaLnBrk="1" fontAlgn="auto" hangingPunct="1">
              <a:lnSpc>
                <a:spcPts val="2360"/>
              </a:lnSpc>
              <a:spcBef>
                <a:spcPts val="0"/>
              </a:spcBef>
              <a:spcAft>
                <a:spcPts val="0"/>
              </a:spcAft>
              <a:defRPr/>
            </a:pPr>
            <a:r>
              <a:rPr lang="pt-BR" altLang="zh-CN" b="1">
                <a:solidFill>
                  <a:srgbClr val="203864"/>
                </a:solidFill>
                <a:latin typeface="微软雅黑" panose="020B0503020204020204" pitchFamily="34" charset="-122"/>
                <a:ea typeface="+mn-ea"/>
              </a:rPr>
              <a:t>T(n)=T(n/4)+ T(n/2)+ n</a:t>
            </a:r>
            <a:r>
              <a:rPr lang="pt-BR" altLang="zh-CN" sz="1197" b="1">
                <a:solidFill>
                  <a:srgbClr val="203864"/>
                </a:solidFill>
                <a:latin typeface="微软雅黑" panose="020B0503020204020204" pitchFamily="34" charset="-122"/>
                <a:ea typeface="+mn-ea"/>
              </a:rPr>
              <a:t>2</a:t>
            </a:r>
            <a:endParaRPr lang="zh-CN" altLang="en-US" sz="1197" b="1">
              <a:solidFill>
                <a:srgbClr val="203864"/>
              </a:solidFill>
              <a:latin typeface="微软雅黑" panose="020B0503020204020204" pitchFamily="34" charset="-122"/>
              <a:ea typeface="+mn-ea"/>
            </a:endParaRPr>
          </a:p>
        </p:txBody>
      </p:sp>
      <p:cxnSp>
        <p:nvCxnSpPr>
          <p:cNvPr id="2" name="直接连接符 1">
            <a:extLst>
              <a:ext uri="{FF2B5EF4-FFF2-40B4-BE49-F238E27FC236}">
                <a16:creationId xmlns:a16="http://schemas.microsoft.com/office/drawing/2014/main" id="{7D15112F-9D69-4A1A-A1DF-A2C3AB073D6A}"/>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myslide15">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794A3B1D-A846-4868-B026-E6769380E5FB}"/>
              </a:ext>
            </a:extLst>
          </p:cNvPr>
          <p:cNvSpPr txBox="1"/>
          <p:nvPr/>
        </p:nvSpPr>
        <p:spPr>
          <a:xfrm>
            <a:off x="176212" y="5713810"/>
            <a:ext cx="144270" cy="142924"/>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902" b="1">
                <a:solidFill>
                  <a:srgbClr val="898989"/>
                </a:solidFill>
                <a:latin typeface="微软雅黑" panose="020B0503020204020204" pitchFamily="34" charset="-122"/>
                <a:ea typeface="+mn-ea"/>
              </a:rPr>
              <a:t>15</a:t>
            </a:r>
            <a:endParaRPr lang="zh-CN" altLang="en-US" sz="902" b="1">
              <a:solidFill>
                <a:srgbClr val="898989"/>
              </a:solidFill>
              <a:latin typeface="微软雅黑" panose="020B0503020204020204" pitchFamily="34" charset="-122"/>
              <a:ea typeface="+mn-ea"/>
            </a:endParaRPr>
          </a:p>
        </p:txBody>
      </p:sp>
      <p:cxnSp>
        <p:nvCxnSpPr>
          <p:cNvPr id="2" name="直接连接符 1">
            <a:extLst>
              <a:ext uri="{FF2B5EF4-FFF2-40B4-BE49-F238E27FC236}">
                <a16:creationId xmlns:a16="http://schemas.microsoft.com/office/drawing/2014/main" id="{60A6BA0B-EFB1-40FC-3883-6CE401B28160}"/>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4" name="图片 3">
            <a:extLst>
              <a:ext uri="{FF2B5EF4-FFF2-40B4-BE49-F238E27FC236}">
                <a16:creationId xmlns:a16="http://schemas.microsoft.com/office/drawing/2014/main" id="{90CE7E9E-5C3C-F9AC-F04D-3C89BEAE4578}"/>
              </a:ext>
            </a:extLst>
          </p:cNvPr>
          <p:cNvPicPr>
            <a:picLocks noChangeAspect="1"/>
          </p:cNvPicPr>
          <p:nvPr/>
        </p:nvPicPr>
        <p:blipFill>
          <a:blip r:embed="rId3"/>
          <a:stretch>
            <a:fillRect/>
          </a:stretch>
        </p:blipFill>
        <p:spPr>
          <a:xfrm>
            <a:off x="0" y="1152209"/>
            <a:ext cx="9219561" cy="5528951"/>
          </a:xfrm>
          <a:prstGeom prst="rect">
            <a:avLst/>
          </a:prstGeom>
        </p:spPr>
      </p:pic>
      <p:sp>
        <p:nvSpPr>
          <p:cNvPr id="6" name="文本框 5">
            <a:extLst>
              <a:ext uri="{FF2B5EF4-FFF2-40B4-BE49-F238E27FC236}">
                <a16:creationId xmlns:a16="http://schemas.microsoft.com/office/drawing/2014/main" id="{F665DC9F-5763-6598-EACB-5D77698E8BAA}"/>
              </a:ext>
            </a:extLst>
          </p:cNvPr>
          <p:cNvSpPr txBox="1"/>
          <p:nvPr/>
        </p:nvSpPr>
        <p:spPr>
          <a:xfrm>
            <a:off x="522962" y="364436"/>
            <a:ext cx="4628366" cy="514436"/>
          </a:xfrm>
          <a:prstGeom prst="rect">
            <a:avLst/>
          </a:prstGeom>
          <a:noFill/>
        </p:spPr>
        <p:txBody>
          <a:bodyPr wrap="square">
            <a:spAutoFit/>
          </a:bodyPr>
          <a:lstStyle/>
          <a:p>
            <a:pPr eaLnBrk="1" fontAlgn="auto" hangingPunct="1">
              <a:lnSpc>
                <a:spcPts val="3540"/>
              </a:lnSpc>
              <a:spcBef>
                <a:spcPts val="0"/>
              </a:spcBef>
              <a:spcAft>
                <a:spcPts val="0"/>
              </a:spcAft>
              <a:tabLst>
                <a:tab pos="133350" algn="l"/>
                <a:tab pos="152400" algn="l"/>
              </a:tabLst>
              <a:defRPr/>
            </a:pPr>
            <a:r>
              <a:rPr lang="en-US" altLang="zh-CN" sz="2800" b="1" dirty="0">
                <a:solidFill>
                  <a:srgbClr val="ED7D31"/>
                </a:solidFill>
                <a:latin typeface="微软雅黑" panose="020B0503020204020204" pitchFamily="34" charset="-122"/>
                <a:ea typeface="+mn-ea"/>
              </a:rPr>
              <a:t>4</a:t>
            </a:r>
            <a:r>
              <a:rPr lang="en-US" altLang="zh-CN" sz="2800" b="1">
                <a:solidFill>
                  <a:srgbClr val="ED7D31"/>
                </a:solidFill>
                <a:latin typeface="微软雅黑" panose="020B0503020204020204" pitchFamily="34" charset="-122"/>
                <a:ea typeface="+mn-ea"/>
              </a:rPr>
              <a:t>. </a:t>
            </a:r>
            <a:r>
              <a:rPr lang="zh-CN" altLang="en-US" sz="2800" b="1" dirty="0">
                <a:solidFill>
                  <a:srgbClr val="ED7D31"/>
                </a:solidFill>
                <a:latin typeface="微软雅黑" panose="020B0503020204020204" pitchFamily="34" charset="-122"/>
                <a:ea typeface="+mn-ea"/>
              </a:rPr>
              <a:t>主</a:t>
            </a:r>
            <a:r>
              <a:rPr lang="zh-CN" altLang="en-US" sz="2800" b="1" dirty="0">
                <a:solidFill>
                  <a:srgbClr val="ED7D31"/>
                </a:solidFill>
                <a:latin typeface="微软雅黑" panose="020B0503020204020204" pitchFamily="34" charset="-122"/>
              </a:rPr>
              <a:t>定理</a:t>
            </a:r>
            <a:endParaRPr lang="zh-CN" altLang="en-US" sz="2800" b="1" dirty="0">
              <a:solidFill>
                <a:srgbClr val="ED7D31"/>
              </a:solidFill>
              <a:latin typeface="微软雅黑" panose="020B0503020204020204" pitchFamily="34" charset="-122"/>
              <a:ea typeface="+mn-ea"/>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8BDABE-E206-6968-F4C2-A982C74DC2AC}"/>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BA57D4EE-46D3-9A11-39E7-4F80DEEB72B1}"/>
              </a:ext>
            </a:extLst>
          </p:cNvPr>
          <p:cNvSpPr txBox="1"/>
          <p:nvPr/>
        </p:nvSpPr>
        <p:spPr>
          <a:xfrm>
            <a:off x="176212" y="5713810"/>
            <a:ext cx="144270" cy="142924"/>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902" b="1">
                <a:solidFill>
                  <a:srgbClr val="898989"/>
                </a:solidFill>
                <a:latin typeface="微软雅黑" panose="020B0503020204020204" pitchFamily="34" charset="-122"/>
                <a:ea typeface="+mn-ea"/>
              </a:rPr>
              <a:t>15</a:t>
            </a:r>
            <a:endParaRPr lang="zh-CN" altLang="en-US" sz="902" b="1">
              <a:solidFill>
                <a:srgbClr val="898989"/>
              </a:solidFill>
              <a:latin typeface="微软雅黑" panose="020B0503020204020204" pitchFamily="34" charset="-122"/>
              <a:ea typeface="+mn-ea"/>
            </a:endParaRPr>
          </a:p>
        </p:txBody>
      </p:sp>
      <p:cxnSp>
        <p:nvCxnSpPr>
          <p:cNvPr id="2" name="直接连接符 1">
            <a:extLst>
              <a:ext uri="{FF2B5EF4-FFF2-40B4-BE49-F238E27FC236}">
                <a16:creationId xmlns:a16="http://schemas.microsoft.com/office/drawing/2014/main" id="{83C8E16E-AA16-C869-39BD-05BB029F3410}"/>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972DB972-696B-434D-F4CD-A2B083EFCEB7}"/>
              </a:ext>
            </a:extLst>
          </p:cNvPr>
          <p:cNvSpPr txBox="1"/>
          <p:nvPr/>
        </p:nvSpPr>
        <p:spPr>
          <a:xfrm>
            <a:off x="522962" y="364436"/>
            <a:ext cx="4628366" cy="514436"/>
          </a:xfrm>
          <a:prstGeom prst="rect">
            <a:avLst/>
          </a:prstGeom>
          <a:noFill/>
        </p:spPr>
        <p:txBody>
          <a:bodyPr wrap="square">
            <a:spAutoFit/>
          </a:bodyPr>
          <a:lstStyle/>
          <a:p>
            <a:pPr eaLnBrk="1" fontAlgn="auto" hangingPunct="1">
              <a:lnSpc>
                <a:spcPts val="3540"/>
              </a:lnSpc>
              <a:spcBef>
                <a:spcPts val="0"/>
              </a:spcBef>
              <a:spcAft>
                <a:spcPts val="0"/>
              </a:spcAft>
              <a:tabLst>
                <a:tab pos="133350" algn="l"/>
                <a:tab pos="152400" algn="l"/>
              </a:tabLst>
              <a:defRPr/>
            </a:pPr>
            <a:r>
              <a:rPr lang="en-US" altLang="zh-CN" sz="2800" b="1" dirty="0">
                <a:solidFill>
                  <a:srgbClr val="ED7D31"/>
                </a:solidFill>
                <a:latin typeface="微软雅黑" panose="020B0503020204020204" pitchFamily="34" charset="-122"/>
                <a:ea typeface="+mn-ea"/>
              </a:rPr>
              <a:t>4</a:t>
            </a:r>
            <a:r>
              <a:rPr lang="en-US" altLang="zh-CN" sz="2800" b="1">
                <a:solidFill>
                  <a:srgbClr val="ED7D31"/>
                </a:solidFill>
                <a:latin typeface="微软雅黑" panose="020B0503020204020204" pitchFamily="34" charset="-122"/>
                <a:ea typeface="+mn-ea"/>
              </a:rPr>
              <a:t>. </a:t>
            </a:r>
            <a:r>
              <a:rPr lang="zh-CN" altLang="en-US" sz="2800" b="1" dirty="0">
                <a:solidFill>
                  <a:srgbClr val="ED7D31"/>
                </a:solidFill>
                <a:latin typeface="微软雅黑" panose="020B0503020204020204" pitchFamily="34" charset="-122"/>
                <a:ea typeface="+mn-ea"/>
              </a:rPr>
              <a:t>主</a:t>
            </a:r>
            <a:r>
              <a:rPr lang="zh-CN" altLang="en-US" sz="2800" b="1" dirty="0">
                <a:solidFill>
                  <a:srgbClr val="ED7D31"/>
                </a:solidFill>
                <a:latin typeface="微软雅黑" panose="020B0503020204020204" pitchFamily="34" charset="-122"/>
              </a:rPr>
              <a:t>定理</a:t>
            </a:r>
            <a:endParaRPr lang="zh-CN" altLang="en-US" sz="2800" b="1" dirty="0">
              <a:solidFill>
                <a:srgbClr val="ED7D31"/>
              </a:solidFill>
              <a:latin typeface="微软雅黑" panose="020B0503020204020204" pitchFamily="34" charset="-122"/>
              <a:ea typeface="+mn-ea"/>
            </a:endParaRPr>
          </a:p>
        </p:txBody>
      </p:sp>
      <p:pic>
        <p:nvPicPr>
          <p:cNvPr id="5" name="图片 4">
            <a:extLst>
              <a:ext uri="{FF2B5EF4-FFF2-40B4-BE49-F238E27FC236}">
                <a16:creationId xmlns:a16="http://schemas.microsoft.com/office/drawing/2014/main" id="{6C63256C-840A-B865-6C2F-4BDF9C3FC9C1}"/>
              </a:ext>
            </a:extLst>
          </p:cNvPr>
          <p:cNvPicPr>
            <a:picLocks noChangeAspect="1"/>
          </p:cNvPicPr>
          <p:nvPr/>
        </p:nvPicPr>
        <p:blipFill>
          <a:blip r:embed="rId3"/>
          <a:stretch>
            <a:fillRect/>
          </a:stretch>
        </p:blipFill>
        <p:spPr>
          <a:xfrm>
            <a:off x="78725" y="1175598"/>
            <a:ext cx="8928241" cy="5099941"/>
          </a:xfrm>
          <a:prstGeom prst="rect">
            <a:avLst/>
          </a:prstGeom>
        </p:spPr>
      </p:pic>
      <p:cxnSp>
        <p:nvCxnSpPr>
          <p:cNvPr id="8" name="直接连接符 7">
            <a:extLst>
              <a:ext uri="{FF2B5EF4-FFF2-40B4-BE49-F238E27FC236}">
                <a16:creationId xmlns:a16="http://schemas.microsoft.com/office/drawing/2014/main" id="{4E68A421-12A9-ED04-E094-7A24FB5C9326}"/>
              </a:ext>
            </a:extLst>
          </p:cNvPr>
          <p:cNvCxnSpPr/>
          <p:nvPr/>
        </p:nvCxnSpPr>
        <p:spPr>
          <a:xfrm>
            <a:off x="4822521" y="3429000"/>
            <a:ext cx="263046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DB0F8210-DF4D-BCC4-F430-E9ABC7BC47CE}"/>
              </a:ext>
            </a:extLst>
          </p:cNvPr>
          <p:cNvCxnSpPr/>
          <p:nvPr/>
        </p:nvCxnSpPr>
        <p:spPr>
          <a:xfrm>
            <a:off x="1104379" y="4859055"/>
            <a:ext cx="263046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09557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3F002-67B1-DBBE-ACD4-A2637C813982}"/>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F0657956-5E12-4F9E-DEBD-9CFC28BCF6CA}"/>
              </a:ext>
            </a:extLst>
          </p:cNvPr>
          <p:cNvSpPr txBox="1"/>
          <p:nvPr/>
        </p:nvSpPr>
        <p:spPr>
          <a:xfrm>
            <a:off x="176212" y="5713810"/>
            <a:ext cx="144270" cy="142924"/>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902" b="1">
                <a:solidFill>
                  <a:srgbClr val="898989"/>
                </a:solidFill>
                <a:latin typeface="微软雅黑" panose="020B0503020204020204" pitchFamily="34" charset="-122"/>
                <a:ea typeface="+mn-ea"/>
              </a:rPr>
              <a:t>15</a:t>
            </a:r>
            <a:endParaRPr lang="zh-CN" altLang="en-US" sz="902" b="1">
              <a:solidFill>
                <a:srgbClr val="898989"/>
              </a:solidFill>
              <a:latin typeface="微软雅黑" panose="020B0503020204020204" pitchFamily="34" charset="-122"/>
              <a:ea typeface="+mn-ea"/>
            </a:endParaRPr>
          </a:p>
        </p:txBody>
      </p:sp>
      <p:cxnSp>
        <p:nvCxnSpPr>
          <p:cNvPr id="2" name="直接连接符 1">
            <a:extLst>
              <a:ext uri="{FF2B5EF4-FFF2-40B4-BE49-F238E27FC236}">
                <a16:creationId xmlns:a16="http://schemas.microsoft.com/office/drawing/2014/main" id="{62D4EF1A-045B-034C-CD82-68F12E117ECC}"/>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DF8A1116-C42B-5EBD-74AD-E782DB6C8EB2}"/>
              </a:ext>
            </a:extLst>
          </p:cNvPr>
          <p:cNvSpPr txBox="1"/>
          <p:nvPr/>
        </p:nvSpPr>
        <p:spPr>
          <a:xfrm>
            <a:off x="522962" y="364436"/>
            <a:ext cx="4628366" cy="514436"/>
          </a:xfrm>
          <a:prstGeom prst="rect">
            <a:avLst/>
          </a:prstGeom>
          <a:noFill/>
        </p:spPr>
        <p:txBody>
          <a:bodyPr wrap="square">
            <a:spAutoFit/>
          </a:bodyPr>
          <a:lstStyle/>
          <a:p>
            <a:pPr eaLnBrk="1" fontAlgn="auto" hangingPunct="1">
              <a:lnSpc>
                <a:spcPts val="3540"/>
              </a:lnSpc>
              <a:spcBef>
                <a:spcPts val="0"/>
              </a:spcBef>
              <a:spcAft>
                <a:spcPts val="0"/>
              </a:spcAft>
              <a:tabLst>
                <a:tab pos="133350" algn="l"/>
                <a:tab pos="152400" algn="l"/>
              </a:tabLst>
              <a:defRPr/>
            </a:pPr>
            <a:r>
              <a:rPr lang="en-US" altLang="zh-CN" sz="2800" b="1" dirty="0">
                <a:solidFill>
                  <a:srgbClr val="ED7D31"/>
                </a:solidFill>
                <a:latin typeface="微软雅黑" panose="020B0503020204020204" pitchFamily="34" charset="-122"/>
                <a:ea typeface="+mn-ea"/>
              </a:rPr>
              <a:t>4. </a:t>
            </a:r>
            <a:r>
              <a:rPr lang="zh-CN" altLang="en-US" sz="2800" b="1" dirty="0">
                <a:solidFill>
                  <a:srgbClr val="ED7D31"/>
                </a:solidFill>
                <a:latin typeface="微软雅黑" panose="020B0503020204020204" pitchFamily="34" charset="-122"/>
                <a:ea typeface="+mn-ea"/>
              </a:rPr>
              <a:t>主</a:t>
            </a:r>
            <a:r>
              <a:rPr lang="zh-CN" altLang="en-US" sz="2800" b="1" dirty="0">
                <a:solidFill>
                  <a:srgbClr val="ED7D31"/>
                </a:solidFill>
                <a:latin typeface="微软雅黑" panose="020B0503020204020204" pitchFamily="34" charset="-122"/>
              </a:rPr>
              <a:t>定理</a:t>
            </a:r>
            <a:endParaRPr lang="zh-CN" altLang="en-US" sz="2800" b="1" dirty="0">
              <a:solidFill>
                <a:srgbClr val="ED7D31"/>
              </a:solidFill>
              <a:latin typeface="微软雅黑" panose="020B0503020204020204" pitchFamily="34" charset="-122"/>
              <a:ea typeface="+mn-ea"/>
            </a:endParaRPr>
          </a:p>
        </p:txBody>
      </p:sp>
      <p:pic>
        <p:nvPicPr>
          <p:cNvPr id="4" name="图片 3">
            <a:extLst>
              <a:ext uri="{FF2B5EF4-FFF2-40B4-BE49-F238E27FC236}">
                <a16:creationId xmlns:a16="http://schemas.microsoft.com/office/drawing/2014/main" id="{269CF630-3475-13F7-0A79-37D60A44A191}"/>
              </a:ext>
            </a:extLst>
          </p:cNvPr>
          <p:cNvPicPr>
            <a:picLocks noChangeAspect="1"/>
          </p:cNvPicPr>
          <p:nvPr/>
        </p:nvPicPr>
        <p:blipFill>
          <a:blip r:embed="rId3"/>
          <a:stretch>
            <a:fillRect/>
          </a:stretch>
        </p:blipFill>
        <p:spPr>
          <a:xfrm>
            <a:off x="0" y="1849452"/>
            <a:ext cx="9144000" cy="4191576"/>
          </a:xfrm>
          <a:prstGeom prst="rect">
            <a:avLst/>
          </a:prstGeom>
        </p:spPr>
      </p:pic>
      <p:cxnSp>
        <p:nvCxnSpPr>
          <p:cNvPr id="7" name="直接连接符 6">
            <a:extLst>
              <a:ext uri="{FF2B5EF4-FFF2-40B4-BE49-F238E27FC236}">
                <a16:creationId xmlns:a16="http://schemas.microsoft.com/office/drawing/2014/main" id="{2AC64F36-4CB5-BD9C-2292-482BB4D1731E}"/>
              </a:ext>
            </a:extLst>
          </p:cNvPr>
          <p:cNvCxnSpPr/>
          <p:nvPr/>
        </p:nvCxnSpPr>
        <p:spPr>
          <a:xfrm>
            <a:off x="1941535" y="2389340"/>
            <a:ext cx="263046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a:extLst>
              <a:ext uri="{FF2B5EF4-FFF2-40B4-BE49-F238E27FC236}">
                <a16:creationId xmlns:a16="http://schemas.microsoft.com/office/drawing/2014/main" id="{F7BE849B-580D-AF2E-36D1-2A5FFA71CDAE}"/>
              </a:ext>
            </a:extLst>
          </p:cNvPr>
          <p:cNvCxnSpPr>
            <a:cxnSpLocks/>
          </p:cNvCxnSpPr>
          <p:nvPr/>
        </p:nvCxnSpPr>
        <p:spPr>
          <a:xfrm>
            <a:off x="2066795" y="3078271"/>
            <a:ext cx="3269293"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72906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B0179B-6CF1-9F02-9DE9-3AE5E287EB8F}"/>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1046274A-AB22-E921-B9BF-DDDAEEFDD59C}"/>
              </a:ext>
            </a:extLst>
          </p:cNvPr>
          <p:cNvSpPr txBox="1"/>
          <p:nvPr/>
        </p:nvSpPr>
        <p:spPr>
          <a:xfrm>
            <a:off x="176212" y="5713810"/>
            <a:ext cx="144270" cy="142924"/>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902" b="1">
                <a:solidFill>
                  <a:srgbClr val="898989"/>
                </a:solidFill>
                <a:latin typeface="微软雅黑" panose="020B0503020204020204" pitchFamily="34" charset="-122"/>
                <a:ea typeface="+mn-ea"/>
              </a:rPr>
              <a:t>15</a:t>
            </a:r>
            <a:endParaRPr lang="zh-CN" altLang="en-US" sz="902" b="1">
              <a:solidFill>
                <a:srgbClr val="898989"/>
              </a:solidFill>
              <a:latin typeface="微软雅黑" panose="020B0503020204020204" pitchFamily="34" charset="-122"/>
              <a:ea typeface="+mn-ea"/>
            </a:endParaRPr>
          </a:p>
        </p:txBody>
      </p:sp>
      <p:cxnSp>
        <p:nvCxnSpPr>
          <p:cNvPr id="2" name="直接连接符 1">
            <a:extLst>
              <a:ext uri="{FF2B5EF4-FFF2-40B4-BE49-F238E27FC236}">
                <a16:creationId xmlns:a16="http://schemas.microsoft.com/office/drawing/2014/main" id="{7095FC54-686C-9483-DBFF-C86A6060B47C}"/>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165E8087-5197-D546-3191-746A43E6F0C4}"/>
              </a:ext>
            </a:extLst>
          </p:cNvPr>
          <p:cNvSpPr txBox="1"/>
          <p:nvPr/>
        </p:nvSpPr>
        <p:spPr>
          <a:xfrm>
            <a:off x="522962" y="364436"/>
            <a:ext cx="4628366" cy="514436"/>
          </a:xfrm>
          <a:prstGeom prst="rect">
            <a:avLst/>
          </a:prstGeom>
          <a:noFill/>
        </p:spPr>
        <p:txBody>
          <a:bodyPr wrap="square">
            <a:spAutoFit/>
          </a:bodyPr>
          <a:lstStyle/>
          <a:p>
            <a:pPr eaLnBrk="1" fontAlgn="auto" hangingPunct="1">
              <a:lnSpc>
                <a:spcPts val="3540"/>
              </a:lnSpc>
              <a:spcBef>
                <a:spcPts val="0"/>
              </a:spcBef>
              <a:spcAft>
                <a:spcPts val="0"/>
              </a:spcAft>
              <a:tabLst>
                <a:tab pos="133350" algn="l"/>
                <a:tab pos="152400" algn="l"/>
              </a:tabLst>
              <a:defRPr/>
            </a:pPr>
            <a:r>
              <a:rPr lang="en-US" altLang="zh-CN" sz="2800" b="1" dirty="0">
                <a:solidFill>
                  <a:srgbClr val="ED7D31"/>
                </a:solidFill>
                <a:latin typeface="微软雅黑" panose="020B0503020204020204" pitchFamily="34" charset="-122"/>
                <a:ea typeface="+mn-ea"/>
              </a:rPr>
              <a:t>4. </a:t>
            </a:r>
            <a:r>
              <a:rPr lang="zh-CN" altLang="en-US" sz="2800" b="1" dirty="0">
                <a:solidFill>
                  <a:srgbClr val="ED7D31"/>
                </a:solidFill>
                <a:latin typeface="微软雅黑" panose="020B0503020204020204" pitchFamily="34" charset="-122"/>
                <a:ea typeface="+mn-ea"/>
              </a:rPr>
              <a:t>主</a:t>
            </a:r>
            <a:r>
              <a:rPr lang="zh-CN" altLang="en-US" sz="2800" b="1" dirty="0">
                <a:solidFill>
                  <a:srgbClr val="ED7D31"/>
                </a:solidFill>
                <a:latin typeface="微软雅黑" panose="020B0503020204020204" pitchFamily="34" charset="-122"/>
              </a:rPr>
              <a:t>定理</a:t>
            </a:r>
            <a:endParaRPr lang="zh-CN" altLang="en-US" sz="2800" b="1" dirty="0">
              <a:solidFill>
                <a:srgbClr val="ED7D31"/>
              </a:solidFill>
              <a:latin typeface="微软雅黑" panose="020B0503020204020204" pitchFamily="34" charset="-122"/>
              <a:ea typeface="+mn-ea"/>
            </a:endParaRPr>
          </a:p>
        </p:txBody>
      </p:sp>
      <p:pic>
        <p:nvPicPr>
          <p:cNvPr id="4" name="图片 3">
            <a:extLst>
              <a:ext uri="{FF2B5EF4-FFF2-40B4-BE49-F238E27FC236}">
                <a16:creationId xmlns:a16="http://schemas.microsoft.com/office/drawing/2014/main" id="{4FD23777-40C4-8AA7-CE04-A9010A4F51D2}"/>
              </a:ext>
            </a:extLst>
          </p:cNvPr>
          <p:cNvPicPr>
            <a:picLocks noChangeAspect="1"/>
          </p:cNvPicPr>
          <p:nvPr/>
        </p:nvPicPr>
        <p:blipFill>
          <a:blip r:embed="rId3"/>
          <a:stretch>
            <a:fillRect/>
          </a:stretch>
        </p:blipFill>
        <p:spPr>
          <a:xfrm>
            <a:off x="0" y="2060679"/>
            <a:ext cx="8967788" cy="2980273"/>
          </a:xfrm>
          <a:prstGeom prst="rect">
            <a:avLst/>
          </a:prstGeom>
        </p:spPr>
      </p:pic>
      <p:cxnSp>
        <p:nvCxnSpPr>
          <p:cNvPr id="5" name="直接连接符 4">
            <a:extLst>
              <a:ext uri="{FF2B5EF4-FFF2-40B4-BE49-F238E27FC236}">
                <a16:creationId xmlns:a16="http://schemas.microsoft.com/office/drawing/2014/main" id="{2E9AC14A-3C1E-5C4E-0F41-0FB9E88FC882}"/>
              </a:ext>
            </a:extLst>
          </p:cNvPr>
          <p:cNvCxnSpPr/>
          <p:nvPr/>
        </p:nvCxnSpPr>
        <p:spPr>
          <a:xfrm>
            <a:off x="4572000" y="2589756"/>
            <a:ext cx="263046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7" name="直接连接符 6">
            <a:extLst>
              <a:ext uri="{FF2B5EF4-FFF2-40B4-BE49-F238E27FC236}">
                <a16:creationId xmlns:a16="http://schemas.microsoft.com/office/drawing/2014/main" id="{2F2359F1-9D24-5B77-E2B5-850AC15ACEF4}"/>
              </a:ext>
            </a:extLst>
          </p:cNvPr>
          <p:cNvCxnSpPr/>
          <p:nvPr/>
        </p:nvCxnSpPr>
        <p:spPr>
          <a:xfrm>
            <a:off x="3732757" y="3216057"/>
            <a:ext cx="2630465"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6438823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00C9D-1EF3-61CC-0AE6-6704D06E81E1}"/>
            </a:ext>
          </a:extLst>
        </p:cNvPr>
        <p:cNvGrpSpPr/>
        <p:nvPr/>
      </p:nvGrpSpPr>
      <p:grpSpPr>
        <a:xfrm>
          <a:off x="0" y="0"/>
          <a:ext cx="0" cy="0"/>
          <a:chOff x="0" y="0"/>
          <a:chExt cx="0" cy="0"/>
        </a:xfrm>
      </p:grpSpPr>
      <p:sp>
        <p:nvSpPr>
          <p:cNvPr id="10" name="文本框 9">
            <a:extLst>
              <a:ext uri="{FF2B5EF4-FFF2-40B4-BE49-F238E27FC236}">
                <a16:creationId xmlns:a16="http://schemas.microsoft.com/office/drawing/2014/main" id="{0D3DCE44-0BAB-1DAB-4730-B61A7932E357}"/>
              </a:ext>
            </a:extLst>
          </p:cNvPr>
          <p:cNvSpPr txBox="1"/>
          <p:nvPr/>
        </p:nvSpPr>
        <p:spPr>
          <a:xfrm>
            <a:off x="176212" y="5713810"/>
            <a:ext cx="144270" cy="142924"/>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902" b="1">
                <a:solidFill>
                  <a:srgbClr val="898989"/>
                </a:solidFill>
                <a:latin typeface="微软雅黑" panose="020B0503020204020204" pitchFamily="34" charset="-122"/>
                <a:ea typeface="+mn-ea"/>
              </a:rPr>
              <a:t>15</a:t>
            </a:r>
            <a:endParaRPr lang="zh-CN" altLang="en-US" sz="902" b="1">
              <a:solidFill>
                <a:srgbClr val="898989"/>
              </a:solidFill>
              <a:latin typeface="微软雅黑" panose="020B0503020204020204" pitchFamily="34" charset="-122"/>
              <a:ea typeface="+mn-ea"/>
            </a:endParaRPr>
          </a:p>
        </p:txBody>
      </p:sp>
      <p:cxnSp>
        <p:nvCxnSpPr>
          <p:cNvPr id="2" name="直接连接符 1">
            <a:extLst>
              <a:ext uri="{FF2B5EF4-FFF2-40B4-BE49-F238E27FC236}">
                <a16:creationId xmlns:a16="http://schemas.microsoft.com/office/drawing/2014/main" id="{E448576A-4E0C-D465-BDFD-C1AD571B02FD}"/>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6" name="文本框 5">
            <a:extLst>
              <a:ext uri="{FF2B5EF4-FFF2-40B4-BE49-F238E27FC236}">
                <a16:creationId xmlns:a16="http://schemas.microsoft.com/office/drawing/2014/main" id="{1F2A7EDA-71E8-39D4-AE9C-22A97C7B5796}"/>
              </a:ext>
            </a:extLst>
          </p:cNvPr>
          <p:cNvSpPr txBox="1"/>
          <p:nvPr/>
        </p:nvSpPr>
        <p:spPr>
          <a:xfrm>
            <a:off x="522962" y="364436"/>
            <a:ext cx="4628366" cy="514436"/>
          </a:xfrm>
          <a:prstGeom prst="rect">
            <a:avLst/>
          </a:prstGeom>
          <a:noFill/>
        </p:spPr>
        <p:txBody>
          <a:bodyPr wrap="square">
            <a:spAutoFit/>
          </a:bodyPr>
          <a:lstStyle/>
          <a:p>
            <a:pPr eaLnBrk="1" fontAlgn="auto" hangingPunct="1">
              <a:lnSpc>
                <a:spcPts val="3540"/>
              </a:lnSpc>
              <a:spcBef>
                <a:spcPts val="0"/>
              </a:spcBef>
              <a:spcAft>
                <a:spcPts val="0"/>
              </a:spcAft>
              <a:tabLst>
                <a:tab pos="133350" algn="l"/>
                <a:tab pos="152400" algn="l"/>
              </a:tabLst>
              <a:defRPr/>
            </a:pPr>
            <a:r>
              <a:rPr lang="en-US" altLang="zh-CN" sz="2800" b="1" dirty="0">
                <a:solidFill>
                  <a:srgbClr val="ED7D31"/>
                </a:solidFill>
                <a:latin typeface="微软雅黑" panose="020B0503020204020204" pitchFamily="34" charset="-122"/>
                <a:ea typeface="+mn-ea"/>
              </a:rPr>
              <a:t>4. </a:t>
            </a:r>
            <a:r>
              <a:rPr lang="zh-CN" altLang="en-US" sz="2800" b="1" dirty="0">
                <a:solidFill>
                  <a:srgbClr val="ED7D31"/>
                </a:solidFill>
                <a:latin typeface="微软雅黑" panose="020B0503020204020204" pitchFamily="34" charset="-122"/>
                <a:ea typeface="+mn-ea"/>
              </a:rPr>
              <a:t>主</a:t>
            </a:r>
            <a:r>
              <a:rPr lang="zh-CN" altLang="en-US" sz="2800" b="1" dirty="0">
                <a:solidFill>
                  <a:srgbClr val="ED7D31"/>
                </a:solidFill>
                <a:latin typeface="微软雅黑" panose="020B0503020204020204" pitchFamily="34" charset="-122"/>
              </a:rPr>
              <a:t>定理</a:t>
            </a:r>
            <a:endParaRPr lang="zh-CN" altLang="en-US" sz="2800" b="1" dirty="0">
              <a:solidFill>
                <a:srgbClr val="ED7D31"/>
              </a:solidFill>
              <a:latin typeface="微软雅黑" panose="020B0503020204020204" pitchFamily="34" charset="-122"/>
              <a:ea typeface="+mn-ea"/>
            </a:endParaRPr>
          </a:p>
        </p:txBody>
      </p:sp>
      <p:pic>
        <p:nvPicPr>
          <p:cNvPr id="5" name="图片 4">
            <a:extLst>
              <a:ext uri="{FF2B5EF4-FFF2-40B4-BE49-F238E27FC236}">
                <a16:creationId xmlns:a16="http://schemas.microsoft.com/office/drawing/2014/main" id="{0081D891-B154-7414-AEE3-06E194FFA2C5}"/>
              </a:ext>
            </a:extLst>
          </p:cNvPr>
          <p:cNvPicPr>
            <a:picLocks noChangeAspect="1"/>
          </p:cNvPicPr>
          <p:nvPr/>
        </p:nvPicPr>
        <p:blipFill>
          <a:blip r:embed="rId3"/>
          <a:stretch>
            <a:fillRect/>
          </a:stretch>
        </p:blipFill>
        <p:spPr>
          <a:xfrm>
            <a:off x="0" y="1702252"/>
            <a:ext cx="9144000" cy="3592769"/>
          </a:xfrm>
          <a:prstGeom prst="rect">
            <a:avLst/>
          </a:prstGeom>
        </p:spPr>
      </p:pic>
      <p:cxnSp>
        <p:nvCxnSpPr>
          <p:cNvPr id="7" name="直接连接符 6">
            <a:extLst>
              <a:ext uri="{FF2B5EF4-FFF2-40B4-BE49-F238E27FC236}">
                <a16:creationId xmlns:a16="http://schemas.microsoft.com/office/drawing/2014/main" id="{FC8B09CB-DFB7-F04A-1965-34EE4F9B590F}"/>
              </a:ext>
            </a:extLst>
          </p:cNvPr>
          <p:cNvCxnSpPr>
            <a:cxnSpLocks/>
          </p:cNvCxnSpPr>
          <p:nvPr/>
        </p:nvCxnSpPr>
        <p:spPr>
          <a:xfrm>
            <a:off x="522962" y="3591838"/>
            <a:ext cx="314716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9" name="直接连接符 8">
            <a:extLst>
              <a:ext uri="{FF2B5EF4-FFF2-40B4-BE49-F238E27FC236}">
                <a16:creationId xmlns:a16="http://schemas.microsoft.com/office/drawing/2014/main" id="{1AA81805-3656-B805-1301-E2770B21025F}"/>
              </a:ext>
            </a:extLst>
          </p:cNvPr>
          <p:cNvCxnSpPr>
            <a:cxnSpLocks/>
          </p:cNvCxnSpPr>
          <p:nvPr/>
        </p:nvCxnSpPr>
        <p:spPr>
          <a:xfrm>
            <a:off x="5035463" y="3078271"/>
            <a:ext cx="3832964" cy="0"/>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714496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myslide17">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ABD500B9-353A-4F5E-9243-B174CF221097}"/>
              </a:ext>
            </a:extLst>
          </p:cNvPr>
          <p:cNvSpPr/>
          <p:nvPr/>
        </p:nvSpPr>
        <p:spPr>
          <a:xfrm>
            <a:off x="0" y="857250"/>
            <a:ext cx="9144000" cy="5133975"/>
          </a:xfrm>
          <a:custGeom>
            <a:avLst/>
            <a:gdLst/>
            <a:ahLst/>
            <a:cxnLst/>
            <a:rect l="0" t="0" r="0" b="0"/>
            <a:pathLst>
              <a:path w="12192001" h="6845301">
                <a:moveTo>
                  <a:pt x="0" y="0"/>
                </a:moveTo>
                <a:lnTo>
                  <a:pt x="12192000" y="0"/>
                </a:lnTo>
                <a:lnTo>
                  <a:pt x="12192000" y="6845300"/>
                </a:lnTo>
                <a:lnTo>
                  <a:pt x="0" y="6845300"/>
                </a:lnTo>
                <a:close/>
              </a:path>
            </a:pathLst>
          </a:custGeom>
          <a:solidFill>
            <a:srgbClr val="FFFFFF"/>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pic>
        <p:nvPicPr>
          <p:cNvPr id="18436" name="图片 4">
            <a:extLst>
              <a:ext uri="{FF2B5EF4-FFF2-40B4-BE49-F238E27FC236}">
                <a16:creationId xmlns:a16="http://schemas.microsoft.com/office/drawing/2014/main" id="{221DB623-D3CD-4865-97FA-EAB74C4ECF17}"/>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23975" y="4029075"/>
            <a:ext cx="323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37" name="图片 6">
            <a:extLst>
              <a:ext uri="{FF2B5EF4-FFF2-40B4-BE49-F238E27FC236}">
                <a16:creationId xmlns:a16="http://schemas.microsoft.com/office/drawing/2014/main" id="{9DE21EA4-6EC9-4B52-94CB-D51172479885}"/>
              </a:ext>
            </a:extLst>
          </p:cNvPr>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95575" y="4800600"/>
            <a:ext cx="323850" cy="333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 name="文本框 13">
            <a:extLst>
              <a:ext uri="{FF2B5EF4-FFF2-40B4-BE49-F238E27FC236}">
                <a16:creationId xmlns:a16="http://schemas.microsoft.com/office/drawing/2014/main" id="{5F436EA6-B647-4538-AD9C-F4B61029AF22}"/>
              </a:ext>
            </a:extLst>
          </p:cNvPr>
          <p:cNvSpPr txBox="1"/>
          <p:nvPr/>
        </p:nvSpPr>
        <p:spPr>
          <a:xfrm>
            <a:off x="176212" y="5713810"/>
            <a:ext cx="144270" cy="142924"/>
          </a:xfrm>
          <a:prstGeom prst="rect">
            <a:avLst/>
          </a:prstGeom>
          <a:noFill/>
        </p:spPr>
        <p:txBody>
          <a:bodyPr wrap="none" lIns="0" tIns="0" rIns="0" bIns="0">
            <a:spAutoFit/>
          </a:bodyPr>
          <a:lstStyle/>
          <a:p>
            <a:pPr eaLnBrk="1" fontAlgn="auto" hangingPunct="1">
              <a:lnSpc>
                <a:spcPts val="1182"/>
              </a:lnSpc>
              <a:spcBef>
                <a:spcPts val="0"/>
              </a:spcBef>
              <a:spcAft>
                <a:spcPts val="0"/>
              </a:spcAft>
              <a:defRPr/>
            </a:pPr>
            <a:r>
              <a:rPr lang="en-US" altLang="zh-CN" sz="902" b="1">
                <a:solidFill>
                  <a:srgbClr val="898989"/>
                </a:solidFill>
                <a:latin typeface="微软雅黑" panose="020B0503020204020204" pitchFamily="34" charset="-122"/>
                <a:ea typeface="+mn-ea"/>
              </a:rPr>
              <a:t>17</a:t>
            </a:r>
            <a:endParaRPr lang="zh-CN" altLang="en-US" sz="902" b="1">
              <a:solidFill>
                <a:srgbClr val="898989"/>
              </a:solidFill>
              <a:latin typeface="微软雅黑" panose="020B0503020204020204" pitchFamily="34" charset="-122"/>
              <a:ea typeface="+mn-ea"/>
            </a:endParaRPr>
          </a:p>
        </p:txBody>
      </p:sp>
      <p:sp>
        <p:nvSpPr>
          <p:cNvPr id="15" name="文本框 14">
            <a:extLst>
              <a:ext uri="{FF2B5EF4-FFF2-40B4-BE49-F238E27FC236}">
                <a16:creationId xmlns:a16="http://schemas.microsoft.com/office/drawing/2014/main" id="{60399E9A-321C-4862-B81C-4C86B43ACEA0}"/>
              </a:ext>
            </a:extLst>
          </p:cNvPr>
          <p:cNvSpPr txBox="1"/>
          <p:nvPr/>
        </p:nvSpPr>
        <p:spPr>
          <a:xfrm>
            <a:off x="320482" y="1169423"/>
            <a:ext cx="6157732" cy="1238994"/>
          </a:xfrm>
          <a:prstGeom prst="rect">
            <a:avLst/>
          </a:prstGeom>
          <a:noFill/>
        </p:spPr>
        <p:txBody>
          <a:bodyPr wrap="square" lIns="0" tIns="0" rIns="0" bIns="0">
            <a:spAutoFit/>
          </a:bodyPr>
          <a:lstStyle/>
          <a:p>
            <a:pPr eaLnBrk="1" fontAlgn="auto" hangingPunct="1">
              <a:lnSpc>
                <a:spcPts val="750"/>
              </a:lnSpc>
              <a:spcBef>
                <a:spcPts val="0"/>
              </a:spcBef>
              <a:spcAft>
                <a:spcPts val="0"/>
              </a:spcAft>
              <a:tabLst>
                <a:tab pos="200025" algn="l"/>
                <a:tab pos="238125" algn="l"/>
                <a:tab pos="314325" algn="l"/>
                <a:tab pos="371475" algn="l"/>
                <a:tab pos="581025" algn="l"/>
              </a:tabLst>
              <a:defRPr/>
            </a:pPr>
            <a:endParaRPr lang="zh-CN" altLang="en-US" sz="2800" b="1" dirty="0">
              <a:solidFill>
                <a:srgbClr val="ED7D31"/>
              </a:solidFill>
              <a:latin typeface="微软雅黑" panose="020B0503020204020204" pitchFamily="34" charset="-122"/>
              <a:ea typeface="+mn-ea"/>
            </a:endParaRPr>
          </a:p>
          <a:p>
            <a:pPr eaLnBrk="1" fontAlgn="auto" hangingPunct="1">
              <a:lnSpc>
                <a:spcPts val="3240"/>
              </a:lnSpc>
              <a:spcBef>
                <a:spcPts val="0"/>
              </a:spcBef>
              <a:spcAft>
                <a:spcPts val="0"/>
              </a:spcAft>
              <a:tabLst>
                <a:tab pos="200025" algn="l"/>
                <a:tab pos="238125" algn="l"/>
                <a:tab pos="314325" algn="l"/>
                <a:tab pos="371475" algn="l"/>
                <a:tab pos="581025" algn="l"/>
              </a:tabLst>
              <a:defRPr/>
            </a:pPr>
            <a:r>
              <a:rPr lang="zh-CN" altLang="en-US" sz="2800" b="1" dirty="0">
                <a:solidFill>
                  <a:srgbClr val="ED7D31"/>
                </a:solidFill>
                <a:latin typeface="微软雅黑" panose="020B0503020204020204" pitchFamily="34" charset="-122"/>
                <a:ea typeface="+mn-ea"/>
              </a:rPr>
              <a:t>	</a:t>
            </a:r>
            <a:r>
              <a:rPr lang="en-US" altLang="zh-CN" sz="2400" b="1" dirty="0">
                <a:solidFill>
                  <a:srgbClr val="002060"/>
                </a:solidFill>
                <a:latin typeface="微软雅黑" panose="020B0503020204020204" pitchFamily="34" charset="-122"/>
                <a:ea typeface="+mn-ea"/>
              </a:rPr>
              <a:t>【</a:t>
            </a:r>
            <a:r>
              <a:rPr lang="zh-CN" altLang="en-US" sz="2400" b="1" dirty="0">
                <a:solidFill>
                  <a:srgbClr val="002060"/>
                </a:solidFill>
                <a:latin typeface="微软雅黑" panose="020B0503020204020204" pitchFamily="34" charset="-122"/>
                <a:ea typeface="+mn-ea"/>
              </a:rPr>
              <a:t>例</a:t>
            </a:r>
            <a:r>
              <a:rPr lang="en-US" altLang="zh-CN" sz="2400" b="1" dirty="0">
                <a:solidFill>
                  <a:srgbClr val="002060"/>
                </a:solidFill>
                <a:latin typeface="微软雅黑" panose="020B0503020204020204" pitchFamily="34" charset="-122"/>
                <a:ea typeface="+mn-ea"/>
              </a:rPr>
              <a:t>】</a:t>
            </a:r>
            <a:r>
              <a:rPr lang="zh-CN" altLang="en-US" sz="2400" b="1" dirty="0">
                <a:solidFill>
                  <a:srgbClr val="002060"/>
                </a:solidFill>
                <a:latin typeface="微软雅黑" panose="020B0503020204020204" pitchFamily="34" charset="-122"/>
                <a:ea typeface="+mn-ea"/>
              </a:rPr>
              <a:t>求解递归方程</a:t>
            </a:r>
          </a:p>
          <a:p>
            <a:pPr eaLnBrk="1" fontAlgn="auto" hangingPunct="1">
              <a:lnSpc>
                <a:spcPts val="750"/>
              </a:lnSpc>
              <a:spcBef>
                <a:spcPts val="0"/>
              </a:spcBef>
              <a:spcAft>
                <a:spcPts val="0"/>
              </a:spcAft>
              <a:tabLst>
                <a:tab pos="200025" algn="l"/>
                <a:tab pos="238125" algn="l"/>
                <a:tab pos="314325" algn="l"/>
                <a:tab pos="371475" algn="l"/>
                <a:tab pos="581025" algn="l"/>
              </a:tabLst>
              <a:defRPr/>
            </a:pPr>
            <a:endParaRPr lang="zh-CN" altLang="en-US" sz="2400" b="1" dirty="0">
              <a:solidFill>
                <a:srgbClr val="002060"/>
              </a:solidFill>
              <a:latin typeface="微软雅黑" panose="020B0503020204020204" pitchFamily="34" charset="-122"/>
              <a:ea typeface="+mn-ea"/>
            </a:endParaRPr>
          </a:p>
          <a:p>
            <a:pPr eaLnBrk="1" fontAlgn="auto" hangingPunct="1">
              <a:lnSpc>
                <a:spcPts val="3455"/>
              </a:lnSpc>
              <a:spcBef>
                <a:spcPts val="0"/>
              </a:spcBef>
              <a:spcAft>
                <a:spcPts val="0"/>
              </a:spcAft>
              <a:tabLst>
                <a:tab pos="200025" algn="l"/>
                <a:tab pos="238125" algn="l"/>
                <a:tab pos="314325" algn="l"/>
                <a:tab pos="371475" algn="l"/>
                <a:tab pos="581025" algn="l"/>
              </a:tabLst>
              <a:defRPr/>
            </a:pPr>
            <a:r>
              <a:rPr lang="zh-CN" altLang="en-US" sz="2400" b="1" dirty="0">
                <a:solidFill>
                  <a:srgbClr val="002060"/>
                </a:solidFill>
                <a:latin typeface="微软雅黑" panose="020B0503020204020204" pitchFamily="34" charset="-122"/>
                <a:ea typeface="+mn-ea"/>
              </a:rPr>
              <a:t>			</a:t>
            </a:r>
            <a:r>
              <a:rPr lang="en-US" altLang="zh-CN" sz="2400" b="1" dirty="0">
                <a:solidFill>
                  <a:srgbClr val="000000"/>
                </a:solidFill>
                <a:latin typeface="微软雅黑" panose="020B0503020204020204" pitchFamily="34" charset="-122"/>
                <a:ea typeface="+mn-ea"/>
              </a:rPr>
              <a:t>T(n)=4T(n/2)+n</a:t>
            </a:r>
          </a:p>
          <a:p>
            <a:pPr eaLnBrk="1" fontAlgn="auto" hangingPunct="1">
              <a:lnSpc>
                <a:spcPts val="750"/>
              </a:lnSpc>
              <a:spcBef>
                <a:spcPts val="0"/>
              </a:spcBef>
              <a:spcAft>
                <a:spcPts val="0"/>
              </a:spcAft>
              <a:tabLst>
                <a:tab pos="200025" algn="l"/>
                <a:tab pos="238125" algn="l"/>
                <a:tab pos="314325" algn="l"/>
                <a:tab pos="371475" algn="l"/>
                <a:tab pos="581025" algn="l"/>
              </a:tabLst>
              <a:defRPr/>
            </a:pPr>
            <a:endParaRPr lang="en-US" altLang="zh-CN" sz="3200" b="1" dirty="0">
              <a:solidFill>
                <a:srgbClr val="000000"/>
              </a:solidFill>
              <a:latin typeface="微软雅黑" panose="020B0503020204020204" pitchFamily="34" charset="-122"/>
              <a:ea typeface="+mn-ea"/>
            </a:endParaRPr>
          </a:p>
        </p:txBody>
      </p:sp>
      <p:cxnSp>
        <p:nvCxnSpPr>
          <p:cNvPr id="3" name="直接连接符 2">
            <a:extLst>
              <a:ext uri="{FF2B5EF4-FFF2-40B4-BE49-F238E27FC236}">
                <a16:creationId xmlns:a16="http://schemas.microsoft.com/office/drawing/2014/main" id="{43C3F489-9BFD-639D-C7C9-B98FD524DFCD}"/>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4" name="文本框 3">
            <a:extLst>
              <a:ext uri="{FF2B5EF4-FFF2-40B4-BE49-F238E27FC236}">
                <a16:creationId xmlns:a16="http://schemas.microsoft.com/office/drawing/2014/main" id="{D31DE49F-1928-2F61-15C3-71500C3DFA9B}"/>
              </a:ext>
            </a:extLst>
          </p:cNvPr>
          <p:cNvSpPr txBox="1"/>
          <p:nvPr/>
        </p:nvSpPr>
        <p:spPr>
          <a:xfrm>
            <a:off x="522962" y="364436"/>
            <a:ext cx="4628366" cy="514436"/>
          </a:xfrm>
          <a:prstGeom prst="rect">
            <a:avLst/>
          </a:prstGeom>
          <a:noFill/>
        </p:spPr>
        <p:txBody>
          <a:bodyPr wrap="square">
            <a:spAutoFit/>
          </a:bodyPr>
          <a:lstStyle/>
          <a:p>
            <a:pPr eaLnBrk="1" fontAlgn="auto" hangingPunct="1">
              <a:lnSpc>
                <a:spcPts val="3540"/>
              </a:lnSpc>
              <a:spcBef>
                <a:spcPts val="0"/>
              </a:spcBef>
              <a:spcAft>
                <a:spcPts val="0"/>
              </a:spcAft>
              <a:tabLst>
                <a:tab pos="133350" algn="l"/>
                <a:tab pos="152400" algn="l"/>
              </a:tabLst>
              <a:defRPr/>
            </a:pPr>
            <a:r>
              <a:rPr lang="zh-CN" altLang="en-US" sz="2800" b="1" dirty="0">
                <a:solidFill>
                  <a:srgbClr val="ED7D31"/>
                </a:solidFill>
                <a:latin typeface="微软雅黑" panose="020B0503020204020204" pitchFamily="34" charset="-122"/>
                <a:ea typeface="+mn-ea"/>
              </a:rPr>
              <a:t>例</a:t>
            </a:r>
            <a:r>
              <a:rPr lang="en-US" altLang="zh-CN" sz="2800" b="1" dirty="0">
                <a:solidFill>
                  <a:srgbClr val="ED7D31"/>
                </a:solidFill>
                <a:latin typeface="微软雅黑" panose="020B0503020204020204" pitchFamily="34" charset="-122"/>
                <a:ea typeface="+mn-ea"/>
              </a:rPr>
              <a:t>1</a:t>
            </a:r>
            <a:endParaRPr lang="zh-CN" altLang="en-US" sz="2800" b="1" dirty="0">
              <a:solidFill>
                <a:srgbClr val="ED7D31"/>
              </a:solidFill>
              <a:latin typeface="微软雅黑" panose="020B0503020204020204" pitchFamily="34" charset="-122"/>
              <a:ea typeface="+mn-ea"/>
            </a:endParaRPr>
          </a:p>
        </p:txBody>
      </p:sp>
      <p:pic>
        <p:nvPicPr>
          <p:cNvPr id="6" name="图片 5">
            <a:extLst>
              <a:ext uri="{FF2B5EF4-FFF2-40B4-BE49-F238E27FC236}">
                <a16:creationId xmlns:a16="http://schemas.microsoft.com/office/drawing/2014/main" id="{9FB8F78C-1E5B-9C9E-4F52-82EE95AC330F}"/>
              </a:ext>
            </a:extLst>
          </p:cNvPr>
          <p:cNvPicPr>
            <a:picLocks noChangeAspect="1"/>
          </p:cNvPicPr>
          <p:nvPr/>
        </p:nvPicPr>
        <p:blipFill>
          <a:blip r:embed="rId5"/>
          <a:stretch>
            <a:fillRect/>
          </a:stretch>
        </p:blipFill>
        <p:spPr>
          <a:xfrm>
            <a:off x="496694" y="2207498"/>
            <a:ext cx="7869700" cy="4196231"/>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ABD500B9-353A-4F5E-9243-B174CF221097}"/>
              </a:ext>
            </a:extLst>
          </p:cNvPr>
          <p:cNvSpPr/>
          <p:nvPr/>
        </p:nvSpPr>
        <p:spPr>
          <a:xfrm>
            <a:off x="0" y="857250"/>
            <a:ext cx="9144000" cy="5133975"/>
          </a:xfrm>
          <a:custGeom>
            <a:avLst/>
            <a:gdLst/>
            <a:ahLst/>
            <a:cxnLst/>
            <a:rect l="0" t="0" r="0" b="0"/>
            <a:pathLst>
              <a:path w="12192001" h="6845301">
                <a:moveTo>
                  <a:pt x="0" y="0"/>
                </a:moveTo>
                <a:lnTo>
                  <a:pt x="12192000" y="0"/>
                </a:lnTo>
                <a:lnTo>
                  <a:pt x="12192000" y="6845300"/>
                </a:lnTo>
                <a:lnTo>
                  <a:pt x="0" y="6845300"/>
                </a:lnTo>
                <a:close/>
              </a:path>
            </a:pathLst>
          </a:custGeom>
          <a:solidFill>
            <a:srgbClr val="FFFFFF"/>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3" name="直接连接符 2">
            <a:extLst>
              <a:ext uri="{FF2B5EF4-FFF2-40B4-BE49-F238E27FC236}">
                <a16:creationId xmlns:a16="http://schemas.microsoft.com/office/drawing/2014/main" id="{DF14412E-B663-6D5A-BF67-7BFD9BA458CD}"/>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pic>
        <p:nvPicPr>
          <p:cNvPr id="7" name="图片 6">
            <a:extLst>
              <a:ext uri="{FF2B5EF4-FFF2-40B4-BE49-F238E27FC236}">
                <a16:creationId xmlns:a16="http://schemas.microsoft.com/office/drawing/2014/main" id="{5DF74766-4839-C623-E7EB-711B4AF2AA90}"/>
              </a:ext>
            </a:extLst>
          </p:cNvPr>
          <p:cNvPicPr>
            <a:picLocks noChangeAspect="1"/>
          </p:cNvPicPr>
          <p:nvPr/>
        </p:nvPicPr>
        <p:blipFill>
          <a:blip r:embed="rId3"/>
          <a:stretch>
            <a:fillRect/>
          </a:stretch>
        </p:blipFill>
        <p:spPr>
          <a:xfrm>
            <a:off x="859793" y="1178047"/>
            <a:ext cx="7424413" cy="5322321"/>
          </a:xfrm>
          <a:prstGeom prst="rect">
            <a:avLst/>
          </a:prstGeom>
        </p:spPr>
      </p:pic>
      <p:sp>
        <p:nvSpPr>
          <p:cNvPr id="8" name="文本框 7">
            <a:extLst>
              <a:ext uri="{FF2B5EF4-FFF2-40B4-BE49-F238E27FC236}">
                <a16:creationId xmlns:a16="http://schemas.microsoft.com/office/drawing/2014/main" id="{CA1A5A85-ACD1-1473-E849-844EAD429B18}"/>
              </a:ext>
            </a:extLst>
          </p:cNvPr>
          <p:cNvSpPr txBox="1"/>
          <p:nvPr/>
        </p:nvSpPr>
        <p:spPr>
          <a:xfrm>
            <a:off x="522962" y="364436"/>
            <a:ext cx="4628366" cy="514436"/>
          </a:xfrm>
          <a:prstGeom prst="rect">
            <a:avLst/>
          </a:prstGeom>
          <a:noFill/>
        </p:spPr>
        <p:txBody>
          <a:bodyPr wrap="square">
            <a:spAutoFit/>
          </a:bodyPr>
          <a:lstStyle/>
          <a:p>
            <a:pPr eaLnBrk="1" fontAlgn="auto" hangingPunct="1">
              <a:lnSpc>
                <a:spcPts val="3540"/>
              </a:lnSpc>
              <a:spcBef>
                <a:spcPts val="0"/>
              </a:spcBef>
              <a:spcAft>
                <a:spcPts val="0"/>
              </a:spcAft>
              <a:tabLst>
                <a:tab pos="133350" algn="l"/>
                <a:tab pos="152400" algn="l"/>
              </a:tabLst>
              <a:defRPr/>
            </a:pPr>
            <a:r>
              <a:rPr lang="zh-CN" altLang="en-US" sz="2800" b="1" dirty="0">
                <a:solidFill>
                  <a:srgbClr val="ED7D31"/>
                </a:solidFill>
                <a:latin typeface="微软雅黑" panose="020B0503020204020204" pitchFamily="34" charset="-122"/>
                <a:ea typeface="+mn-ea"/>
              </a:rPr>
              <a:t>例</a:t>
            </a:r>
            <a:r>
              <a:rPr lang="en-US" altLang="zh-CN" sz="2800" b="1" dirty="0">
                <a:solidFill>
                  <a:srgbClr val="ED7D31"/>
                </a:solidFill>
                <a:latin typeface="微软雅黑" panose="020B0503020204020204" pitchFamily="34" charset="-122"/>
                <a:ea typeface="+mn-ea"/>
              </a:rPr>
              <a:t>2</a:t>
            </a:r>
            <a:endParaRPr lang="zh-CN" altLang="en-US" sz="2800" b="1" dirty="0">
              <a:solidFill>
                <a:srgbClr val="ED7D31"/>
              </a:solidFill>
              <a:latin typeface="微软雅黑" panose="020B0503020204020204" pitchFamily="34" charset="-122"/>
              <a:ea typeface="+mn-ea"/>
            </a:endParaRPr>
          </a:p>
        </p:txBody>
      </p:sp>
    </p:spTree>
    <p:extLst>
      <p:ext uri="{BB962C8B-B14F-4D97-AF65-F5344CB8AC3E}">
        <p14:creationId xmlns:p14="http://schemas.microsoft.com/office/powerpoint/2010/main" val="20050196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148D7-1AEB-CFD4-C24B-6C6EE5337E2F}"/>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7D601AB2-DC07-A3CF-7B98-932251D4EC6F}"/>
              </a:ext>
            </a:extLst>
          </p:cNvPr>
          <p:cNvSpPr/>
          <p:nvPr/>
        </p:nvSpPr>
        <p:spPr>
          <a:xfrm>
            <a:off x="0" y="857250"/>
            <a:ext cx="9144000" cy="5133975"/>
          </a:xfrm>
          <a:custGeom>
            <a:avLst/>
            <a:gdLst/>
            <a:ahLst/>
            <a:cxnLst/>
            <a:rect l="0" t="0" r="0" b="0"/>
            <a:pathLst>
              <a:path w="12192001" h="6845301">
                <a:moveTo>
                  <a:pt x="0" y="0"/>
                </a:moveTo>
                <a:lnTo>
                  <a:pt x="12192000" y="0"/>
                </a:lnTo>
                <a:lnTo>
                  <a:pt x="12192000" y="6845300"/>
                </a:lnTo>
                <a:lnTo>
                  <a:pt x="0" y="6845300"/>
                </a:lnTo>
                <a:close/>
              </a:path>
            </a:pathLst>
          </a:custGeom>
          <a:solidFill>
            <a:srgbClr val="FFFFFF"/>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3" name="直接连接符 2">
            <a:extLst>
              <a:ext uri="{FF2B5EF4-FFF2-40B4-BE49-F238E27FC236}">
                <a16:creationId xmlns:a16="http://schemas.microsoft.com/office/drawing/2014/main" id="{D3128340-9DAC-6CC1-CE31-5FB26FBE0F9E}"/>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7EF2526A-211E-0315-4600-FFC174A30918}"/>
              </a:ext>
            </a:extLst>
          </p:cNvPr>
          <p:cNvSpPr txBox="1"/>
          <p:nvPr/>
        </p:nvSpPr>
        <p:spPr>
          <a:xfrm>
            <a:off x="522962" y="364436"/>
            <a:ext cx="4628366" cy="514436"/>
          </a:xfrm>
          <a:prstGeom prst="rect">
            <a:avLst/>
          </a:prstGeom>
          <a:noFill/>
        </p:spPr>
        <p:txBody>
          <a:bodyPr wrap="square">
            <a:spAutoFit/>
          </a:bodyPr>
          <a:lstStyle/>
          <a:p>
            <a:pPr eaLnBrk="1" fontAlgn="auto" hangingPunct="1">
              <a:lnSpc>
                <a:spcPts val="3540"/>
              </a:lnSpc>
              <a:spcBef>
                <a:spcPts val="0"/>
              </a:spcBef>
              <a:spcAft>
                <a:spcPts val="0"/>
              </a:spcAft>
              <a:tabLst>
                <a:tab pos="133350" algn="l"/>
                <a:tab pos="152400" algn="l"/>
              </a:tabLst>
              <a:defRPr/>
            </a:pPr>
            <a:r>
              <a:rPr lang="zh-CN" altLang="en-US" sz="2800" b="1" dirty="0">
                <a:solidFill>
                  <a:srgbClr val="ED7D31"/>
                </a:solidFill>
                <a:latin typeface="微软雅黑" panose="020B0503020204020204" pitchFamily="34" charset="-122"/>
                <a:ea typeface="+mn-ea"/>
              </a:rPr>
              <a:t>例</a:t>
            </a:r>
            <a:r>
              <a:rPr lang="en-US" altLang="zh-CN" sz="2800" b="1" dirty="0">
                <a:solidFill>
                  <a:srgbClr val="ED7D31"/>
                </a:solidFill>
                <a:latin typeface="微软雅黑" panose="020B0503020204020204" pitchFamily="34" charset="-122"/>
                <a:ea typeface="+mn-ea"/>
              </a:rPr>
              <a:t>3</a:t>
            </a:r>
            <a:endParaRPr lang="zh-CN" altLang="en-US" sz="2800" b="1" dirty="0">
              <a:solidFill>
                <a:srgbClr val="ED7D31"/>
              </a:solidFill>
              <a:latin typeface="微软雅黑" panose="020B0503020204020204" pitchFamily="34" charset="-122"/>
              <a:ea typeface="+mn-ea"/>
            </a:endParaRPr>
          </a:p>
        </p:txBody>
      </p:sp>
      <p:pic>
        <p:nvPicPr>
          <p:cNvPr id="5" name="图片 4">
            <a:extLst>
              <a:ext uri="{FF2B5EF4-FFF2-40B4-BE49-F238E27FC236}">
                <a16:creationId xmlns:a16="http://schemas.microsoft.com/office/drawing/2014/main" id="{B9111A54-9286-EDE1-C120-9A246133FDB4}"/>
              </a:ext>
            </a:extLst>
          </p:cNvPr>
          <p:cNvPicPr>
            <a:picLocks noChangeAspect="1"/>
          </p:cNvPicPr>
          <p:nvPr/>
        </p:nvPicPr>
        <p:blipFill>
          <a:blip r:embed="rId3"/>
          <a:stretch>
            <a:fillRect/>
          </a:stretch>
        </p:blipFill>
        <p:spPr>
          <a:xfrm>
            <a:off x="369800" y="1171269"/>
            <a:ext cx="7759591" cy="5090950"/>
          </a:xfrm>
          <a:prstGeom prst="rect">
            <a:avLst/>
          </a:prstGeom>
        </p:spPr>
      </p:pic>
    </p:spTree>
    <p:extLst>
      <p:ext uri="{BB962C8B-B14F-4D97-AF65-F5344CB8AC3E}">
        <p14:creationId xmlns:p14="http://schemas.microsoft.com/office/powerpoint/2010/main" val="296110155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B7CA28-64CD-0987-37FF-4D2810AA0D5B}"/>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602DE25E-91E8-B92F-50CE-27B2E72EEE9C}"/>
              </a:ext>
            </a:extLst>
          </p:cNvPr>
          <p:cNvSpPr/>
          <p:nvPr/>
        </p:nvSpPr>
        <p:spPr>
          <a:xfrm>
            <a:off x="0" y="857250"/>
            <a:ext cx="9144000" cy="5133975"/>
          </a:xfrm>
          <a:custGeom>
            <a:avLst/>
            <a:gdLst/>
            <a:ahLst/>
            <a:cxnLst/>
            <a:rect l="0" t="0" r="0" b="0"/>
            <a:pathLst>
              <a:path w="12192001" h="6845301">
                <a:moveTo>
                  <a:pt x="0" y="0"/>
                </a:moveTo>
                <a:lnTo>
                  <a:pt x="12192000" y="0"/>
                </a:lnTo>
                <a:lnTo>
                  <a:pt x="12192000" y="6845300"/>
                </a:lnTo>
                <a:lnTo>
                  <a:pt x="0" y="6845300"/>
                </a:lnTo>
                <a:close/>
              </a:path>
            </a:pathLst>
          </a:custGeom>
          <a:solidFill>
            <a:srgbClr val="FFFFFF"/>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3" name="直接连接符 2">
            <a:extLst>
              <a:ext uri="{FF2B5EF4-FFF2-40B4-BE49-F238E27FC236}">
                <a16:creationId xmlns:a16="http://schemas.microsoft.com/office/drawing/2014/main" id="{44F8AEDC-C19C-5D1B-6F3E-068A8341CFCD}"/>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B2E60D25-BDF3-276A-5D21-F94288283D9E}"/>
              </a:ext>
            </a:extLst>
          </p:cNvPr>
          <p:cNvSpPr txBox="1"/>
          <p:nvPr/>
        </p:nvSpPr>
        <p:spPr>
          <a:xfrm>
            <a:off x="522962" y="364436"/>
            <a:ext cx="4628366" cy="514436"/>
          </a:xfrm>
          <a:prstGeom prst="rect">
            <a:avLst/>
          </a:prstGeom>
          <a:noFill/>
        </p:spPr>
        <p:txBody>
          <a:bodyPr wrap="square">
            <a:spAutoFit/>
          </a:bodyPr>
          <a:lstStyle/>
          <a:p>
            <a:pPr eaLnBrk="1" fontAlgn="auto" hangingPunct="1">
              <a:lnSpc>
                <a:spcPts val="3540"/>
              </a:lnSpc>
              <a:spcBef>
                <a:spcPts val="0"/>
              </a:spcBef>
              <a:spcAft>
                <a:spcPts val="0"/>
              </a:spcAft>
              <a:tabLst>
                <a:tab pos="133350" algn="l"/>
                <a:tab pos="152400" algn="l"/>
              </a:tabLst>
              <a:defRPr/>
            </a:pPr>
            <a:r>
              <a:rPr lang="zh-CN" altLang="en-US" sz="2800" b="1" dirty="0">
                <a:solidFill>
                  <a:srgbClr val="ED7D31"/>
                </a:solidFill>
                <a:latin typeface="微软雅黑" panose="020B0503020204020204" pitchFamily="34" charset="-122"/>
                <a:ea typeface="+mn-ea"/>
              </a:rPr>
              <a:t>例</a:t>
            </a:r>
            <a:r>
              <a:rPr lang="en-US" altLang="zh-CN" sz="2800" b="1" dirty="0">
                <a:solidFill>
                  <a:srgbClr val="ED7D31"/>
                </a:solidFill>
                <a:latin typeface="微软雅黑" panose="020B0503020204020204" pitchFamily="34" charset="-122"/>
                <a:ea typeface="+mn-ea"/>
              </a:rPr>
              <a:t>3</a:t>
            </a:r>
            <a:endParaRPr lang="zh-CN" altLang="en-US" sz="2800" b="1" dirty="0">
              <a:solidFill>
                <a:srgbClr val="ED7D31"/>
              </a:solidFill>
              <a:latin typeface="微软雅黑" panose="020B0503020204020204" pitchFamily="34" charset="-122"/>
              <a:ea typeface="+mn-ea"/>
            </a:endParaRPr>
          </a:p>
        </p:txBody>
      </p:sp>
      <p:pic>
        <p:nvPicPr>
          <p:cNvPr id="6" name="图片 5">
            <a:extLst>
              <a:ext uri="{FF2B5EF4-FFF2-40B4-BE49-F238E27FC236}">
                <a16:creationId xmlns:a16="http://schemas.microsoft.com/office/drawing/2014/main" id="{A3AD3FB7-450C-8682-6217-0CCD13240C39}"/>
              </a:ext>
            </a:extLst>
          </p:cNvPr>
          <p:cNvPicPr>
            <a:picLocks noChangeAspect="1"/>
          </p:cNvPicPr>
          <p:nvPr/>
        </p:nvPicPr>
        <p:blipFill>
          <a:blip r:embed="rId3"/>
          <a:stretch>
            <a:fillRect/>
          </a:stretch>
        </p:blipFill>
        <p:spPr>
          <a:xfrm>
            <a:off x="359147" y="2368277"/>
            <a:ext cx="8425706" cy="1425166"/>
          </a:xfrm>
          <a:prstGeom prst="rect">
            <a:avLst/>
          </a:prstGeom>
        </p:spPr>
      </p:pic>
    </p:spTree>
    <p:extLst>
      <p:ext uri="{BB962C8B-B14F-4D97-AF65-F5344CB8AC3E}">
        <p14:creationId xmlns:p14="http://schemas.microsoft.com/office/powerpoint/2010/main" val="356278051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2CB568-3D8C-52B9-098B-D0B1390E4C8C}"/>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17CCE040-2D5F-5FFB-63AC-D698BBB0693A}"/>
              </a:ext>
            </a:extLst>
          </p:cNvPr>
          <p:cNvSpPr/>
          <p:nvPr/>
        </p:nvSpPr>
        <p:spPr>
          <a:xfrm>
            <a:off x="0" y="857250"/>
            <a:ext cx="9144000" cy="5133975"/>
          </a:xfrm>
          <a:custGeom>
            <a:avLst/>
            <a:gdLst/>
            <a:ahLst/>
            <a:cxnLst/>
            <a:rect l="0" t="0" r="0" b="0"/>
            <a:pathLst>
              <a:path w="12192001" h="6845301">
                <a:moveTo>
                  <a:pt x="0" y="0"/>
                </a:moveTo>
                <a:lnTo>
                  <a:pt x="12192000" y="0"/>
                </a:lnTo>
                <a:lnTo>
                  <a:pt x="12192000" y="6845300"/>
                </a:lnTo>
                <a:lnTo>
                  <a:pt x="0" y="6845300"/>
                </a:lnTo>
                <a:close/>
              </a:path>
            </a:pathLst>
          </a:custGeom>
          <a:solidFill>
            <a:srgbClr val="FFFFFF"/>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3" name="直接连接符 2">
            <a:extLst>
              <a:ext uri="{FF2B5EF4-FFF2-40B4-BE49-F238E27FC236}">
                <a16:creationId xmlns:a16="http://schemas.microsoft.com/office/drawing/2014/main" id="{DF305327-9388-881C-CFB6-4AB7F8CD00AB}"/>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078CC760-B28A-D12C-D29D-8D6EB9A82960}"/>
              </a:ext>
            </a:extLst>
          </p:cNvPr>
          <p:cNvSpPr txBox="1"/>
          <p:nvPr/>
        </p:nvSpPr>
        <p:spPr>
          <a:xfrm>
            <a:off x="522962" y="364436"/>
            <a:ext cx="4628366" cy="514436"/>
          </a:xfrm>
          <a:prstGeom prst="rect">
            <a:avLst/>
          </a:prstGeom>
          <a:noFill/>
        </p:spPr>
        <p:txBody>
          <a:bodyPr wrap="square">
            <a:spAutoFit/>
          </a:bodyPr>
          <a:lstStyle/>
          <a:p>
            <a:pPr eaLnBrk="1" fontAlgn="auto" hangingPunct="1">
              <a:lnSpc>
                <a:spcPts val="3540"/>
              </a:lnSpc>
              <a:spcBef>
                <a:spcPts val="0"/>
              </a:spcBef>
              <a:spcAft>
                <a:spcPts val="0"/>
              </a:spcAft>
              <a:tabLst>
                <a:tab pos="133350" algn="l"/>
                <a:tab pos="152400" algn="l"/>
              </a:tabLst>
              <a:defRPr/>
            </a:pPr>
            <a:r>
              <a:rPr lang="zh-CN" altLang="en-US" sz="2800" b="1" dirty="0">
                <a:solidFill>
                  <a:srgbClr val="ED7D31"/>
                </a:solidFill>
                <a:latin typeface="微软雅黑" panose="020B0503020204020204" pitchFamily="34" charset="-122"/>
                <a:ea typeface="+mn-ea"/>
              </a:rPr>
              <a:t>例</a:t>
            </a:r>
            <a:r>
              <a:rPr lang="en-US" altLang="zh-CN" sz="2800" b="1" dirty="0">
                <a:solidFill>
                  <a:srgbClr val="ED7D31"/>
                </a:solidFill>
                <a:latin typeface="微软雅黑" panose="020B0503020204020204" pitchFamily="34" charset="-122"/>
                <a:ea typeface="+mn-ea"/>
              </a:rPr>
              <a:t>4</a:t>
            </a:r>
            <a:endParaRPr lang="zh-CN" altLang="en-US" sz="2800" b="1" dirty="0">
              <a:solidFill>
                <a:srgbClr val="ED7D31"/>
              </a:solidFill>
              <a:latin typeface="微软雅黑" panose="020B0503020204020204" pitchFamily="34" charset="-122"/>
              <a:ea typeface="+mn-ea"/>
            </a:endParaRPr>
          </a:p>
        </p:txBody>
      </p:sp>
      <p:pic>
        <p:nvPicPr>
          <p:cNvPr id="9" name="图片 8">
            <a:extLst>
              <a:ext uri="{FF2B5EF4-FFF2-40B4-BE49-F238E27FC236}">
                <a16:creationId xmlns:a16="http://schemas.microsoft.com/office/drawing/2014/main" id="{EE087D59-958E-0F64-BD39-916564748026}"/>
              </a:ext>
            </a:extLst>
          </p:cNvPr>
          <p:cNvPicPr>
            <a:picLocks noChangeAspect="1"/>
          </p:cNvPicPr>
          <p:nvPr/>
        </p:nvPicPr>
        <p:blipFill>
          <a:blip r:embed="rId3"/>
          <a:stretch>
            <a:fillRect/>
          </a:stretch>
        </p:blipFill>
        <p:spPr>
          <a:xfrm>
            <a:off x="1390533" y="240150"/>
            <a:ext cx="5296468" cy="626625"/>
          </a:xfrm>
          <a:prstGeom prst="rect">
            <a:avLst/>
          </a:prstGeom>
        </p:spPr>
      </p:pic>
      <p:pic>
        <p:nvPicPr>
          <p:cNvPr id="11" name="图片 10">
            <a:extLst>
              <a:ext uri="{FF2B5EF4-FFF2-40B4-BE49-F238E27FC236}">
                <a16:creationId xmlns:a16="http://schemas.microsoft.com/office/drawing/2014/main" id="{C2022478-58BF-398C-5BCD-F854FF2B1733}"/>
              </a:ext>
            </a:extLst>
          </p:cNvPr>
          <p:cNvPicPr>
            <a:picLocks noChangeAspect="1"/>
          </p:cNvPicPr>
          <p:nvPr/>
        </p:nvPicPr>
        <p:blipFill>
          <a:blip r:embed="rId4"/>
          <a:stretch>
            <a:fillRect/>
          </a:stretch>
        </p:blipFill>
        <p:spPr>
          <a:xfrm>
            <a:off x="137786" y="1713060"/>
            <a:ext cx="8229600" cy="3638041"/>
          </a:xfrm>
          <a:prstGeom prst="rect">
            <a:avLst/>
          </a:prstGeom>
        </p:spPr>
      </p:pic>
    </p:spTree>
    <p:extLst>
      <p:ext uri="{BB962C8B-B14F-4D97-AF65-F5344CB8AC3E}">
        <p14:creationId xmlns:p14="http://schemas.microsoft.com/office/powerpoint/2010/main" val="25468652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5DE924-135D-88A4-378F-6F2CD1BE3D3E}"/>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A6DBDAB9-009C-15EC-AD56-EBFDCBAD887C}"/>
              </a:ext>
            </a:extLst>
          </p:cNvPr>
          <p:cNvSpPr/>
          <p:nvPr/>
        </p:nvSpPr>
        <p:spPr>
          <a:xfrm>
            <a:off x="0" y="857250"/>
            <a:ext cx="9144000" cy="5133975"/>
          </a:xfrm>
          <a:custGeom>
            <a:avLst/>
            <a:gdLst/>
            <a:ahLst/>
            <a:cxnLst/>
            <a:rect l="0" t="0" r="0" b="0"/>
            <a:pathLst>
              <a:path w="12192001" h="6845301">
                <a:moveTo>
                  <a:pt x="0" y="0"/>
                </a:moveTo>
                <a:lnTo>
                  <a:pt x="12192000" y="0"/>
                </a:lnTo>
                <a:lnTo>
                  <a:pt x="12192000" y="6845300"/>
                </a:lnTo>
                <a:lnTo>
                  <a:pt x="0" y="6845300"/>
                </a:lnTo>
                <a:close/>
              </a:path>
            </a:pathLst>
          </a:custGeom>
          <a:solidFill>
            <a:srgbClr val="FFFFFF"/>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3" name="直接连接符 2">
            <a:extLst>
              <a:ext uri="{FF2B5EF4-FFF2-40B4-BE49-F238E27FC236}">
                <a16:creationId xmlns:a16="http://schemas.microsoft.com/office/drawing/2014/main" id="{35888A5C-74FD-144F-2A99-D3186ED5C7AE}"/>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D1B39445-E7AE-0E29-8A8F-B90E9F8862CB}"/>
              </a:ext>
            </a:extLst>
          </p:cNvPr>
          <p:cNvSpPr txBox="1"/>
          <p:nvPr/>
        </p:nvSpPr>
        <p:spPr>
          <a:xfrm>
            <a:off x="522962" y="364436"/>
            <a:ext cx="4628366" cy="514436"/>
          </a:xfrm>
          <a:prstGeom prst="rect">
            <a:avLst/>
          </a:prstGeom>
          <a:noFill/>
        </p:spPr>
        <p:txBody>
          <a:bodyPr wrap="square">
            <a:spAutoFit/>
          </a:bodyPr>
          <a:lstStyle/>
          <a:p>
            <a:pPr eaLnBrk="1" fontAlgn="auto" hangingPunct="1">
              <a:lnSpc>
                <a:spcPts val="3540"/>
              </a:lnSpc>
              <a:spcBef>
                <a:spcPts val="0"/>
              </a:spcBef>
              <a:spcAft>
                <a:spcPts val="0"/>
              </a:spcAft>
              <a:tabLst>
                <a:tab pos="133350" algn="l"/>
                <a:tab pos="152400" algn="l"/>
              </a:tabLst>
              <a:defRPr/>
            </a:pPr>
            <a:r>
              <a:rPr lang="zh-CN" altLang="en-US" sz="2800" b="1" dirty="0">
                <a:solidFill>
                  <a:srgbClr val="ED7D31"/>
                </a:solidFill>
                <a:latin typeface="微软雅黑" panose="020B0503020204020204" pitchFamily="34" charset="-122"/>
                <a:ea typeface="+mn-ea"/>
              </a:rPr>
              <a:t>例</a:t>
            </a:r>
            <a:r>
              <a:rPr lang="en-US" altLang="zh-CN" sz="2800" b="1" dirty="0">
                <a:solidFill>
                  <a:srgbClr val="ED7D31"/>
                </a:solidFill>
                <a:latin typeface="微软雅黑" panose="020B0503020204020204" pitchFamily="34" charset="-122"/>
                <a:ea typeface="+mn-ea"/>
              </a:rPr>
              <a:t>4</a:t>
            </a:r>
            <a:endParaRPr lang="zh-CN" altLang="en-US" sz="2800" b="1" dirty="0">
              <a:solidFill>
                <a:srgbClr val="ED7D31"/>
              </a:solidFill>
              <a:latin typeface="微软雅黑" panose="020B0503020204020204" pitchFamily="34" charset="-122"/>
              <a:ea typeface="+mn-ea"/>
            </a:endParaRPr>
          </a:p>
        </p:txBody>
      </p:sp>
      <p:pic>
        <p:nvPicPr>
          <p:cNvPr id="5" name="图片 4">
            <a:extLst>
              <a:ext uri="{FF2B5EF4-FFF2-40B4-BE49-F238E27FC236}">
                <a16:creationId xmlns:a16="http://schemas.microsoft.com/office/drawing/2014/main" id="{20391319-914C-20A6-8A3A-E5B3125CC713}"/>
              </a:ext>
            </a:extLst>
          </p:cNvPr>
          <p:cNvPicPr>
            <a:picLocks noChangeAspect="1"/>
          </p:cNvPicPr>
          <p:nvPr/>
        </p:nvPicPr>
        <p:blipFill>
          <a:blip r:embed="rId3"/>
          <a:stretch>
            <a:fillRect/>
          </a:stretch>
        </p:blipFill>
        <p:spPr>
          <a:xfrm>
            <a:off x="1117816" y="1082719"/>
            <a:ext cx="6908368" cy="5230063"/>
          </a:xfrm>
          <a:prstGeom prst="rect">
            <a:avLst/>
          </a:prstGeom>
        </p:spPr>
      </p:pic>
    </p:spTree>
    <p:extLst>
      <p:ext uri="{BB962C8B-B14F-4D97-AF65-F5344CB8AC3E}">
        <p14:creationId xmlns:p14="http://schemas.microsoft.com/office/powerpoint/2010/main" val="4730583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60552-185D-2F9A-E88A-340E1592ACA9}"/>
            </a:ext>
          </a:extLst>
        </p:cNvPr>
        <p:cNvGrpSpPr/>
        <p:nvPr/>
      </p:nvGrpSpPr>
      <p:grpSpPr>
        <a:xfrm>
          <a:off x="0" y="0"/>
          <a:ext cx="0" cy="0"/>
          <a:chOff x="0" y="0"/>
          <a:chExt cx="0" cy="0"/>
        </a:xfrm>
      </p:grpSpPr>
      <p:sp>
        <p:nvSpPr>
          <p:cNvPr id="2" name="任意多边形: 形状 1">
            <a:extLst>
              <a:ext uri="{FF2B5EF4-FFF2-40B4-BE49-F238E27FC236}">
                <a16:creationId xmlns:a16="http://schemas.microsoft.com/office/drawing/2014/main" id="{6C065AC5-71B6-50CA-87FB-4B11FBFDB59F}"/>
              </a:ext>
            </a:extLst>
          </p:cNvPr>
          <p:cNvSpPr/>
          <p:nvPr/>
        </p:nvSpPr>
        <p:spPr>
          <a:xfrm>
            <a:off x="0" y="857250"/>
            <a:ext cx="9144000" cy="5133975"/>
          </a:xfrm>
          <a:custGeom>
            <a:avLst/>
            <a:gdLst/>
            <a:ahLst/>
            <a:cxnLst/>
            <a:rect l="0" t="0" r="0" b="0"/>
            <a:pathLst>
              <a:path w="12192001" h="6845301">
                <a:moveTo>
                  <a:pt x="0" y="0"/>
                </a:moveTo>
                <a:lnTo>
                  <a:pt x="12192000" y="0"/>
                </a:lnTo>
                <a:lnTo>
                  <a:pt x="12192000" y="6845300"/>
                </a:lnTo>
                <a:lnTo>
                  <a:pt x="0" y="6845300"/>
                </a:lnTo>
                <a:close/>
              </a:path>
            </a:pathLst>
          </a:custGeom>
          <a:solidFill>
            <a:srgbClr val="FFFFFF"/>
          </a:solidFill>
          <a:ln w="12700" cap="flat" cmpd="sng" algn="ctr">
            <a:solidFill>
              <a:srgbClr val="000000">
                <a:alpha val="0"/>
              </a:srgb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zh-CN" altLang="en-US"/>
          </a:p>
        </p:txBody>
      </p:sp>
      <p:cxnSp>
        <p:nvCxnSpPr>
          <p:cNvPr id="3" name="直接连接符 2">
            <a:extLst>
              <a:ext uri="{FF2B5EF4-FFF2-40B4-BE49-F238E27FC236}">
                <a16:creationId xmlns:a16="http://schemas.microsoft.com/office/drawing/2014/main" id="{F35E2873-D970-9049-90DB-A7BF8ECD44EE}"/>
              </a:ext>
            </a:extLst>
          </p:cNvPr>
          <p:cNvCxnSpPr/>
          <p:nvPr/>
        </p:nvCxnSpPr>
        <p:spPr>
          <a:xfrm>
            <a:off x="0" y="969984"/>
            <a:ext cx="9144000" cy="0"/>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8" name="文本框 7">
            <a:extLst>
              <a:ext uri="{FF2B5EF4-FFF2-40B4-BE49-F238E27FC236}">
                <a16:creationId xmlns:a16="http://schemas.microsoft.com/office/drawing/2014/main" id="{DEF8C16F-670A-0FDC-AA99-C595ACF16C40}"/>
              </a:ext>
            </a:extLst>
          </p:cNvPr>
          <p:cNvSpPr txBox="1"/>
          <p:nvPr/>
        </p:nvSpPr>
        <p:spPr>
          <a:xfrm>
            <a:off x="522962" y="364436"/>
            <a:ext cx="4628366" cy="514436"/>
          </a:xfrm>
          <a:prstGeom prst="rect">
            <a:avLst/>
          </a:prstGeom>
          <a:noFill/>
        </p:spPr>
        <p:txBody>
          <a:bodyPr wrap="square">
            <a:spAutoFit/>
          </a:bodyPr>
          <a:lstStyle/>
          <a:p>
            <a:pPr eaLnBrk="1" fontAlgn="auto" hangingPunct="1">
              <a:lnSpc>
                <a:spcPts val="3540"/>
              </a:lnSpc>
              <a:spcBef>
                <a:spcPts val="0"/>
              </a:spcBef>
              <a:spcAft>
                <a:spcPts val="0"/>
              </a:spcAft>
              <a:tabLst>
                <a:tab pos="133350" algn="l"/>
                <a:tab pos="152400" algn="l"/>
              </a:tabLst>
              <a:defRPr/>
            </a:pPr>
            <a:r>
              <a:rPr lang="zh-CN" altLang="en-US" sz="2800" b="1" dirty="0">
                <a:solidFill>
                  <a:srgbClr val="ED7D31"/>
                </a:solidFill>
                <a:latin typeface="微软雅黑" panose="020B0503020204020204" pitchFamily="34" charset="-122"/>
                <a:ea typeface="+mn-ea"/>
              </a:rPr>
              <a:t>例</a:t>
            </a:r>
            <a:r>
              <a:rPr lang="en-US" altLang="zh-CN" sz="2800" b="1" dirty="0">
                <a:solidFill>
                  <a:srgbClr val="ED7D31"/>
                </a:solidFill>
                <a:latin typeface="微软雅黑" panose="020B0503020204020204" pitchFamily="34" charset="-122"/>
                <a:ea typeface="+mn-ea"/>
              </a:rPr>
              <a:t>4</a:t>
            </a:r>
            <a:endParaRPr lang="zh-CN" altLang="en-US" sz="2800" b="1" dirty="0">
              <a:solidFill>
                <a:srgbClr val="ED7D31"/>
              </a:solidFill>
              <a:latin typeface="微软雅黑" panose="020B0503020204020204" pitchFamily="34" charset="-122"/>
              <a:ea typeface="+mn-ea"/>
            </a:endParaRPr>
          </a:p>
        </p:txBody>
      </p:sp>
      <p:pic>
        <p:nvPicPr>
          <p:cNvPr id="5" name="图片 4">
            <a:extLst>
              <a:ext uri="{FF2B5EF4-FFF2-40B4-BE49-F238E27FC236}">
                <a16:creationId xmlns:a16="http://schemas.microsoft.com/office/drawing/2014/main" id="{CEDC9117-EEFF-E1D7-28D0-411E0B985A4B}"/>
              </a:ext>
            </a:extLst>
          </p:cNvPr>
          <p:cNvPicPr>
            <a:picLocks noChangeAspect="1"/>
          </p:cNvPicPr>
          <p:nvPr/>
        </p:nvPicPr>
        <p:blipFill>
          <a:blip r:embed="rId3"/>
          <a:stretch>
            <a:fillRect/>
          </a:stretch>
        </p:blipFill>
        <p:spPr>
          <a:xfrm>
            <a:off x="201475" y="2391863"/>
            <a:ext cx="8616844" cy="2146544"/>
          </a:xfrm>
          <a:prstGeom prst="rect">
            <a:avLst/>
          </a:prstGeom>
        </p:spPr>
      </p:pic>
    </p:spTree>
    <p:extLst>
      <p:ext uri="{BB962C8B-B14F-4D97-AF65-F5344CB8AC3E}">
        <p14:creationId xmlns:p14="http://schemas.microsoft.com/office/powerpoint/2010/main" val="1367841889"/>
      </p:ext>
    </p:extLst>
  </p:cSld>
  <p:clrMapOvr>
    <a:masterClrMapping/>
  </p:clrMapOvr>
</p:sld>
</file>

<file path=ppt/theme/theme1.xml><?xml version="1.0" encoding="utf-8"?>
<a:theme xmlns:a="http://schemas.openxmlformats.org/drawingml/2006/main" name="主题1">
  <a:themeElements>
    <a:clrScheme name="自定义 1">
      <a:dk1>
        <a:sysClr val="windowText" lastClr="000000"/>
      </a:dk1>
      <a:lt1>
        <a:sysClr val="window" lastClr="FFFFFF"/>
      </a:lt1>
      <a:dk2>
        <a:srgbClr val="44546A"/>
      </a:dk2>
      <a:lt2>
        <a:srgbClr val="E7E6E6"/>
      </a:lt2>
      <a:accent1>
        <a:srgbClr val="7E0C6E"/>
      </a:accent1>
      <a:accent2>
        <a:srgbClr val="983D8B"/>
      </a:accent2>
      <a:accent3>
        <a:srgbClr val="B26DA8"/>
      </a:accent3>
      <a:accent4>
        <a:srgbClr val="A00072"/>
      </a:accent4>
      <a:accent5>
        <a:srgbClr val="AD1798"/>
      </a:accent5>
      <a:accent6>
        <a:srgbClr val="D84D91"/>
      </a:accent6>
      <a:hlink>
        <a:srgbClr val="B26DA8"/>
      </a:hlink>
      <a:folHlink>
        <a:srgbClr val="CB9EC5"/>
      </a:folHlink>
    </a:clrScheme>
    <a:fontScheme name="Office">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主题1" id="{915C5BE5-B032-485A-84D1-D8260B13304C}" vid="{BFC930FF-91FA-4820-A818-0387AAC554F1}"/>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主题1</Template>
  <TotalTime>1360</TotalTime>
  <Words>2348</Words>
  <Application>Microsoft Office PowerPoint</Application>
  <PresentationFormat>全屏显示(4:3)</PresentationFormat>
  <Paragraphs>278</Paragraphs>
  <Slides>25</Slides>
  <Notes>24</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25</vt:i4>
      </vt:variant>
    </vt:vector>
  </HeadingPairs>
  <TitlesOfParts>
    <vt:vector size="34" baseType="lpstr">
      <vt:lpstr>等线</vt:lpstr>
      <vt:lpstr>华文隶书</vt:lpstr>
      <vt:lpstr>楷体</vt:lpstr>
      <vt:lpstr>微软雅黑</vt:lpstr>
      <vt:lpstr>Arial</vt:lpstr>
      <vt:lpstr>Calibri</vt:lpstr>
      <vt:lpstr>Times New Roman</vt:lpstr>
      <vt:lpstr>Wingdings</vt:lpstr>
      <vt:lpstr>主题1</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Kite Qiao</dc:creator>
  <cp:lastModifiedBy>David Ma</cp:lastModifiedBy>
  <cp:revision>34</cp:revision>
  <dcterms:created xsi:type="dcterms:W3CDTF">2022-02-25T06:53:15Z</dcterms:created>
  <dcterms:modified xsi:type="dcterms:W3CDTF">2025-04-15T13:06:51Z</dcterms:modified>
</cp:coreProperties>
</file>