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notesMasterIdLst>
    <p:notesMasterId r:id="rId72"/>
  </p:notesMasterIdLst>
  <p:sldIdLst>
    <p:sldId id="257" r:id="rId2"/>
    <p:sldId id="315" r:id="rId3"/>
    <p:sldId id="258" r:id="rId4"/>
    <p:sldId id="259" r:id="rId5"/>
    <p:sldId id="261" r:id="rId6"/>
    <p:sldId id="260" r:id="rId7"/>
    <p:sldId id="300" r:id="rId8"/>
    <p:sldId id="262" r:id="rId9"/>
    <p:sldId id="263" r:id="rId10"/>
    <p:sldId id="264" r:id="rId11"/>
    <p:sldId id="301" r:id="rId12"/>
    <p:sldId id="265" r:id="rId13"/>
    <p:sldId id="266" r:id="rId14"/>
    <p:sldId id="267" r:id="rId15"/>
    <p:sldId id="268" r:id="rId16"/>
    <p:sldId id="302" r:id="rId17"/>
    <p:sldId id="269" r:id="rId18"/>
    <p:sldId id="270" r:id="rId19"/>
    <p:sldId id="272" r:id="rId20"/>
    <p:sldId id="273" r:id="rId21"/>
    <p:sldId id="274" r:id="rId22"/>
    <p:sldId id="295" r:id="rId23"/>
    <p:sldId id="304" r:id="rId24"/>
    <p:sldId id="305" r:id="rId25"/>
    <p:sldId id="297" r:id="rId26"/>
    <p:sldId id="296" r:id="rId27"/>
    <p:sldId id="306" r:id="rId28"/>
    <p:sldId id="276" r:id="rId29"/>
    <p:sldId id="275" r:id="rId30"/>
    <p:sldId id="303" r:id="rId31"/>
    <p:sldId id="277" r:id="rId32"/>
    <p:sldId id="280" r:id="rId33"/>
    <p:sldId id="298" r:id="rId34"/>
    <p:sldId id="286" r:id="rId35"/>
    <p:sldId id="287" r:id="rId36"/>
    <p:sldId id="288" r:id="rId37"/>
    <p:sldId id="289" r:id="rId38"/>
    <p:sldId id="307" r:id="rId39"/>
    <p:sldId id="308" r:id="rId40"/>
    <p:sldId id="309" r:id="rId41"/>
    <p:sldId id="279" r:id="rId42"/>
    <p:sldId id="281" r:id="rId43"/>
    <p:sldId id="282" r:id="rId44"/>
    <p:sldId id="310" r:id="rId45"/>
    <p:sldId id="311" r:id="rId46"/>
    <p:sldId id="283" r:id="rId47"/>
    <p:sldId id="284" r:id="rId48"/>
    <p:sldId id="316" r:id="rId49"/>
    <p:sldId id="312" r:id="rId50"/>
    <p:sldId id="317" r:id="rId51"/>
    <p:sldId id="318" r:id="rId52"/>
    <p:sldId id="285" r:id="rId53"/>
    <p:sldId id="290" r:id="rId54"/>
    <p:sldId id="320" r:id="rId55"/>
    <p:sldId id="323" r:id="rId56"/>
    <p:sldId id="322" r:id="rId57"/>
    <p:sldId id="324" r:id="rId58"/>
    <p:sldId id="319" r:id="rId59"/>
    <p:sldId id="299" r:id="rId60"/>
    <p:sldId id="291" r:id="rId61"/>
    <p:sldId id="327" r:id="rId62"/>
    <p:sldId id="326" r:id="rId63"/>
    <p:sldId id="292" r:id="rId64"/>
    <p:sldId id="293" r:id="rId65"/>
    <p:sldId id="328" r:id="rId66"/>
    <p:sldId id="329" r:id="rId67"/>
    <p:sldId id="330" r:id="rId68"/>
    <p:sldId id="331" r:id="rId69"/>
    <p:sldId id="294" r:id="rId70"/>
    <p:sldId id="332" r:id="rId7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2" autoAdjust="0"/>
    <p:restoredTop sz="84690" autoAdjust="0"/>
  </p:normalViewPr>
  <p:slideViewPr>
    <p:cSldViewPr>
      <p:cViewPr varScale="1">
        <p:scale>
          <a:sx n="75" d="100"/>
          <a:sy n="75" d="100"/>
        </p:scale>
        <p:origin x="1469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FE97B7E-19A4-479A-A40C-AA1F60AE93F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78DD290-719B-4ACA-B43A-E1720057790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DDE3AB8-7DBD-47C1-9B8E-0D0AA72B8C0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D8165EDE-F56F-423C-BAFA-A20CB078591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5B3496D1-1D67-4B55-86F8-01076C77C72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EFD5C5FA-01E4-4751-A41A-25247F9737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F368FD3-784B-4C6E-92E4-A91F75E25F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链表可以用来存储图，通常有两种主要方式：邻接表和边列表</a:t>
            </a:r>
            <a:endParaRPr lang="en-US" altLang="zh-CN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Inter"/>
              </a:rPr>
              <a:t>邻接表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：适合存储稀疏图，空间复杂度为 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O(V + E)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，其中 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V 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是顶点数，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E 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是边数。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Inter"/>
              </a:rPr>
              <a:t>边列表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：适合需要频繁遍历边的场景，空间复杂度为 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O(E)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126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E21B8-DB9A-99DE-77AD-476E7F17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993BA8-7698-1CC1-6995-F93D5FC97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C21725-A5EF-24E3-6C14-579D94433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链表可以用来存储图，通常有两种主要方式：邻接表和边列表</a:t>
            </a:r>
            <a:endParaRPr lang="en-US" altLang="zh-CN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Inter"/>
              </a:rPr>
              <a:t>邻接表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：适合存储稀疏图，空间复杂度为 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O(V + E)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，其中 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V 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是顶点数，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E 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是边数。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Inter"/>
              </a:rPr>
              <a:t>边列表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：适合需要频繁遍历边的场景，空间复杂度为 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O(E)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C275A6-8584-010A-072D-8C9AC1B52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534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树是最简单的连通图，删除树的任意一条边，将使得树不再连同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4240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父亲、孩子、后代、祖先、树叶（没有后代）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1662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10457-5B1C-DD7E-FE05-2FE003524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95FC54-0373-E60E-DD72-2702A2DA2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CD9177-A4E8-C58E-AF58-E9E56C13A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zh-CN" altLang="en-US" b="0" dirty="0">
                <a:effectLst/>
              </a:rPr>
              <a:t>系统发育树是一种用于展示不同物种之间进化关系的树状图。图中的每个分支末端代表一个物种，比如肠道细菌（</a:t>
            </a:r>
            <a:r>
              <a:rPr lang="en-US" altLang="zh-CN" b="0" dirty="0">
                <a:effectLst/>
              </a:rPr>
              <a:t>gut bacteria</a:t>
            </a:r>
            <a:r>
              <a:rPr lang="zh-CN" altLang="en-US" b="0" dirty="0">
                <a:effectLst/>
              </a:rPr>
              <a:t>）、树木（</a:t>
            </a:r>
            <a:r>
              <a:rPr lang="en-US" altLang="zh-CN" b="0" dirty="0">
                <a:effectLst/>
              </a:rPr>
              <a:t>trees</a:t>
            </a:r>
            <a:r>
              <a:rPr lang="zh-CN" altLang="en-US" b="0" dirty="0">
                <a:effectLst/>
              </a:rPr>
              <a:t>）、蘑菇（</a:t>
            </a:r>
            <a:r>
              <a:rPr lang="en-US" altLang="zh-CN" b="0" dirty="0">
                <a:effectLst/>
              </a:rPr>
              <a:t>mushrooms</a:t>
            </a:r>
            <a:r>
              <a:rPr lang="zh-CN" altLang="en-US" b="0" dirty="0">
                <a:effectLst/>
              </a:rPr>
              <a:t>）、鱼（</a:t>
            </a:r>
            <a:r>
              <a:rPr lang="en-US" altLang="zh-CN" b="0" dirty="0">
                <a:effectLst/>
              </a:rPr>
              <a:t>fish</a:t>
            </a:r>
            <a:r>
              <a:rPr lang="zh-CN" altLang="en-US" b="0" dirty="0">
                <a:effectLst/>
              </a:rPr>
              <a:t>）、哺乳动物（</a:t>
            </a:r>
            <a:r>
              <a:rPr lang="en-US" altLang="zh-CN" b="0" dirty="0">
                <a:effectLst/>
              </a:rPr>
              <a:t>mammals</a:t>
            </a:r>
            <a:r>
              <a:rPr lang="zh-CN" altLang="en-US" b="0" dirty="0">
                <a:effectLst/>
              </a:rPr>
              <a:t>）、鸟类（</a:t>
            </a:r>
            <a:r>
              <a:rPr lang="en-US" altLang="zh-CN" b="0" dirty="0">
                <a:effectLst/>
              </a:rPr>
              <a:t>birds</a:t>
            </a:r>
            <a:r>
              <a:rPr lang="zh-CN" altLang="en-US" b="0" dirty="0">
                <a:effectLst/>
              </a:rPr>
              <a:t>）、蜻蜓（</a:t>
            </a:r>
            <a:r>
              <a:rPr lang="en-US" altLang="zh-CN" b="0" dirty="0">
                <a:effectLst/>
              </a:rPr>
              <a:t>dragonflies</a:t>
            </a:r>
            <a:r>
              <a:rPr lang="zh-CN" altLang="en-US" b="0" dirty="0">
                <a:effectLst/>
              </a:rPr>
              <a:t>）、甲虫（</a:t>
            </a:r>
            <a:r>
              <a:rPr lang="en-US" altLang="zh-CN" b="0" dirty="0">
                <a:effectLst/>
              </a:rPr>
              <a:t>beetles</a:t>
            </a:r>
            <a:r>
              <a:rPr lang="zh-CN" altLang="en-US" b="0" dirty="0">
                <a:effectLst/>
              </a:rPr>
              <a:t>）等。分支的交汇点表示这些物种在进化历程中有共同的祖先，通过分支的结构和走向，可以直观地看出各个物种在进化上的亲缘关系远近 ，以及它们是如何从共同祖先逐渐分化演变而来的。</a:t>
            </a:r>
          </a:p>
          <a:p>
            <a:r>
              <a:rPr lang="zh-CN" altLang="en-US" b="0" dirty="0">
                <a:effectLst/>
              </a:rPr>
              <a:t>分享</a:t>
            </a:r>
            <a:br>
              <a:rPr lang="zh-CN" altLang="en-US" dirty="0">
                <a:effectLst/>
              </a:rPr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CF7296-E4D8-302F-9EDC-7390EC289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4150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BFS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即广度优先搜索（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Breadth - First Search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）算法，是图论中的一种搜索算法。 在图结构或树结构中，它从起始节点开始，首先访问起始节点的所有邻居节点，然后按照一层一层向外扩展的方式，依次访问下一层的节点，直到找到目标节点或遍历完整个结构。 以树结构为例，若根节点是起始节点，会先访问根节点的子节点，再依次访问这些子节点的子节点。在图中，它能确保以最少的步数找到从起始节点到目标节点的路径（在无权图中）。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BFS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通常借助队列（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Queue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）数据结构实现，将待访问节点加入队列，先进先出以保证按层次遍历。它在寻找最短路径（如迷宫寻路）、社交网络中的好友关系拓展分析、网页爬虫遍历网页链接等场景有广泛应用 。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6581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记录访问路径形成 </a:t>
            </a:r>
            <a:r>
              <a:rPr lang="en-US" altLang="zh-CN" b="0" i="0" dirty="0">
                <a:effectLst/>
                <a:latin typeface="Inter"/>
              </a:rPr>
              <a:t>BFS </a:t>
            </a:r>
            <a:r>
              <a:rPr lang="zh-CN" altLang="en-US" b="0" i="0" dirty="0">
                <a:effectLst/>
                <a:latin typeface="Inter"/>
              </a:rPr>
              <a:t>树</a:t>
            </a:r>
            <a:endParaRPr lang="en-US" altLang="zh-CN" b="0" i="0" dirty="0">
              <a:effectLst/>
              <a:latin typeface="Inter"/>
            </a:endParaRPr>
          </a:p>
          <a:p>
            <a:pPr algn="l"/>
            <a:r>
              <a:rPr lang="zh-CN" altLang="en-US" b="0" i="0" dirty="0">
                <a:effectLst/>
                <a:latin typeface="Inter"/>
              </a:rPr>
              <a:t>宽度优先搜索树（</a:t>
            </a:r>
            <a:r>
              <a:rPr lang="en-US" altLang="zh-CN" b="0" i="0" dirty="0">
                <a:effectLst/>
                <a:latin typeface="Inter"/>
              </a:rPr>
              <a:t>Breadth - First Search Tree</a:t>
            </a:r>
            <a:r>
              <a:rPr lang="zh-CN" altLang="en-US" b="0" i="0" dirty="0">
                <a:effectLst/>
                <a:latin typeface="Inter"/>
              </a:rPr>
              <a:t>，</a:t>
            </a:r>
            <a:r>
              <a:rPr lang="en-US" altLang="zh-CN" b="0" i="0" dirty="0">
                <a:effectLst/>
                <a:latin typeface="Inter"/>
              </a:rPr>
              <a:t>BFS </a:t>
            </a:r>
            <a:r>
              <a:rPr lang="zh-CN" altLang="en-US" b="0" i="0" dirty="0">
                <a:effectLst/>
                <a:latin typeface="Inter"/>
              </a:rPr>
              <a:t>树）是在对图或树结构进行宽度优先搜索（</a:t>
            </a:r>
            <a:r>
              <a:rPr lang="en-US" altLang="zh-CN" b="0" i="0" dirty="0">
                <a:effectLst/>
                <a:latin typeface="Inter"/>
              </a:rPr>
              <a:t>BFS</a:t>
            </a:r>
            <a:r>
              <a:rPr lang="zh-CN" altLang="en-US" b="0" i="0" dirty="0">
                <a:effectLst/>
                <a:latin typeface="Inter"/>
              </a:rPr>
              <a:t>）过程中构建出来的树状结构。</a:t>
            </a:r>
          </a:p>
          <a:p>
            <a:pPr algn="l">
              <a:spcAft>
                <a:spcPts val="300"/>
              </a:spcAft>
            </a:pPr>
            <a:r>
              <a:rPr lang="zh-CN" altLang="en-US" b="1" i="0" dirty="0">
                <a:effectLst/>
                <a:latin typeface="Inter"/>
              </a:rPr>
              <a:t>构建过程</a:t>
            </a:r>
          </a:p>
          <a:p>
            <a:pPr algn="l"/>
            <a:br>
              <a:rPr lang="zh-CN" altLang="en-US" dirty="0"/>
            </a:br>
            <a:r>
              <a:rPr lang="zh-CN" altLang="en-US" b="0" i="0" dirty="0">
                <a:effectLst/>
                <a:latin typeface="Inter"/>
              </a:rPr>
              <a:t>以图结构为例，从图中的某个起始节点开始进行 </a:t>
            </a:r>
            <a:r>
              <a:rPr lang="en-US" altLang="zh-CN" b="0" i="0" dirty="0">
                <a:effectLst/>
                <a:latin typeface="Inter"/>
              </a:rPr>
              <a:t>BFS </a:t>
            </a:r>
            <a:r>
              <a:rPr lang="zh-CN" altLang="en-US" b="0" i="0" dirty="0">
                <a:effectLst/>
                <a:latin typeface="Inter"/>
              </a:rPr>
              <a:t>遍历。在遍历过程中，当首次访问到一个未被访问过的节点 </a:t>
            </a:r>
            <a:r>
              <a:rPr lang="en-US" altLang="zh-CN" b="0" i="0" dirty="0">
                <a:effectLst/>
                <a:latin typeface="Inter"/>
              </a:rPr>
              <a:t>v </a:t>
            </a:r>
            <a:r>
              <a:rPr lang="zh-CN" altLang="en-US" b="0" i="0" dirty="0">
                <a:effectLst/>
                <a:latin typeface="Inter"/>
              </a:rPr>
              <a:t>时，将连接当前访问节点 </a:t>
            </a:r>
            <a:r>
              <a:rPr lang="en-US" altLang="zh-CN" b="0" i="0" dirty="0">
                <a:effectLst/>
                <a:latin typeface="Inter"/>
              </a:rPr>
              <a:t>u </a:t>
            </a:r>
            <a:r>
              <a:rPr lang="zh-CN" altLang="en-US" b="0" i="0" dirty="0">
                <a:effectLst/>
                <a:latin typeface="Inter"/>
              </a:rPr>
              <a:t>和 </a:t>
            </a:r>
            <a:r>
              <a:rPr lang="en-US" altLang="zh-CN" b="0" i="0" dirty="0">
                <a:effectLst/>
                <a:latin typeface="Inter"/>
              </a:rPr>
              <a:t>v </a:t>
            </a:r>
            <a:r>
              <a:rPr lang="zh-CN" altLang="en-US" b="0" i="0" dirty="0">
                <a:effectLst/>
                <a:latin typeface="Inter"/>
              </a:rPr>
              <a:t>的边 </a:t>
            </a:r>
            <a:r>
              <a:rPr lang="en-US" altLang="zh-CN" b="0" i="0" dirty="0">
                <a:effectLst/>
                <a:latin typeface="Inter"/>
              </a:rPr>
              <a:t>(u, v) </a:t>
            </a:r>
            <a:r>
              <a:rPr lang="zh-CN" altLang="en-US" b="0" i="0" dirty="0">
                <a:effectLst/>
                <a:latin typeface="Inter"/>
              </a:rPr>
              <a:t>加入到 </a:t>
            </a:r>
            <a:r>
              <a:rPr lang="en-US" altLang="zh-CN" b="0" i="0" dirty="0">
                <a:effectLst/>
                <a:latin typeface="Inter"/>
              </a:rPr>
              <a:t>BFS </a:t>
            </a:r>
            <a:r>
              <a:rPr lang="zh-CN" altLang="en-US" b="0" i="0" dirty="0">
                <a:effectLst/>
                <a:latin typeface="Inter"/>
              </a:rPr>
              <a:t>树中。随着 </a:t>
            </a:r>
            <a:r>
              <a:rPr lang="en-US" altLang="zh-CN" b="0" i="0" dirty="0">
                <a:effectLst/>
                <a:latin typeface="Inter"/>
              </a:rPr>
              <a:t>BFS </a:t>
            </a:r>
            <a:r>
              <a:rPr lang="zh-CN" altLang="en-US" b="0" i="0" dirty="0">
                <a:effectLst/>
                <a:latin typeface="Inter"/>
              </a:rPr>
              <a:t>遍历按层次依次访问图中的节点，这些连接首次访问节点的边就逐渐构成了一棵 </a:t>
            </a:r>
            <a:r>
              <a:rPr lang="en-US" altLang="zh-CN" b="0" i="0" dirty="0">
                <a:effectLst/>
                <a:latin typeface="Inter"/>
              </a:rPr>
              <a:t>BFS </a:t>
            </a:r>
            <a:r>
              <a:rPr lang="zh-CN" altLang="en-US" b="0" i="0" dirty="0">
                <a:effectLst/>
                <a:latin typeface="Inter"/>
              </a:rPr>
              <a:t>树。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2932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使用 </a:t>
            </a:r>
            <a:r>
              <a:rPr lang="en-US" altLang="zh-CN" dirty="0"/>
              <a:t>Discovered</a:t>
            </a:r>
            <a:r>
              <a:rPr lang="zh-CN" altLang="en-US" b="0" i="0" dirty="0">
                <a:effectLst/>
                <a:latin typeface="Inter"/>
              </a:rPr>
              <a:t> 数组来避免重复访问节点</a:t>
            </a:r>
            <a:endParaRPr lang="en-US" altLang="zh-CN" b="0" i="0" dirty="0">
              <a:effectLst/>
              <a:latin typeface="Inter"/>
            </a:endParaRPr>
          </a:p>
          <a:p>
            <a:r>
              <a:rPr lang="zh-CN" altLang="en-US" b="0" i="0" dirty="0">
                <a:effectLst/>
                <a:latin typeface="Inter"/>
              </a:rPr>
              <a:t>使用 </a:t>
            </a:r>
            <a:r>
              <a:rPr lang="en-US" altLang="zh-CN" dirty="0"/>
              <a:t>L</a:t>
            </a:r>
            <a:r>
              <a:rPr lang="zh-CN" altLang="en-US" b="0" i="0" dirty="0">
                <a:effectLst/>
                <a:latin typeface="Inter"/>
              </a:rPr>
              <a:t> 数组来按层存储节点</a:t>
            </a:r>
            <a:endParaRPr lang="en-US" altLang="zh-CN" b="0" i="0" dirty="0">
              <a:effectLst/>
              <a:latin typeface="Inter"/>
            </a:endParaRPr>
          </a:p>
          <a:p>
            <a:r>
              <a:rPr lang="zh-CN" altLang="en-US" b="0" i="0" dirty="0">
                <a:effectLst/>
                <a:latin typeface="Inter"/>
              </a:rPr>
              <a:t>当 </a:t>
            </a:r>
            <a:r>
              <a:rPr lang="en-US" altLang="zh-CN" dirty="0"/>
              <a:t>L[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b="0" i="0" dirty="0">
                <a:effectLst/>
                <a:latin typeface="Inter"/>
              </a:rPr>
              <a:t> 为空时，说明已经遍历完所有可达节点，算法结束</a:t>
            </a:r>
            <a:endParaRPr lang="en-US" altLang="zh-CN" b="0" i="0" dirty="0">
              <a:effectLst/>
              <a:latin typeface="Inter"/>
            </a:endParaRPr>
          </a:p>
          <a:p>
            <a:r>
              <a:rPr lang="en-US" altLang="zh-CN" dirty="0"/>
              <a:t>L</a:t>
            </a:r>
            <a:r>
              <a:rPr lang="zh-CN" altLang="en-US" b="0" i="0" dirty="0">
                <a:effectLst/>
                <a:latin typeface="Inter"/>
              </a:rPr>
              <a:t> 数组用于存储每一层的节点，</a:t>
            </a:r>
            <a:r>
              <a:rPr lang="en-US" altLang="zh-CN" dirty="0"/>
              <a:t>L[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b="0" i="0" dirty="0">
                <a:effectLst/>
                <a:latin typeface="Inter"/>
              </a:rPr>
              <a:t> 表示第 </a:t>
            </a:r>
            <a:r>
              <a:rPr lang="en-US" altLang="zh-CN" dirty="0" err="1"/>
              <a:t>i</a:t>
            </a:r>
            <a:r>
              <a:rPr lang="zh-CN" altLang="en-US" b="0" i="0" dirty="0">
                <a:effectLst/>
                <a:latin typeface="Inter"/>
              </a:rPr>
              <a:t> 层的节点列表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8605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这是因为在无向图中，每条边会对其两个端点的度各贡献 </a:t>
            </a:r>
            <a:r>
              <a:rPr lang="en-US" altLang="zh-CN" b="0" i="0" dirty="0">
                <a:effectLst/>
                <a:latin typeface="Inter"/>
              </a:rPr>
              <a:t>1</a:t>
            </a:r>
            <a:r>
              <a:rPr lang="zh-CN" altLang="en-US" b="0" i="0" dirty="0">
                <a:effectLst/>
                <a:latin typeface="Inter"/>
              </a:rPr>
              <a:t>，所以所有节点度的和是边数的 </a:t>
            </a:r>
            <a:r>
              <a:rPr lang="en-US" altLang="zh-CN" b="0" i="0" dirty="0">
                <a:effectLst/>
                <a:latin typeface="Inter"/>
              </a:rPr>
              <a:t>2 </a:t>
            </a:r>
            <a:r>
              <a:rPr lang="zh-CN" altLang="en-US" b="0" i="0" dirty="0">
                <a:effectLst/>
                <a:latin typeface="Inter"/>
              </a:rPr>
              <a:t>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1498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DFS(s)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：定义了一个名为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DFS 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的函数，它接受一个起始节点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s 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作为参数。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只要栈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S 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不为空，就继续进行 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DFS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遍历。这意味着只要还有待探索的节点，就会不断执行循环体中的操作。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Explored 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是一个布尔数组，用于标记每个节点是否已经被探索过。如果节点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u 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还未被探索（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Explored[u] = false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），则执行以下操作。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对于与节点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u 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关联的每条边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(u, v)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，将边的另一个端点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v 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压入栈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S 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中。这意味着将节点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v 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标记为待探索的节点，后续会对其进行探索。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4152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图展示了一个包含多个节点和边的图结构，且该图并非完全连通，存在几个独立的子图。以包含节点 </a:t>
            </a:r>
            <a:r>
              <a:rPr lang="en-US" altLang="zh-CN" b="0" i="0" dirty="0">
                <a:effectLst/>
                <a:latin typeface="Inter"/>
              </a:rPr>
              <a:t>1 </a:t>
            </a:r>
            <a:r>
              <a:rPr lang="zh-CN" altLang="en-US" b="0" i="0" dirty="0">
                <a:effectLst/>
                <a:latin typeface="Inter"/>
              </a:rPr>
              <a:t>的连通分量为例，从节点 </a:t>
            </a:r>
            <a:r>
              <a:rPr lang="en-US" altLang="zh-CN" b="0" i="0" dirty="0">
                <a:effectLst/>
                <a:latin typeface="Inter"/>
              </a:rPr>
              <a:t>1 </a:t>
            </a:r>
            <a:r>
              <a:rPr lang="zh-CN" altLang="en-US" b="0" i="0" dirty="0">
                <a:effectLst/>
                <a:latin typeface="Inter"/>
              </a:rPr>
              <a:t>出发，通过边可以到达节点 </a:t>
            </a:r>
            <a:r>
              <a:rPr lang="en-US" altLang="zh-CN" b="0" i="0" dirty="0">
                <a:effectLst/>
                <a:latin typeface="Inter"/>
              </a:rPr>
              <a:t>2</a:t>
            </a:r>
            <a:r>
              <a:rPr lang="zh-CN" altLang="en-US" b="0" i="0" dirty="0">
                <a:effectLst/>
                <a:latin typeface="Inter"/>
              </a:rPr>
              <a:t>、</a:t>
            </a:r>
            <a:r>
              <a:rPr lang="en-US" altLang="zh-CN" b="0" i="0" dirty="0">
                <a:effectLst/>
                <a:latin typeface="Inter"/>
              </a:rPr>
              <a:t>3</a:t>
            </a:r>
            <a:r>
              <a:rPr lang="zh-CN" altLang="en-US" b="0" i="0" dirty="0">
                <a:effectLst/>
                <a:latin typeface="Inter"/>
              </a:rPr>
              <a:t>、</a:t>
            </a:r>
            <a:r>
              <a:rPr lang="en-US" altLang="zh-CN" b="0" i="0" dirty="0">
                <a:effectLst/>
                <a:latin typeface="Inter"/>
              </a:rPr>
              <a:t>4</a:t>
            </a:r>
            <a:r>
              <a:rPr lang="zh-CN" altLang="en-US" b="0" i="0" dirty="0">
                <a:effectLst/>
                <a:latin typeface="Inter"/>
              </a:rPr>
              <a:t>、</a:t>
            </a:r>
            <a:r>
              <a:rPr lang="en-US" altLang="zh-CN" b="0" i="0" dirty="0">
                <a:effectLst/>
                <a:latin typeface="Inter"/>
              </a:rPr>
              <a:t>5</a:t>
            </a:r>
            <a:r>
              <a:rPr lang="zh-CN" altLang="en-US" b="0" i="0" dirty="0">
                <a:effectLst/>
                <a:latin typeface="Inter"/>
              </a:rPr>
              <a:t>、</a:t>
            </a:r>
            <a:r>
              <a:rPr lang="en-US" altLang="zh-CN" b="0" i="0" dirty="0">
                <a:effectLst/>
                <a:latin typeface="Inter"/>
              </a:rPr>
              <a:t>6</a:t>
            </a:r>
            <a:r>
              <a:rPr lang="zh-CN" altLang="en-US" b="0" i="0" dirty="0">
                <a:effectLst/>
                <a:latin typeface="Inter"/>
              </a:rPr>
              <a:t>、</a:t>
            </a:r>
            <a:r>
              <a:rPr lang="en-US" altLang="zh-CN" b="0" i="0" dirty="0">
                <a:effectLst/>
                <a:latin typeface="Inter"/>
              </a:rPr>
              <a:t>7</a:t>
            </a:r>
            <a:r>
              <a:rPr lang="zh-CN" altLang="en-US" b="0" i="0" dirty="0">
                <a:effectLst/>
                <a:latin typeface="Inter"/>
              </a:rPr>
              <a:t>、</a:t>
            </a:r>
            <a:r>
              <a:rPr lang="en-US" altLang="zh-CN" b="0" i="0" dirty="0">
                <a:effectLst/>
                <a:latin typeface="Inter"/>
              </a:rPr>
              <a:t>8 </a:t>
            </a:r>
            <a:r>
              <a:rPr lang="zh-CN" altLang="en-US" b="0" i="0" dirty="0">
                <a:effectLst/>
                <a:latin typeface="Inter"/>
              </a:rPr>
              <a:t>，所以标注 “</a:t>
            </a:r>
            <a:r>
              <a:rPr lang="en-US" altLang="zh-CN" b="0" i="0" dirty="0">
                <a:effectLst/>
                <a:latin typeface="Inter"/>
              </a:rPr>
              <a:t>Connected component containing node 1 = { 1,2,3,4,5,6,7,8”</a:t>
            </a:r>
            <a:r>
              <a:rPr lang="zh-CN" altLang="en-US" b="0" i="0" dirty="0">
                <a:effectLst/>
                <a:latin typeface="Inter"/>
              </a:rPr>
              <a:t>，即包含节点 </a:t>
            </a:r>
            <a:r>
              <a:rPr lang="en-US" altLang="zh-CN" b="0" i="0" dirty="0">
                <a:effectLst/>
                <a:latin typeface="Inter"/>
              </a:rPr>
              <a:t>1 </a:t>
            </a:r>
            <a:r>
              <a:rPr lang="zh-CN" altLang="en-US" b="0" i="0" dirty="0">
                <a:effectLst/>
                <a:latin typeface="Inter"/>
              </a:rPr>
              <a:t>的连通分量由这些节点构成。而节点 </a:t>
            </a:r>
            <a:r>
              <a:rPr lang="en-US" altLang="zh-CN" b="0" i="0" dirty="0">
                <a:effectLst/>
                <a:latin typeface="Inter"/>
              </a:rPr>
              <a:t>9</a:t>
            </a:r>
            <a:r>
              <a:rPr lang="zh-CN" altLang="en-US" b="0" i="0" dirty="0">
                <a:effectLst/>
                <a:latin typeface="Inter"/>
              </a:rPr>
              <a:t>、</a:t>
            </a:r>
            <a:r>
              <a:rPr lang="en-US" altLang="zh-CN" b="0" i="0" dirty="0">
                <a:effectLst/>
                <a:latin typeface="Inter"/>
              </a:rPr>
              <a:t>10 </a:t>
            </a:r>
            <a:r>
              <a:rPr lang="zh-CN" altLang="en-US" b="0" i="0" dirty="0">
                <a:effectLst/>
                <a:latin typeface="Inter"/>
              </a:rPr>
              <a:t>，节点 </a:t>
            </a:r>
            <a:r>
              <a:rPr lang="en-US" altLang="zh-CN" b="0" i="0" dirty="0">
                <a:effectLst/>
                <a:latin typeface="Inter"/>
              </a:rPr>
              <a:t>11</a:t>
            </a:r>
            <a:r>
              <a:rPr lang="zh-CN" altLang="en-US" b="0" i="0" dirty="0">
                <a:effectLst/>
                <a:latin typeface="Inter"/>
              </a:rPr>
              <a:t>、</a:t>
            </a:r>
            <a:r>
              <a:rPr lang="en-US" altLang="zh-CN" b="0" i="0" dirty="0">
                <a:effectLst/>
                <a:latin typeface="Inter"/>
              </a:rPr>
              <a:t>12</a:t>
            </a:r>
            <a:r>
              <a:rPr lang="zh-CN" altLang="en-US" b="0" i="0" dirty="0">
                <a:effectLst/>
                <a:latin typeface="Inter"/>
              </a:rPr>
              <a:t>、</a:t>
            </a:r>
            <a:r>
              <a:rPr lang="en-US" altLang="zh-CN" b="0" i="0" dirty="0">
                <a:effectLst/>
                <a:latin typeface="Inter"/>
              </a:rPr>
              <a:t>13 </a:t>
            </a:r>
            <a:r>
              <a:rPr lang="zh-CN" altLang="en-US" b="0" i="0" dirty="0">
                <a:effectLst/>
                <a:latin typeface="Inter"/>
              </a:rPr>
              <a:t>分别属于另外两个不同的连通分量，它们与包含节点 </a:t>
            </a:r>
            <a:r>
              <a:rPr lang="en-US" altLang="zh-CN" b="0" i="0" dirty="0">
                <a:effectLst/>
                <a:latin typeface="Inter"/>
              </a:rPr>
              <a:t>1 </a:t>
            </a:r>
            <a:r>
              <a:rPr lang="zh-CN" altLang="en-US" b="0" i="0" dirty="0">
                <a:effectLst/>
                <a:latin typeface="Inter"/>
              </a:rPr>
              <a:t>的连通分量之间没有边相连。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2867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effectLst/>
                <a:latin typeface="Inter"/>
              </a:rPr>
              <a:t>强连通分支（</a:t>
            </a:r>
            <a:r>
              <a:rPr lang="en-US" altLang="zh-CN" b="0" i="0" dirty="0">
                <a:effectLst/>
                <a:latin typeface="Inter"/>
              </a:rPr>
              <a:t>Strongly Connected Component</a:t>
            </a:r>
            <a:r>
              <a:rPr lang="zh-CN" altLang="en-US" b="0" i="0" dirty="0">
                <a:effectLst/>
                <a:latin typeface="Inter"/>
              </a:rPr>
              <a:t>，</a:t>
            </a:r>
            <a:r>
              <a:rPr lang="en-US" altLang="zh-CN" b="0" i="0" dirty="0">
                <a:effectLst/>
                <a:latin typeface="Inter"/>
              </a:rPr>
              <a:t>SCC</a:t>
            </a:r>
            <a:r>
              <a:rPr lang="zh-CN" altLang="en-US" b="0" i="0" dirty="0">
                <a:effectLst/>
                <a:latin typeface="Inter"/>
              </a:rPr>
              <a:t>）是图论中的一个重要概念，常用于有向图的分析。</a:t>
            </a:r>
          </a:p>
          <a:p>
            <a:pPr algn="l">
              <a:spcAft>
                <a:spcPts val="300"/>
              </a:spcAft>
            </a:pPr>
            <a:r>
              <a:rPr lang="zh-CN" altLang="en-US" b="1" i="0" dirty="0">
                <a:effectLst/>
                <a:latin typeface="Inter"/>
              </a:rPr>
              <a:t>定义</a:t>
            </a:r>
          </a:p>
          <a:p>
            <a:pPr algn="l"/>
            <a:br>
              <a:rPr lang="zh-CN" altLang="en-US" dirty="0"/>
            </a:br>
            <a:r>
              <a:rPr lang="zh-CN" altLang="en-US" b="0" i="0" dirty="0">
                <a:effectLst/>
                <a:latin typeface="Inter"/>
              </a:rPr>
              <a:t>在有向图中，如果对于图中的任意两个节点 </a:t>
            </a:r>
            <a:r>
              <a:rPr lang="en-US" altLang="zh-CN" b="0" i="0" dirty="0">
                <a:effectLst/>
                <a:latin typeface="Inter"/>
              </a:rPr>
              <a:t>u </a:t>
            </a:r>
            <a:r>
              <a:rPr lang="zh-CN" altLang="en-US" b="0" i="0" dirty="0">
                <a:effectLst/>
                <a:latin typeface="Inter"/>
              </a:rPr>
              <a:t>和 </a:t>
            </a:r>
            <a:r>
              <a:rPr lang="en-US" altLang="zh-CN" b="0" i="0" dirty="0">
                <a:effectLst/>
                <a:latin typeface="Inter"/>
              </a:rPr>
              <a:t>v</a:t>
            </a:r>
            <a:r>
              <a:rPr lang="zh-CN" altLang="en-US" b="0" i="0" dirty="0">
                <a:effectLst/>
                <a:latin typeface="Inter"/>
              </a:rPr>
              <a:t>，都存在从 </a:t>
            </a:r>
            <a:r>
              <a:rPr lang="en-US" altLang="zh-CN" b="0" i="0" dirty="0">
                <a:effectLst/>
                <a:latin typeface="Inter"/>
              </a:rPr>
              <a:t>u </a:t>
            </a:r>
            <a:r>
              <a:rPr lang="zh-CN" altLang="en-US" b="0" i="0" dirty="0">
                <a:effectLst/>
                <a:latin typeface="Inter"/>
              </a:rPr>
              <a:t>到 </a:t>
            </a:r>
            <a:r>
              <a:rPr lang="en-US" altLang="zh-CN" b="0" i="0" dirty="0">
                <a:effectLst/>
                <a:latin typeface="Inter"/>
              </a:rPr>
              <a:t>v </a:t>
            </a:r>
            <a:r>
              <a:rPr lang="zh-CN" altLang="en-US" b="0" i="0" dirty="0">
                <a:effectLst/>
                <a:latin typeface="Inter"/>
              </a:rPr>
              <a:t>的路径以及从 </a:t>
            </a:r>
            <a:r>
              <a:rPr lang="en-US" altLang="zh-CN" b="0" i="0" dirty="0">
                <a:effectLst/>
                <a:latin typeface="Inter"/>
              </a:rPr>
              <a:t>v </a:t>
            </a:r>
            <a:r>
              <a:rPr lang="zh-CN" altLang="en-US" b="0" i="0" dirty="0">
                <a:effectLst/>
                <a:latin typeface="Inter"/>
              </a:rPr>
              <a:t>到 </a:t>
            </a:r>
            <a:r>
              <a:rPr lang="en-US" altLang="zh-CN" b="0" i="0" dirty="0">
                <a:effectLst/>
                <a:latin typeface="Inter"/>
              </a:rPr>
              <a:t>u </a:t>
            </a:r>
            <a:r>
              <a:rPr lang="zh-CN" altLang="en-US" b="0" i="0" dirty="0">
                <a:effectLst/>
                <a:latin typeface="Inter"/>
              </a:rPr>
              <a:t>的路径，那么由这些相互可达的节点构成的最大子图就称为一个强连通分支。也就是说，在强连通分支内的任意两个节点之间都能 “相互抵达”。例如在一个表示城市交通路线的有向图中，某些区域内的道路可以相互连通形成一个循环，这个区域对应的节点集合就是一个强连通分支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9776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effectLst/>
                <a:latin typeface="Inter"/>
              </a:rPr>
              <a:t>当且仅当这两次 </a:t>
            </a:r>
            <a:r>
              <a:rPr lang="en-US" altLang="zh-CN" b="0" i="0" dirty="0">
                <a:effectLst/>
                <a:latin typeface="Inter"/>
              </a:rPr>
              <a:t>BFS </a:t>
            </a:r>
            <a:r>
              <a:rPr lang="zh-CN" altLang="en-US" b="0" i="0" dirty="0">
                <a:effectLst/>
                <a:latin typeface="Inter"/>
              </a:rPr>
              <a:t>能访问到图中的所有节点时，就可以判定图</a:t>
            </a:r>
            <a:r>
              <a:rPr lang="en-US" altLang="zh-CN" b="0" i="0" dirty="0">
                <a:effectLst/>
                <a:latin typeface="Inter"/>
              </a:rPr>
              <a:t>G</a:t>
            </a:r>
            <a:r>
              <a:rPr lang="zh-CN" altLang="en-US" b="0" i="0" dirty="0">
                <a:effectLst/>
                <a:latin typeface="Inter"/>
              </a:rPr>
              <a:t>是强连通的。因为若所有节点都能在两次搜索中被访问到，意味着任意两个节点之间都存在双向路径，满足强连通图的定义。</a:t>
            </a:r>
          </a:p>
          <a:p>
            <a:r>
              <a:rPr lang="zh-CN" altLang="en-US" b="0" i="0" dirty="0">
                <a:effectLst/>
                <a:latin typeface="Inter"/>
              </a:rPr>
              <a:t>由于每次 </a:t>
            </a:r>
            <a:r>
              <a:rPr lang="en-US" altLang="zh-CN" b="0" i="0" dirty="0">
                <a:effectLst/>
                <a:latin typeface="Inter"/>
              </a:rPr>
              <a:t>BFS </a:t>
            </a:r>
            <a:r>
              <a:rPr lang="zh-CN" altLang="en-US" b="0" i="0" dirty="0">
                <a:effectLst/>
                <a:latin typeface="Inter"/>
              </a:rPr>
              <a:t>的时间复杂度是</a:t>
            </a:r>
            <a:r>
              <a:rPr lang="en-US" altLang="zh-CN" b="0" i="0" dirty="0">
                <a:effectLst/>
                <a:latin typeface="Inter"/>
              </a:rPr>
              <a:t>O(m + n) </a:t>
            </a:r>
            <a:r>
              <a:rPr lang="zh-CN" altLang="en-US" b="0" i="0" dirty="0">
                <a:effectLst/>
                <a:latin typeface="Inter"/>
              </a:rPr>
              <a:t>，两次 </a:t>
            </a:r>
            <a:r>
              <a:rPr lang="en-US" altLang="zh-CN" b="0" i="0" dirty="0">
                <a:effectLst/>
                <a:latin typeface="Inter"/>
              </a:rPr>
              <a:t>BFS </a:t>
            </a:r>
            <a:r>
              <a:rPr lang="zh-CN" altLang="en-US" b="0" i="0" dirty="0">
                <a:effectLst/>
                <a:latin typeface="Inter"/>
              </a:rPr>
              <a:t>就是</a:t>
            </a:r>
            <a:r>
              <a:rPr lang="en-US" altLang="zh-CN" b="0" i="0" dirty="0">
                <a:effectLst/>
                <a:latin typeface="Inter"/>
              </a:rPr>
              <a:t>2O(m + n) </a:t>
            </a:r>
            <a:r>
              <a:rPr lang="zh-CN" altLang="en-US" b="0" i="0" dirty="0">
                <a:effectLst/>
                <a:latin typeface="Inter"/>
              </a:rPr>
              <a:t>，忽略常数系数后，整体时间复杂度仍为</a:t>
            </a:r>
            <a:r>
              <a:rPr lang="en-US" altLang="zh-CN" b="0" i="0" dirty="0">
                <a:effectLst/>
                <a:latin typeface="Inter"/>
              </a:rPr>
              <a:t>O(m + n) </a:t>
            </a:r>
            <a:r>
              <a:rPr lang="zh-CN" altLang="en-US" b="0" i="0" dirty="0">
                <a:effectLst/>
                <a:latin typeface="Inter"/>
              </a:rPr>
              <a:t>，表明该算法在处理大规模图数据时效率较高。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4064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22556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22946-E74A-E051-ADFF-91269011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BE4F3D-50A0-3385-8CA2-EFEB48526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746D82-D5D3-E811-FC93-D9BB63F2C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329268-97A7-FDD9-DE3A-108C6A389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8247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这种拓扑序可以通过拓扑排序算法来获取，例如 </a:t>
            </a:r>
            <a:r>
              <a:rPr lang="en-US" altLang="zh-CN" sz="1200" dirty="0"/>
              <a:t>Kahn </a:t>
            </a:r>
            <a:r>
              <a:rPr lang="zh-CN" altLang="en-US" sz="1200" dirty="0"/>
              <a:t>算法或深度优先搜索（</a:t>
            </a:r>
            <a:r>
              <a:rPr lang="en-US" altLang="zh-CN" sz="1200" dirty="0"/>
              <a:t>DFS</a:t>
            </a:r>
            <a:r>
              <a:rPr lang="zh-CN" altLang="en-US" sz="1200" dirty="0"/>
              <a:t>）算法。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8756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200" dirty="0"/>
              <a:t>任务调度：在项目管理和操作系统的任务调度中，常常会使用有向无圈图来表示任务之间的依赖关系。每个顶点代表一个任务，有向边表示任务之间的先后顺序。通过拓扑排序可以确定任务的执行顺序，确保每个任务在其依赖的任务完成之后才开始执行。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数据结构中的图算法：许多图算法都是基于有向无圈图进行设计和优化的，如最短路径算法在有向无圈图上可以更高效地求解，因为不存在环，所以可以避免一些复杂的情况。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生物学：在生物信息学中，有向无圈图可用于表示基因调控网络、蛋白质相互作用网络等。顶点可以代表基因或蛋白质，有向边表示它们之间的调控或相互作用关系，有助于研究生物系统的结构和功能。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编译原理：在编译器中，有向无圈图可以用来表示程序的控制流图，帮助进行代码优化、变量作用域分析等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85691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Kahn </a:t>
            </a:r>
            <a:r>
              <a:rPr lang="zh-CN" altLang="en-US" dirty="0"/>
              <a:t>算法通过不断选择入度为 </a:t>
            </a:r>
            <a:r>
              <a:rPr lang="en-US" altLang="zh-CN" dirty="0"/>
              <a:t>0 </a:t>
            </a:r>
            <a:r>
              <a:rPr lang="zh-CN" altLang="en-US" dirty="0"/>
              <a:t>的顶点，并将其从图中删除，同时更新其他顶点的入度，直到图为空或不存在入度为 </a:t>
            </a:r>
            <a:r>
              <a:rPr lang="en-US" altLang="zh-CN" dirty="0"/>
              <a:t>0 </a:t>
            </a:r>
            <a:r>
              <a:rPr lang="zh-CN" altLang="en-US" dirty="0"/>
              <a:t>的顶点。基于深度优先搜索的算法则是利用深度优先搜索的特性，在回溯时将顶点加入到拓扑序列中。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可以通过动态规划的方法，利用拓扑序依次计算每个顶点的最长路径长度，最终得到整个图的最长路径。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77531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C50CD-F3BB-D87C-2303-CED215DE9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290121-6C37-234E-69E0-3F5BE5577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47D726-E420-D15C-3C76-E348BF4F4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Kahn </a:t>
            </a:r>
            <a:r>
              <a:rPr lang="zh-CN" altLang="en-US" dirty="0"/>
              <a:t>算法通过不断选择入度为 </a:t>
            </a:r>
            <a:r>
              <a:rPr lang="en-US" altLang="zh-CN" dirty="0"/>
              <a:t>0 </a:t>
            </a:r>
            <a:r>
              <a:rPr lang="zh-CN" altLang="en-US" dirty="0"/>
              <a:t>的顶点，并将其从图中删除，同时更新其他顶点的入度，直到图为空或不存在入度为 </a:t>
            </a:r>
            <a:r>
              <a:rPr lang="en-US" altLang="zh-CN" dirty="0"/>
              <a:t>0 </a:t>
            </a:r>
            <a:r>
              <a:rPr lang="zh-CN" altLang="en-US" dirty="0"/>
              <a:t>的顶点。基于深度优先搜索的算法则是利用深度优先搜索的特性，在回溯时将顶点加入到拓扑序列中。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可以通过动态规划的方法，利用拓扑序依次计算每个顶点的最长路径长度，最终得到整个图的最长路径。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537DA0-1B4F-0F4B-27C9-05717D8F4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16362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第二个图是同一个</a:t>
            </a:r>
            <a:r>
              <a:rPr lang="en-US" altLang="zh-CN" dirty="0"/>
              <a:t>DAG</a:t>
            </a:r>
            <a:r>
              <a:rPr lang="zh-CN" altLang="en-US" dirty="0"/>
              <a:t>的不同画法，强调排序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72069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其中 </a:t>
            </a:r>
            <a:r>
              <a:rPr lang="en-US" altLang="zh-CN" sz="1200" dirty="0"/>
              <a:t> &lt;  </a:t>
            </a:r>
            <a:r>
              <a:rPr lang="zh-CN" altLang="en-US" sz="1200" dirty="0"/>
              <a:t>表示拓扑排序中的顺序。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86947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222222"/>
                </a:solidFill>
                <a:effectLst/>
                <a:latin typeface="Inter"/>
              </a:rPr>
              <a:t>依赖关系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：利用 “每个 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DAG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存在入度为零的结点” 这一结论，确保算法可找到起点。</a:t>
            </a:r>
          </a:p>
          <a:p>
            <a:pPr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222222"/>
                </a:solidFill>
                <a:effectLst/>
                <a:latin typeface="Inter"/>
              </a:rPr>
              <a:t>构造性证明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：通过递归移除入度为零的结点，逐步构建拓补排序。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368FD3-784B-4C6E-92E4-A91F75E25FC1}" type="slidenum">
              <a:rPr lang="zh-CN" altLang="en-US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4669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88" r="40189"/>
          <a:stretch>
            <a:fillRect/>
          </a:stretch>
        </p:blipFill>
        <p:spPr>
          <a:xfrm>
            <a:off x="2" y="2"/>
            <a:ext cx="2318993" cy="687921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" y="-1"/>
            <a:ext cx="2318993" cy="6879215"/>
          </a:xfrm>
          <a:prstGeom prst="rect">
            <a:avLst/>
          </a:prstGeom>
          <a:solidFill>
            <a:srgbClr val="7E0C6E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grpSp>
        <p:nvGrpSpPr>
          <p:cNvPr id="2" name="组合 1"/>
          <p:cNvGrpSpPr/>
          <p:nvPr/>
        </p:nvGrpSpPr>
        <p:grpSpPr>
          <a:xfrm>
            <a:off x="443680" y="789086"/>
            <a:ext cx="1385468" cy="5301047"/>
            <a:chOff x="494011" y="778476"/>
            <a:chExt cx="1847289" cy="5301047"/>
          </a:xfrm>
        </p:grpSpPr>
        <p:sp>
          <p:nvSpPr>
            <p:cNvPr id="11" name="文本框 10"/>
            <p:cNvSpPr txBox="1"/>
            <p:nvPr/>
          </p:nvSpPr>
          <p:spPr>
            <a:xfrm>
              <a:off x="1356415" y="778476"/>
              <a:ext cx="984885" cy="31115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3600" b="0" dirty="0">
                  <a:solidFill>
                    <a:schemeClr val="bg1"/>
                  </a:solidFill>
                  <a:latin typeface="华文隶书" panose="02010800040101010101" pitchFamily="2" charset="-122"/>
                  <a:ea typeface="华文隶书" panose="02010800040101010101" pitchFamily="2" charset="-122"/>
                </a:rPr>
                <a:t>允公允能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94011" y="2968023"/>
              <a:ext cx="984885" cy="31115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3600" b="0" kern="1200" dirty="0">
                  <a:solidFill>
                    <a:schemeClr val="bg1"/>
                  </a:solidFill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日新月异</a:t>
              </a:r>
            </a:p>
          </p:txBody>
        </p:sp>
      </p:grpSp>
      <p:sp>
        <p:nvSpPr>
          <p:cNvPr id="13" name="矩形 12"/>
          <p:cNvSpPr/>
          <p:nvPr/>
        </p:nvSpPr>
        <p:spPr>
          <a:xfrm>
            <a:off x="2" y="-10607"/>
            <a:ext cx="2318993" cy="6879215"/>
          </a:xfrm>
          <a:prstGeom prst="rect">
            <a:avLst/>
          </a:prstGeom>
          <a:solidFill>
            <a:srgbClr val="7E0C6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grpSp>
        <p:nvGrpSpPr>
          <p:cNvPr id="14" name="组合 13"/>
          <p:cNvGrpSpPr/>
          <p:nvPr/>
        </p:nvGrpSpPr>
        <p:grpSpPr>
          <a:xfrm>
            <a:off x="7505666" y="445445"/>
            <a:ext cx="1224971" cy="1633295"/>
            <a:chOff x="9995625" y="454847"/>
            <a:chExt cx="1737980" cy="173798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270615" y="719123"/>
              <a:ext cx="1188000" cy="1188000"/>
              <a:chOff x="9655860" y="955908"/>
              <a:chExt cx="1188000" cy="1188000"/>
            </a:xfrm>
          </p:grpSpPr>
          <p:cxnSp>
            <p:nvCxnSpPr>
              <p:cNvPr id="19" name="直接连接符 18"/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solidFill>
                  <a:srgbClr val="7E0C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 rot="16200000">
                <a:off x="10230734" y="1549908"/>
                <a:ext cx="1188000" cy="0"/>
              </a:xfrm>
              <a:prstGeom prst="line">
                <a:avLst/>
              </a:prstGeom>
              <a:ln w="38100">
                <a:solidFill>
                  <a:srgbClr val="7E0C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/>
            <p:cNvGrpSpPr/>
            <p:nvPr/>
          </p:nvGrpSpPr>
          <p:grpSpPr>
            <a:xfrm>
              <a:off x="9995625" y="454847"/>
              <a:ext cx="1737980" cy="1737980"/>
              <a:chOff x="9655860" y="963609"/>
              <a:chExt cx="1188000" cy="1188000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solidFill>
                  <a:srgbClr val="7E0C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rot="16200000">
                <a:off x="10236976" y="1557609"/>
                <a:ext cx="1188000" cy="0"/>
              </a:xfrm>
              <a:prstGeom prst="line">
                <a:avLst/>
              </a:prstGeom>
              <a:ln w="38100">
                <a:solidFill>
                  <a:srgbClr val="7E0C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矩形 20"/>
          <p:cNvSpPr/>
          <p:nvPr/>
        </p:nvSpPr>
        <p:spPr>
          <a:xfrm>
            <a:off x="2395095" y="3397971"/>
            <a:ext cx="6745778" cy="3559269"/>
          </a:xfrm>
          <a:prstGeom prst="rect">
            <a:avLst/>
          </a:prstGeom>
          <a:blipFill dpi="0" rotWithShape="1">
            <a:blip r:embed="rId3">
              <a:alphaModFix amt="1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69672736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88" r="40189"/>
          <a:stretch>
            <a:fillRect/>
          </a:stretch>
        </p:blipFill>
        <p:spPr>
          <a:xfrm>
            <a:off x="865024" y="-5304"/>
            <a:ext cx="2318993" cy="687921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865023" y="-5305"/>
            <a:ext cx="2318993" cy="6879215"/>
          </a:xfrm>
          <a:prstGeom prst="rect">
            <a:avLst/>
          </a:prstGeom>
          <a:solidFill>
            <a:srgbClr val="7E0C6E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0" name="矩形 19"/>
          <p:cNvSpPr/>
          <p:nvPr/>
        </p:nvSpPr>
        <p:spPr>
          <a:xfrm>
            <a:off x="865022" y="2"/>
            <a:ext cx="2318993" cy="6879215"/>
          </a:xfrm>
          <a:prstGeom prst="rect">
            <a:avLst/>
          </a:prstGeom>
          <a:solidFill>
            <a:srgbClr val="7E0C6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1" name="矩形 20"/>
          <p:cNvSpPr/>
          <p:nvPr/>
        </p:nvSpPr>
        <p:spPr>
          <a:xfrm>
            <a:off x="3247518" y="3813438"/>
            <a:ext cx="5896482" cy="3111155"/>
          </a:xfrm>
          <a:prstGeom prst="rect">
            <a:avLst/>
          </a:prstGeom>
          <a:blipFill dpi="0" rotWithShape="1">
            <a:blip r:embed="rId3">
              <a:alphaModFix amt="1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29" y="524139"/>
            <a:ext cx="1251523" cy="48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6237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gradFill>
          <a:gsLst>
            <a:gs pos="11000">
              <a:srgbClr val="7E0C6E">
                <a:alpha val="75000"/>
              </a:srgbClr>
            </a:gs>
            <a:gs pos="100000">
              <a:srgbClr val="7E0C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flipH="1">
            <a:off x="1260249" y="0"/>
            <a:ext cx="173903" cy="3276600"/>
            <a:chOff x="4399082" y="1624876"/>
            <a:chExt cx="231871" cy="3276600"/>
          </a:xfrm>
        </p:grpSpPr>
        <p:cxnSp>
          <p:nvCxnSpPr>
            <p:cNvPr id="11" name="直接连接符 10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矩形 4"/>
          <p:cNvSpPr/>
          <p:nvPr/>
        </p:nvSpPr>
        <p:spPr>
          <a:xfrm>
            <a:off x="5564839" y="-417609"/>
            <a:ext cx="5769913" cy="7693217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7585509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88" r="40189"/>
          <a:stretch>
            <a:fillRect/>
          </a:stretch>
        </p:blipFill>
        <p:spPr>
          <a:xfrm>
            <a:off x="6825008" y="2"/>
            <a:ext cx="2318993" cy="687921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848477" y="2"/>
            <a:ext cx="2318993" cy="6879215"/>
          </a:xfrm>
          <a:prstGeom prst="rect">
            <a:avLst/>
          </a:prstGeom>
          <a:solidFill>
            <a:srgbClr val="7E0C6E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grpSp>
        <p:nvGrpSpPr>
          <p:cNvPr id="14" name="组合 13"/>
          <p:cNvGrpSpPr/>
          <p:nvPr/>
        </p:nvGrpSpPr>
        <p:grpSpPr>
          <a:xfrm rot="16200000">
            <a:off x="344704" y="945770"/>
            <a:ext cx="1633295" cy="1224971"/>
            <a:chOff x="9995625" y="454847"/>
            <a:chExt cx="1737980" cy="173798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270615" y="719123"/>
              <a:ext cx="1188000" cy="1188000"/>
              <a:chOff x="9655860" y="955908"/>
              <a:chExt cx="1188000" cy="1188000"/>
            </a:xfrm>
          </p:grpSpPr>
          <p:cxnSp>
            <p:nvCxnSpPr>
              <p:cNvPr id="19" name="直接连接符 18"/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solidFill>
                  <a:srgbClr val="7E0C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 rot="16200000">
                <a:off x="10230734" y="1549908"/>
                <a:ext cx="1188000" cy="0"/>
              </a:xfrm>
              <a:prstGeom prst="line">
                <a:avLst/>
              </a:prstGeom>
              <a:ln w="38100">
                <a:solidFill>
                  <a:srgbClr val="7E0C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/>
            <p:cNvGrpSpPr/>
            <p:nvPr/>
          </p:nvGrpSpPr>
          <p:grpSpPr>
            <a:xfrm>
              <a:off x="9995625" y="454847"/>
              <a:ext cx="1737980" cy="1737980"/>
              <a:chOff x="9655860" y="963609"/>
              <a:chExt cx="1188000" cy="1188000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solidFill>
                  <a:srgbClr val="7E0C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rot="16200000">
                <a:off x="10236976" y="1557609"/>
                <a:ext cx="1188000" cy="0"/>
              </a:xfrm>
              <a:prstGeom prst="line">
                <a:avLst/>
              </a:prstGeom>
              <a:ln w="38100">
                <a:solidFill>
                  <a:srgbClr val="7E0C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组合 20"/>
          <p:cNvGrpSpPr/>
          <p:nvPr/>
        </p:nvGrpSpPr>
        <p:grpSpPr>
          <a:xfrm>
            <a:off x="7292157" y="789086"/>
            <a:ext cx="1385468" cy="5301047"/>
            <a:chOff x="494011" y="778476"/>
            <a:chExt cx="1847289" cy="5301047"/>
          </a:xfrm>
        </p:grpSpPr>
        <p:sp>
          <p:nvSpPr>
            <p:cNvPr id="22" name="文本框 21"/>
            <p:cNvSpPr txBox="1"/>
            <p:nvPr/>
          </p:nvSpPr>
          <p:spPr>
            <a:xfrm>
              <a:off x="1356415" y="778476"/>
              <a:ext cx="984885" cy="31115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3600" b="0" dirty="0">
                  <a:solidFill>
                    <a:schemeClr val="bg1"/>
                  </a:solidFill>
                  <a:latin typeface="华文隶书" panose="02010800040101010101" pitchFamily="2" charset="-122"/>
                  <a:ea typeface="华文隶书" panose="02010800040101010101" pitchFamily="2" charset="-122"/>
                </a:rPr>
                <a:t>允公允能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94011" y="2968023"/>
              <a:ext cx="984885" cy="31115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3600" b="0" kern="1200" dirty="0">
                  <a:solidFill>
                    <a:schemeClr val="bg1"/>
                  </a:solidFill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日新月异</a:t>
              </a:r>
            </a:p>
          </p:txBody>
        </p:sp>
      </p:grpSp>
      <p:sp>
        <p:nvSpPr>
          <p:cNvPr id="12" name="矩形 11"/>
          <p:cNvSpPr/>
          <p:nvPr/>
        </p:nvSpPr>
        <p:spPr>
          <a:xfrm>
            <a:off x="6825008" y="-10607"/>
            <a:ext cx="2318993" cy="6879215"/>
          </a:xfrm>
          <a:prstGeom prst="rect">
            <a:avLst/>
          </a:prstGeom>
          <a:solidFill>
            <a:srgbClr val="7E0C6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4" name="矩形 23"/>
          <p:cNvSpPr/>
          <p:nvPr/>
        </p:nvSpPr>
        <p:spPr>
          <a:xfrm>
            <a:off x="117766" y="3380901"/>
            <a:ext cx="6745778" cy="3559269"/>
          </a:xfrm>
          <a:prstGeom prst="rect">
            <a:avLst/>
          </a:prstGeom>
          <a:blipFill dpi="0" rotWithShape="1">
            <a:blip r:embed="rId3">
              <a:alphaModFix amt="1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3680382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组合 138"/>
          <p:cNvGrpSpPr/>
          <p:nvPr/>
        </p:nvGrpSpPr>
        <p:grpSpPr>
          <a:xfrm flipH="1">
            <a:off x="397300" y="1"/>
            <a:ext cx="63360" cy="1193800"/>
            <a:chOff x="4399082" y="1624876"/>
            <a:chExt cx="231871" cy="3276600"/>
          </a:xfrm>
        </p:grpSpPr>
        <p:cxnSp>
          <p:nvCxnSpPr>
            <p:cNvPr id="140" name="直接连接符 139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2" name="图片 1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29" y="524139"/>
            <a:ext cx="1251523" cy="481027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-23978" y="6359109"/>
            <a:ext cx="9230491" cy="224782"/>
            <a:chOff x="-31973" y="6359109"/>
            <a:chExt cx="12307321" cy="224782"/>
          </a:xfrm>
        </p:grpSpPr>
        <p:grpSp>
          <p:nvGrpSpPr>
            <p:cNvPr id="11" name="组合 10"/>
            <p:cNvGrpSpPr/>
            <p:nvPr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2" name="直接连接符 11"/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/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组合 126"/>
            <p:cNvGrpSpPr/>
            <p:nvPr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28" name="直接连接符 127"/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/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36" name="图片 135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867137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5766" y="160806"/>
            <a:ext cx="10595531" cy="6697194"/>
          </a:xfrm>
          <a:prstGeom prst="rect">
            <a:avLst/>
          </a:prstGeom>
        </p:spPr>
      </p:pic>
      <p:grpSp>
        <p:nvGrpSpPr>
          <p:cNvPr id="132" name="组合 131"/>
          <p:cNvGrpSpPr/>
          <p:nvPr/>
        </p:nvGrpSpPr>
        <p:grpSpPr>
          <a:xfrm flipH="1">
            <a:off x="397300" y="1"/>
            <a:ext cx="63360" cy="1193800"/>
            <a:chOff x="4399082" y="1624876"/>
            <a:chExt cx="231871" cy="3276600"/>
          </a:xfrm>
        </p:grpSpPr>
        <p:cxnSp>
          <p:nvCxnSpPr>
            <p:cNvPr id="133" name="直接连接符 132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5" name="图片 1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29" y="524139"/>
            <a:ext cx="1251523" cy="481027"/>
          </a:xfrm>
          <a:prstGeom prst="rect">
            <a:avLst/>
          </a:prstGeom>
        </p:spPr>
      </p:pic>
      <p:grpSp>
        <p:nvGrpSpPr>
          <p:cNvPr id="136" name="组合 135"/>
          <p:cNvGrpSpPr/>
          <p:nvPr/>
        </p:nvGrpSpPr>
        <p:grpSpPr>
          <a:xfrm>
            <a:off x="-23978" y="6359109"/>
            <a:ext cx="9230491" cy="224782"/>
            <a:chOff x="-31973" y="6359109"/>
            <a:chExt cx="12307321" cy="224782"/>
          </a:xfrm>
        </p:grpSpPr>
        <p:grpSp>
          <p:nvGrpSpPr>
            <p:cNvPr id="137" name="组合 136"/>
            <p:cNvGrpSpPr/>
            <p:nvPr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48" name="直接连接符 147"/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/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/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/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/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/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/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/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/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/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连接符 170"/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接连接符 171"/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/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连接符 174"/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/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/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 187"/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/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直接连接符 192"/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/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/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/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/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/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 201"/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/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/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/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/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接连接符 211"/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接连接符 212"/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接连接符 213"/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接连接符 214"/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接连接符 215"/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连接符 216"/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/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接连接符 218"/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 219"/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/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直接连接符 221"/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/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直接连接符 223"/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/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连接符 225"/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连接符 226"/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直接连接符 227"/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直接连接符 228"/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直接连接符 229"/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直接连接符 230"/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直接连接符 231"/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直接连接符 232"/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直接连接符 233"/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 234"/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/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直接连接符 236"/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/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接连接符 238"/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接连接符 239"/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接连接符 240"/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接连接符 241"/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接连接符 242"/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接连接符 243"/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/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直接连接符 245"/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接连接符 246"/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直接连接符 247"/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接连接符 248"/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接连接符 249"/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/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/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/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/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/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/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直接连接符 256"/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 257"/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接连接符 258"/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接连接符 259"/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接连接符 260"/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8" name="组合 137"/>
            <p:cNvGrpSpPr/>
            <p:nvPr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40" name="直接连接符 139"/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/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/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/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39" name="图片 138"/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987753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12E998-6D5D-44EC-B7FF-E1182E5B9B9D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707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1DC351-BD30-4527-90CC-11417AC9558D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819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E883FF-5A4E-4ACE-B279-348FB0AF96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50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8F9B43-83EB-4941-A6E5-35D6C2B1437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6277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6416BC-F7BC-460A-880B-AF2AF324711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26879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5EC77-BBDC-428E-8DCF-96F85AE99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C78B9E-7EF9-4889-B55F-D1CB7040E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685E71B-2767-4887-9A68-FE850F225C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5F495F7-BC2F-44C8-8C02-4C23B8C5C8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068A605-7238-4810-83E7-E5F4132254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75C301-ED0A-400A-B802-880435859A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3911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56416BC-F7BC-460A-880B-AF2AF324711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431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4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aokan.baidu.com/v?pd=wisenatural&amp;vid=12380121654543202664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hyperlink" Target="https://www.bilibili.com/video/BV1iHstefEaf?spm_id_from=333.788.videopod.sections&amp;vd_source=5b312e5aac65e2287383b8eb8444ed24" TargetMode="Externa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3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bilibili.com/video/BV1uCH1eoEYP?spm_id_from=333.788.videopod.sections" TargetMode="Externa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bilibili.com/video/BV17Y4UefEzs/" TargetMode="Externa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bilibili.com/video/BV1k44y1z7g6/?spm_id_from=333.788.videopod.sec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>
            <a:extLst>
              <a:ext uri="{FF2B5EF4-FFF2-40B4-BE49-F238E27FC236}">
                <a16:creationId xmlns:a16="http://schemas.microsoft.com/office/drawing/2014/main" id="{F45C55F9-942D-460D-B587-03D639570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66C0C4-D3B7-444E-AD2A-8C32D6A32909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CN" sz="1400"/>
          </a:p>
        </p:txBody>
      </p:sp>
      <p:sp>
        <p:nvSpPr>
          <p:cNvPr id="5195" name="矩形 5194">
            <a:extLst>
              <a:ext uri="{FF2B5EF4-FFF2-40B4-BE49-F238E27FC236}">
                <a16:creationId xmlns:a16="http://schemas.microsoft.com/office/drawing/2014/main" id="{4A4A5D68-A6C8-F4B0-03D8-70AED1B5A026}"/>
              </a:ext>
            </a:extLst>
          </p:cNvPr>
          <p:cNvSpPr/>
          <p:nvPr/>
        </p:nvSpPr>
        <p:spPr>
          <a:xfrm>
            <a:off x="1" y="-10607"/>
            <a:ext cx="2010831" cy="6879215"/>
          </a:xfrm>
          <a:prstGeom prst="rect">
            <a:avLst/>
          </a:prstGeom>
          <a:solidFill>
            <a:srgbClr val="7E0C6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196" name="组合 5195">
            <a:extLst>
              <a:ext uri="{FF2B5EF4-FFF2-40B4-BE49-F238E27FC236}">
                <a16:creationId xmlns:a16="http://schemas.microsoft.com/office/drawing/2014/main" id="{43CDDE16-7CE1-D7F9-4F25-E07759691DFC}"/>
              </a:ext>
            </a:extLst>
          </p:cNvPr>
          <p:cNvGrpSpPr/>
          <p:nvPr/>
        </p:nvGrpSpPr>
        <p:grpSpPr>
          <a:xfrm>
            <a:off x="7486652" y="23815"/>
            <a:ext cx="1633295" cy="1633295"/>
            <a:chOff x="9995625" y="454847"/>
            <a:chExt cx="1737980" cy="1737980"/>
          </a:xfrm>
        </p:grpSpPr>
        <p:grpSp>
          <p:nvGrpSpPr>
            <p:cNvPr id="5197" name="组合 5196">
              <a:extLst>
                <a:ext uri="{FF2B5EF4-FFF2-40B4-BE49-F238E27FC236}">
                  <a16:creationId xmlns:a16="http://schemas.microsoft.com/office/drawing/2014/main" id="{FBDBD257-8BBF-9929-F8B1-36FAFA5BF5E2}"/>
                </a:ext>
              </a:extLst>
            </p:cNvPr>
            <p:cNvGrpSpPr/>
            <p:nvPr/>
          </p:nvGrpSpPr>
          <p:grpSpPr>
            <a:xfrm>
              <a:off x="10270615" y="719123"/>
              <a:ext cx="1188000" cy="1188000"/>
              <a:chOff x="9655860" y="955908"/>
              <a:chExt cx="1188000" cy="1188000"/>
            </a:xfrm>
          </p:grpSpPr>
          <p:cxnSp>
            <p:nvCxnSpPr>
              <p:cNvPr id="5201" name="直接连接符 5200">
                <a:extLst>
                  <a:ext uri="{FF2B5EF4-FFF2-40B4-BE49-F238E27FC236}">
                    <a16:creationId xmlns:a16="http://schemas.microsoft.com/office/drawing/2014/main" id="{566F9626-E6C2-85A5-A583-4A871B80FAEC}"/>
                  </a:ext>
                </a:extLst>
              </p:cNvPr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solidFill>
                  <a:srgbClr val="7E0C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2" name="直接连接符 5201">
                <a:extLst>
                  <a:ext uri="{FF2B5EF4-FFF2-40B4-BE49-F238E27FC236}">
                    <a16:creationId xmlns:a16="http://schemas.microsoft.com/office/drawing/2014/main" id="{E1C81E88-74D7-9DFD-5863-C0A6E6B35225}"/>
                  </a:ext>
                </a:extLst>
              </p:cNvPr>
              <p:cNvCxnSpPr/>
              <p:nvPr/>
            </p:nvCxnSpPr>
            <p:spPr>
              <a:xfrm rot="16200000">
                <a:off x="10230734" y="1549908"/>
                <a:ext cx="1188000" cy="0"/>
              </a:xfrm>
              <a:prstGeom prst="line">
                <a:avLst/>
              </a:prstGeom>
              <a:ln w="38100">
                <a:solidFill>
                  <a:srgbClr val="7E0C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98" name="组合 5197">
              <a:extLst>
                <a:ext uri="{FF2B5EF4-FFF2-40B4-BE49-F238E27FC236}">
                  <a16:creationId xmlns:a16="http://schemas.microsoft.com/office/drawing/2014/main" id="{110192B9-93B9-1CCE-BC83-D08A55FF3331}"/>
                </a:ext>
              </a:extLst>
            </p:cNvPr>
            <p:cNvGrpSpPr/>
            <p:nvPr/>
          </p:nvGrpSpPr>
          <p:grpSpPr>
            <a:xfrm>
              <a:off x="9995625" y="454847"/>
              <a:ext cx="1737980" cy="1737980"/>
              <a:chOff x="9655860" y="963609"/>
              <a:chExt cx="1188000" cy="1188000"/>
            </a:xfrm>
          </p:grpSpPr>
          <p:cxnSp>
            <p:nvCxnSpPr>
              <p:cNvPr id="5199" name="直接连接符 5198">
                <a:extLst>
                  <a:ext uri="{FF2B5EF4-FFF2-40B4-BE49-F238E27FC236}">
                    <a16:creationId xmlns:a16="http://schemas.microsoft.com/office/drawing/2014/main" id="{4BB36BCB-0555-BB0E-7BDE-F62A2E335895}"/>
                  </a:ext>
                </a:extLst>
              </p:cNvPr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solidFill>
                  <a:srgbClr val="7E0C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0" name="直接连接符 5199">
                <a:extLst>
                  <a:ext uri="{FF2B5EF4-FFF2-40B4-BE49-F238E27FC236}">
                    <a16:creationId xmlns:a16="http://schemas.microsoft.com/office/drawing/2014/main" id="{A4CC8AAC-E687-C72B-2BCC-01686737E938}"/>
                  </a:ext>
                </a:extLst>
              </p:cNvPr>
              <p:cNvCxnSpPr/>
              <p:nvPr/>
            </p:nvCxnSpPr>
            <p:spPr>
              <a:xfrm rot="16200000">
                <a:off x="10236976" y="1557609"/>
                <a:ext cx="1188000" cy="0"/>
              </a:xfrm>
              <a:prstGeom prst="line">
                <a:avLst/>
              </a:prstGeom>
              <a:ln w="38100">
                <a:solidFill>
                  <a:srgbClr val="7E0C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204" name="矩形 5203">
            <a:extLst>
              <a:ext uri="{FF2B5EF4-FFF2-40B4-BE49-F238E27FC236}">
                <a16:creationId xmlns:a16="http://schemas.microsoft.com/office/drawing/2014/main" id="{ABB1BB5F-7242-98D3-5182-7B9732012B69}"/>
              </a:ext>
            </a:extLst>
          </p:cNvPr>
          <p:cNvSpPr/>
          <p:nvPr/>
        </p:nvSpPr>
        <p:spPr>
          <a:xfrm>
            <a:off x="1557156" y="3429002"/>
            <a:ext cx="7543301" cy="3394233"/>
          </a:xfrm>
          <a:prstGeom prst="rect">
            <a:avLst/>
          </a:prstGeom>
          <a:blipFill dpi="0" rotWithShape="1">
            <a:blip r:embed="rId2">
              <a:alphaModFix amt="1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05" name="矩形: 圆角 5204">
            <a:extLst>
              <a:ext uri="{FF2B5EF4-FFF2-40B4-BE49-F238E27FC236}">
                <a16:creationId xmlns:a16="http://schemas.microsoft.com/office/drawing/2014/main" id="{E6D887E8-63BA-61CA-3E86-8EFFD9166F66}"/>
              </a:ext>
            </a:extLst>
          </p:cNvPr>
          <p:cNvSpPr/>
          <p:nvPr/>
        </p:nvSpPr>
        <p:spPr>
          <a:xfrm>
            <a:off x="2034884" y="3724397"/>
            <a:ext cx="7109116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5206" name="图片 5205">
            <a:extLst>
              <a:ext uri="{FF2B5EF4-FFF2-40B4-BE49-F238E27FC236}">
                <a16:creationId xmlns:a16="http://schemas.microsoft.com/office/drawing/2014/main" id="{7B3B6A3C-D2F3-A940-940A-E1C3E2A98A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921" y="969318"/>
            <a:ext cx="2665029" cy="768235"/>
          </a:xfrm>
          <a:prstGeom prst="rect">
            <a:avLst/>
          </a:prstGeom>
        </p:spPr>
      </p:pic>
      <p:sp>
        <p:nvSpPr>
          <p:cNvPr id="5207" name="文本占位符 6">
            <a:extLst>
              <a:ext uri="{FF2B5EF4-FFF2-40B4-BE49-F238E27FC236}">
                <a16:creationId xmlns:a16="http://schemas.microsoft.com/office/drawing/2014/main" id="{FA61B726-E608-5FA7-590F-FE39B136D1FA}"/>
              </a:ext>
            </a:extLst>
          </p:cNvPr>
          <p:cNvSpPr txBox="1"/>
          <p:nvPr/>
        </p:nvSpPr>
        <p:spPr>
          <a:xfrm>
            <a:off x="1259632" y="1883572"/>
            <a:ext cx="8190681" cy="188671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5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3200" spc="100" dirty="0">
                <a:latin typeface="+mn-ea"/>
                <a:sym typeface="Arial" panose="020B0604020202020204" pitchFamily="34" charset="0"/>
              </a:rPr>
              <a:t>第三章 图</a:t>
            </a:r>
          </a:p>
          <a:p>
            <a:pPr algn="ctr">
              <a:lnSpc>
                <a:spcPct val="120000"/>
              </a:lnSpc>
            </a:pPr>
            <a:endParaRPr lang="zh-CN" altLang="en-US" sz="3200" spc="100" dirty="0">
              <a:latin typeface="+mn-ea"/>
              <a:sym typeface="Arial" panose="020B0604020202020204" pitchFamily="34" charset="0"/>
            </a:endParaRPr>
          </a:p>
        </p:txBody>
      </p:sp>
      <p:sp>
        <p:nvSpPr>
          <p:cNvPr id="5208" name="文本框 5207">
            <a:extLst>
              <a:ext uri="{FF2B5EF4-FFF2-40B4-BE49-F238E27FC236}">
                <a16:creationId xmlns:a16="http://schemas.microsoft.com/office/drawing/2014/main" id="{9ECF9347-9268-E6D8-995D-8CBEC83304CF}"/>
              </a:ext>
            </a:extLst>
          </p:cNvPr>
          <p:cNvSpPr txBox="1"/>
          <p:nvPr/>
        </p:nvSpPr>
        <p:spPr>
          <a:xfrm>
            <a:off x="4118848" y="4017211"/>
            <a:ext cx="2339102" cy="11413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400" dirty="0"/>
              <a:t>授课人：乔亚琼</a:t>
            </a:r>
          </a:p>
          <a:p>
            <a:pPr algn="ctr">
              <a:lnSpc>
                <a:spcPct val="150000"/>
              </a:lnSpc>
            </a:pPr>
            <a:r>
              <a:rPr kumimoji="1" lang="en-US" altLang="zh-CN" sz="2400" dirty="0"/>
              <a:t>2025</a:t>
            </a:r>
            <a:r>
              <a:rPr kumimoji="1" lang="zh-CN" altLang="en-US" sz="2400" dirty="0"/>
              <a:t>年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34D80-DD63-A752-F2D6-96B745A6F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03D2BF2D-E97B-9D5B-0622-45963D58C0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3.1 基本定义与应用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471D863E-9F1D-07F4-832E-A11AFA27A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chemeClr val="accent4">
                  <a:lumMod val="75000"/>
                </a:schemeClr>
              </a:buClr>
            </a:pPr>
            <a:r>
              <a:rPr lang="zh-CN" altLang="en-US" sz="3200" dirty="0"/>
              <a:t>无向图 </a:t>
            </a:r>
            <a:r>
              <a:rPr lang="en-US" altLang="zh-CN" sz="3200" dirty="0"/>
              <a:t>G = (V, E)</a:t>
            </a:r>
          </a:p>
          <a:p>
            <a:pPr marL="857250" lvl="1" indent="-51435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800" dirty="0"/>
              <a:t>V = </a:t>
            </a:r>
            <a:r>
              <a:rPr lang="zh-CN" altLang="en-US" sz="2800" dirty="0"/>
              <a:t>顶点</a:t>
            </a:r>
          </a:p>
          <a:p>
            <a:pPr marL="857250" lvl="1" indent="-51435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800" dirty="0"/>
              <a:t>E = </a:t>
            </a:r>
            <a:r>
              <a:rPr lang="zh-CN" altLang="en-US" sz="2800" dirty="0"/>
              <a:t>边，反映顶点之间的关系</a:t>
            </a:r>
          </a:p>
          <a:p>
            <a:pPr marL="857250" lvl="1" indent="-51435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800" dirty="0"/>
              <a:t>图参数:  </a:t>
            </a:r>
            <a:r>
              <a:rPr lang="en-US" altLang="zh-CN" sz="2800" dirty="0"/>
              <a:t>n = |V|, m = |E|.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5122" name="灯片编号占位符 5">
            <a:extLst>
              <a:ext uri="{FF2B5EF4-FFF2-40B4-BE49-F238E27FC236}">
                <a16:creationId xmlns:a16="http://schemas.microsoft.com/office/drawing/2014/main" id="{62A6CB41-E8B6-1C20-BD41-3C613AA8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66C0C4-D3B7-444E-AD2A-8C32D6A32909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1E9113B-F068-56E2-990C-9544D3B158B2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B43645BF-5FE0-DD05-F95C-417BD0496DE6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C71836A-788D-2B2E-DE29-DB5EEC8D6B86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9BAF6EC-7FFB-D86F-9DE5-ADAB6330FD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B1767DD-E2B1-9525-F1C9-6F9593CBC223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B8117E7-380E-4D2F-E5F8-886A692C7638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CCFD6CB5-C5E2-4BCF-7F9F-95A15176A663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B49CC923-B5EE-71A5-8D9E-6F0872642839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BD473FA4-1980-2501-CAF3-3198F97EDCA4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87EDC89A-2568-E94D-3C74-AB96B688D327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78EAB9E-7DFE-0E1F-3991-0D10EEF8BBDB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A3A12E37-39F7-103C-B533-738F2AE873C5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7EC03773-D135-C75E-787D-452EF65E2390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1E45958D-28D5-2DF0-6B3E-4639D460DB4A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52E47D5B-79FE-4E9D-4B58-72FCD49E677D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BC1F0FED-053C-B886-69A2-DD7D71C3BB69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575C4E66-7D49-2D5A-665E-828B4998FA97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2777484D-1393-3EDA-CED1-2EC465ADA533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D9653A3-598B-84C0-F6E9-305476B9DC07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C9B3B020-20A9-5FD2-6E68-CD45CC721660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D8691E5A-9049-A7CC-BB22-540E8A2F99FA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6A8C1507-9383-1AFE-AE21-0F0B22351C32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33BFBDEF-8AB3-4BA8-2326-5F3AA918719B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BF9E8367-66AF-1796-35E3-DE9B00448E4F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66D67C22-F8E1-1056-1495-298ABBF3990A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3C37E506-E6A0-E767-C1D4-6202951EE509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55C1C9A2-9C1D-61F0-7471-D6FECDEA5ED6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B12CF288-74E1-1C22-8820-BB183A32711A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44D385E3-11B0-2FEF-694A-3FCDADB6909C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2C8F5255-6B46-A2E1-FC12-247A1DB5639E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309D6224-67FF-7E88-156E-77AB27384FE8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35D70BF3-8E81-403E-83F3-ED66C9D4EE6E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01D46B0F-7D41-6BBA-1C32-40D189EF7A34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7C1D0E6B-ED22-A236-0B52-91CE641DC063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E2659432-45D7-ECA7-7590-EA159C1F70FD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945F44E1-EA2A-BA95-FD74-914AA5A89155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EA9B5535-8E08-5551-5104-9A3D308AB6E2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0BEEA6B0-B409-96D2-A609-C6F994565002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BE20F6EB-788F-0B05-5F64-0605B5F0C8E7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B3A62E85-2B25-882E-03EA-5BB5C231CA80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31FA7778-EB1A-A83C-7C44-D9D8FE270135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73204DB6-9093-FCAA-DEE0-D1D40CC50A4A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DCDE7A92-A4BC-06B7-649B-2AB9BE7B80B7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79B42C48-66AC-D1A3-1415-9B56A2610684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B76D8708-8F45-E990-6BA8-889AEEEC82A6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C081ED15-1EA6-6486-6DB7-B52EC2FC632F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EFC50005-E0C5-FE96-75A6-4C32A9C5568C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556585E0-A7F4-083D-46A1-E23AADF03FF3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3F0E5ECE-F362-AB48-E2CA-0A8191BB4611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03E0B2B3-5880-9846-2175-63ED1397815D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AB59F2F0-00BD-416C-6279-B32ADC1923F5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8C5263EF-FDD7-85A2-6BA7-66C60943E41D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0" name="直接连接符 5119">
                <a:extLst>
                  <a:ext uri="{FF2B5EF4-FFF2-40B4-BE49-F238E27FC236}">
                    <a16:creationId xmlns:a16="http://schemas.microsoft.com/office/drawing/2014/main" id="{DE3FD222-BA8F-3D16-2489-939BABA9A26C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1" name="直接连接符 5120">
                <a:extLst>
                  <a:ext uri="{FF2B5EF4-FFF2-40B4-BE49-F238E27FC236}">
                    <a16:creationId xmlns:a16="http://schemas.microsoft.com/office/drawing/2014/main" id="{12CE21B1-5A45-7263-DF82-6927A96251C9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5" name="直接连接符 5124">
                <a:extLst>
                  <a:ext uri="{FF2B5EF4-FFF2-40B4-BE49-F238E27FC236}">
                    <a16:creationId xmlns:a16="http://schemas.microsoft.com/office/drawing/2014/main" id="{DF4E4B83-AD26-8895-B46B-5775AC0FA204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6" name="直接连接符 5125">
                <a:extLst>
                  <a:ext uri="{FF2B5EF4-FFF2-40B4-BE49-F238E27FC236}">
                    <a16:creationId xmlns:a16="http://schemas.microsoft.com/office/drawing/2014/main" id="{399F6847-16E6-3748-0DCA-662375A5FBC2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7" name="直接连接符 5126">
                <a:extLst>
                  <a:ext uri="{FF2B5EF4-FFF2-40B4-BE49-F238E27FC236}">
                    <a16:creationId xmlns:a16="http://schemas.microsoft.com/office/drawing/2014/main" id="{6D759680-3872-83CF-64F2-504E7178F77F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8" name="直接连接符 5127">
                <a:extLst>
                  <a:ext uri="{FF2B5EF4-FFF2-40B4-BE49-F238E27FC236}">
                    <a16:creationId xmlns:a16="http://schemas.microsoft.com/office/drawing/2014/main" id="{03A258DB-0008-F0C3-4187-45612CC72BAA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9" name="直接连接符 5128">
                <a:extLst>
                  <a:ext uri="{FF2B5EF4-FFF2-40B4-BE49-F238E27FC236}">
                    <a16:creationId xmlns:a16="http://schemas.microsoft.com/office/drawing/2014/main" id="{F9ABA0FA-7BC5-1865-20FA-FCEED89A7A05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0" name="直接连接符 5129">
                <a:extLst>
                  <a:ext uri="{FF2B5EF4-FFF2-40B4-BE49-F238E27FC236}">
                    <a16:creationId xmlns:a16="http://schemas.microsoft.com/office/drawing/2014/main" id="{3D65425F-B393-D322-C6F7-1FB360651E51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1" name="直接连接符 5130">
                <a:extLst>
                  <a:ext uri="{FF2B5EF4-FFF2-40B4-BE49-F238E27FC236}">
                    <a16:creationId xmlns:a16="http://schemas.microsoft.com/office/drawing/2014/main" id="{A3FF7E7F-5FBF-2029-D5F0-0BF4D93082A9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2" name="直接连接符 5131">
                <a:extLst>
                  <a:ext uri="{FF2B5EF4-FFF2-40B4-BE49-F238E27FC236}">
                    <a16:creationId xmlns:a16="http://schemas.microsoft.com/office/drawing/2014/main" id="{75674BD9-3AAE-3F18-B416-B7E29B326F17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3" name="直接连接符 5132">
                <a:extLst>
                  <a:ext uri="{FF2B5EF4-FFF2-40B4-BE49-F238E27FC236}">
                    <a16:creationId xmlns:a16="http://schemas.microsoft.com/office/drawing/2014/main" id="{ECAB4C11-0317-38FE-8D8A-F60B5022205C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4" name="直接连接符 5133">
                <a:extLst>
                  <a:ext uri="{FF2B5EF4-FFF2-40B4-BE49-F238E27FC236}">
                    <a16:creationId xmlns:a16="http://schemas.microsoft.com/office/drawing/2014/main" id="{D33DA679-2832-42DD-6FE4-30F2F804285E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5" name="直接连接符 5134">
                <a:extLst>
                  <a:ext uri="{FF2B5EF4-FFF2-40B4-BE49-F238E27FC236}">
                    <a16:creationId xmlns:a16="http://schemas.microsoft.com/office/drawing/2014/main" id="{4F91CC5D-1B21-9A2C-98E8-7FC43613ED44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6" name="直接连接符 5135">
                <a:extLst>
                  <a:ext uri="{FF2B5EF4-FFF2-40B4-BE49-F238E27FC236}">
                    <a16:creationId xmlns:a16="http://schemas.microsoft.com/office/drawing/2014/main" id="{1DAFC355-8D1F-50E0-64D4-01588E140D36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7" name="直接连接符 5136">
                <a:extLst>
                  <a:ext uri="{FF2B5EF4-FFF2-40B4-BE49-F238E27FC236}">
                    <a16:creationId xmlns:a16="http://schemas.microsoft.com/office/drawing/2014/main" id="{DCB12BB0-7E1B-7D19-A807-FBBD8A7F3093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8" name="直接连接符 5137">
                <a:extLst>
                  <a:ext uri="{FF2B5EF4-FFF2-40B4-BE49-F238E27FC236}">
                    <a16:creationId xmlns:a16="http://schemas.microsoft.com/office/drawing/2014/main" id="{4449A4E8-403B-6EC9-1763-311EC1E34935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9" name="直接连接符 5138">
                <a:extLst>
                  <a:ext uri="{FF2B5EF4-FFF2-40B4-BE49-F238E27FC236}">
                    <a16:creationId xmlns:a16="http://schemas.microsoft.com/office/drawing/2014/main" id="{43B42734-C339-370D-8138-D6AC7E556557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0" name="直接连接符 5139">
                <a:extLst>
                  <a:ext uri="{FF2B5EF4-FFF2-40B4-BE49-F238E27FC236}">
                    <a16:creationId xmlns:a16="http://schemas.microsoft.com/office/drawing/2014/main" id="{63A77F5E-6FC7-0211-F4E5-B73C1C3B1DBC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1" name="直接连接符 5140">
                <a:extLst>
                  <a:ext uri="{FF2B5EF4-FFF2-40B4-BE49-F238E27FC236}">
                    <a16:creationId xmlns:a16="http://schemas.microsoft.com/office/drawing/2014/main" id="{14B15B35-1521-32B1-B49F-762E870501DB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2" name="直接连接符 5141">
                <a:extLst>
                  <a:ext uri="{FF2B5EF4-FFF2-40B4-BE49-F238E27FC236}">
                    <a16:creationId xmlns:a16="http://schemas.microsoft.com/office/drawing/2014/main" id="{47AC8CB4-AF46-4AAC-1FA5-B24214BE6E9C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3" name="直接连接符 5142">
                <a:extLst>
                  <a:ext uri="{FF2B5EF4-FFF2-40B4-BE49-F238E27FC236}">
                    <a16:creationId xmlns:a16="http://schemas.microsoft.com/office/drawing/2014/main" id="{AEDA90B7-6D31-FC7B-9E00-4AAC99F0784E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4" name="直接连接符 5143">
                <a:extLst>
                  <a:ext uri="{FF2B5EF4-FFF2-40B4-BE49-F238E27FC236}">
                    <a16:creationId xmlns:a16="http://schemas.microsoft.com/office/drawing/2014/main" id="{BC7207DC-BEE2-8DD2-E625-A59FCC93A2CB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5" name="直接连接符 5144">
                <a:extLst>
                  <a:ext uri="{FF2B5EF4-FFF2-40B4-BE49-F238E27FC236}">
                    <a16:creationId xmlns:a16="http://schemas.microsoft.com/office/drawing/2014/main" id="{37758B0F-2554-ED82-AF26-54EF504B4B43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6" name="直接连接符 5145">
                <a:extLst>
                  <a:ext uri="{FF2B5EF4-FFF2-40B4-BE49-F238E27FC236}">
                    <a16:creationId xmlns:a16="http://schemas.microsoft.com/office/drawing/2014/main" id="{D6F80565-626E-3F22-11B0-11B2881C697E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7" name="直接连接符 5146">
                <a:extLst>
                  <a:ext uri="{FF2B5EF4-FFF2-40B4-BE49-F238E27FC236}">
                    <a16:creationId xmlns:a16="http://schemas.microsoft.com/office/drawing/2014/main" id="{0608E7F1-A5C6-B181-5957-5B44D2C70CA9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8" name="直接连接符 5147">
                <a:extLst>
                  <a:ext uri="{FF2B5EF4-FFF2-40B4-BE49-F238E27FC236}">
                    <a16:creationId xmlns:a16="http://schemas.microsoft.com/office/drawing/2014/main" id="{5F5B859E-8F1C-1E7A-FCB5-64BB7579B8D8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9" name="直接连接符 5148">
                <a:extLst>
                  <a:ext uri="{FF2B5EF4-FFF2-40B4-BE49-F238E27FC236}">
                    <a16:creationId xmlns:a16="http://schemas.microsoft.com/office/drawing/2014/main" id="{EC0FDF36-327B-E743-9DB7-A655E40B159B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0" name="直接连接符 5149">
                <a:extLst>
                  <a:ext uri="{FF2B5EF4-FFF2-40B4-BE49-F238E27FC236}">
                    <a16:creationId xmlns:a16="http://schemas.microsoft.com/office/drawing/2014/main" id="{E93CFEC5-7FDB-B06E-5C04-4331281AC3B1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1" name="直接连接符 5150">
                <a:extLst>
                  <a:ext uri="{FF2B5EF4-FFF2-40B4-BE49-F238E27FC236}">
                    <a16:creationId xmlns:a16="http://schemas.microsoft.com/office/drawing/2014/main" id="{8BC131DE-1B40-BC66-62E4-46B80AF13558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2" name="直接连接符 5151">
                <a:extLst>
                  <a:ext uri="{FF2B5EF4-FFF2-40B4-BE49-F238E27FC236}">
                    <a16:creationId xmlns:a16="http://schemas.microsoft.com/office/drawing/2014/main" id="{4CE79614-8BEC-F35C-888F-E20593764DC9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3" name="直接连接符 5152">
                <a:extLst>
                  <a:ext uri="{FF2B5EF4-FFF2-40B4-BE49-F238E27FC236}">
                    <a16:creationId xmlns:a16="http://schemas.microsoft.com/office/drawing/2014/main" id="{F9F56316-E441-DD64-069E-4477AFA34CB4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4" name="直接连接符 5153">
                <a:extLst>
                  <a:ext uri="{FF2B5EF4-FFF2-40B4-BE49-F238E27FC236}">
                    <a16:creationId xmlns:a16="http://schemas.microsoft.com/office/drawing/2014/main" id="{CF2D27AF-380C-1BDA-7C73-AD9EAE17BDB9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5" name="直接连接符 5154">
                <a:extLst>
                  <a:ext uri="{FF2B5EF4-FFF2-40B4-BE49-F238E27FC236}">
                    <a16:creationId xmlns:a16="http://schemas.microsoft.com/office/drawing/2014/main" id="{334D2363-47D8-F6DE-DD8A-5A1B3CF1C2B3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6" name="直接连接符 5155">
                <a:extLst>
                  <a:ext uri="{FF2B5EF4-FFF2-40B4-BE49-F238E27FC236}">
                    <a16:creationId xmlns:a16="http://schemas.microsoft.com/office/drawing/2014/main" id="{ABDDBD01-C41C-FEDB-508C-50EE9BD80A17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7" name="直接连接符 5156">
                <a:extLst>
                  <a:ext uri="{FF2B5EF4-FFF2-40B4-BE49-F238E27FC236}">
                    <a16:creationId xmlns:a16="http://schemas.microsoft.com/office/drawing/2014/main" id="{B3CB6962-0388-8A2A-B874-88A444FCED22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8" name="直接连接符 5157">
                <a:extLst>
                  <a:ext uri="{FF2B5EF4-FFF2-40B4-BE49-F238E27FC236}">
                    <a16:creationId xmlns:a16="http://schemas.microsoft.com/office/drawing/2014/main" id="{CE2BCB89-820F-A5AD-338F-431FBB3E84DB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9" name="直接连接符 5158">
                <a:extLst>
                  <a:ext uri="{FF2B5EF4-FFF2-40B4-BE49-F238E27FC236}">
                    <a16:creationId xmlns:a16="http://schemas.microsoft.com/office/drawing/2014/main" id="{9B9DB44E-C209-0473-2D62-E00F07B3B3E9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0" name="直接连接符 5159">
                <a:extLst>
                  <a:ext uri="{FF2B5EF4-FFF2-40B4-BE49-F238E27FC236}">
                    <a16:creationId xmlns:a16="http://schemas.microsoft.com/office/drawing/2014/main" id="{EF63D0DC-2562-DED1-7BD4-6831BD93DA90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1" name="直接连接符 5160">
                <a:extLst>
                  <a:ext uri="{FF2B5EF4-FFF2-40B4-BE49-F238E27FC236}">
                    <a16:creationId xmlns:a16="http://schemas.microsoft.com/office/drawing/2014/main" id="{F22F393A-215F-E0C3-9D81-10912BFEF0A2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2" name="直接连接符 5161">
                <a:extLst>
                  <a:ext uri="{FF2B5EF4-FFF2-40B4-BE49-F238E27FC236}">
                    <a16:creationId xmlns:a16="http://schemas.microsoft.com/office/drawing/2014/main" id="{7C3111A9-7670-5C4F-2CFE-71EE7C000F06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3" name="直接连接符 5162">
                <a:extLst>
                  <a:ext uri="{FF2B5EF4-FFF2-40B4-BE49-F238E27FC236}">
                    <a16:creationId xmlns:a16="http://schemas.microsoft.com/office/drawing/2014/main" id="{936DCDE1-98BE-4FCB-C092-CA383F1A2EB5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4" name="直接连接符 5163">
                <a:extLst>
                  <a:ext uri="{FF2B5EF4-FFF2-40B4-BE49-F238E27FC236}">
                    <a16:creationId xmlns:a16="http://schemas.microsoft.com/office/drawing/2014/main" id="{3A7730EE-502D-B724-1A6D-CB0B53271B50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5" name="直接连接符 5164">
                <a:extLst>
                  <a:ext uri="{FF2B5EF4-FFF2-40B4-BE49-F238E27FC236}">
                    <a16:creationId xmlns:a16="http://schemas.microsoft.com/office/drawing/2014/main" id="{D200FD48-313B-74FE-4A57-C08470A2F8FF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6" name="直接连接符 5165">
                <a:extLst>
                  <a:ext uri="{FF2B5EF4-FFF2-40B4-BE49-F238E27FC236}">
                    <a16:creationId xmlns:a16="http://schemas.microsoft.com/office/drawing/2014/main" id="{A3A1B827-D941-2B5A-F689-73CE6D4FC224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7" name="直接连接符 5166">
                <a:extLst>
                  <a:ext uri="{FF2B5EF4-FFF2-40B4-BE49-F238E27FC236}">
                    <a16:creationId xmlns:a16="http://schemas.microsoft.com/office/drawing/2014/main" id="{C201C50E-D80B-4223-75AA-B00E7A99673D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8" name="直接连接符 5167">
                <a:extLst>
                  <a:ext uri="{FF2B5EF4-FFF2-40B4-BE49-F238E27FC236}">
                    <a16:creationId xmlns:a16="http://schemas.microsoft.com/office/drawing/2014/main" id="{D3F2B506-24E5-F703-9B55-01381302EFCA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9" name="直接连接符 5168">
                <a:extLst>
                  <a:ext uri="{FF2B5EF4-FFF2-40B4-BE49-F238E27FC236}">
                    <a16:creationId xmlns:a16="http://schemas.microsoft.com/office/drawing/2014/main" id="{DD1C5417-4911-213C-54AB-E1592E97BB66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0" name="直接连接符 5169">
                <a:extLst>
                  <a:ext uri="{FF2B5EF4-FFF2-40B4-BE49-F238E27FC236}">
                    <a16:creationId xmlns:a16="http://schemas.microsoft.com/office/drawing/2014/main" id="{F68B15DD-BAE8-2F37-F996-4DC7DCC93913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1" name="直接连接符 5170">
                <a:extLst>
                  <a:ext uri="{FF2B5EF4-FFF2-40B4-BE49-F238E27FC236}">
                    <a16:creationId xmlns:a16="http://schemas.microsoft.com/office/drawing/2014/main" id="{D09BC84D-9EF8-03F2-13AE-89529682DBA4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2" name="直接连接符 5171">
                <a:extLst>
                  <a:ext uri="{FF2B5EF4-FFF2-40B4-BE49-F238E27FC236}">
                    <a16:creationId xmlns:a16="http://schemas.microsoft.com/office/drawing/2014/main" id="{ED022F25-06DD-48DE-43DE-174E444835E7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3" name="直接连接符 5172">
                <a:extLst>
                  <a:ext uri="{FF2B5EF4-FFF2-40B4-BE49-F238E27FC236}">
                    <a16:creationId xmlns:a16="http://schemas.microsoft.com/office/drawing/2014/main" id="{4804B1C2-6A37-929D-3448-7786EE81EEF2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4" name="直接连接符 5173">
                <a:extLst>
                  <a:ext uri="{FF2B5EF4-FFF2-40B4-BE49-F238E27FC236}">
                    <a16:creationId xmlns:a16="http://schemas.microsoft.com/office/drawing/2014/main" id="{360945D0-09E0-122D-0C4D-2DFF82A30618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5" name="直接连接符 5174">
                <a:extLst>
                  <a:ext uri="{FF2B5EF4-FFF2-40B4-BE49-F238E27FC236}">
                    <a16:creationId xmlns:a16="http://schemas.microsoft.com/office/drawing/2014/main" id="{8C5A7E21-D6F1-4993-4032-2EDB294A41F6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6" name="直接连接符 5175">
                <a:extLst>
                  <a:ext uri="{FF2B5EF4-FFF2-40B4-BE49-F238E27FC236}">
                    <a16:creationId xmlns:a16="http://schemas.microsoft.com/office/drawing/2014/main" id="{E0D8DA5C-E0D7-B4C0-CDFA-15637A9D7395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7" name="直接连接符 5176">
                <a:extLst>
                  <a:ext uri="{FF2B5EF4-FFF2-40B4-BE49-F238E27FC236}">
                    <a16:creationId xmlns:a16="http://schemas.microsoft.com/office/drawing/2014/main" id="{3F4B8045-5AB7-DD97-4D2D-8D2C444779FB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8" name="直接连接符 5177">
                <a:extLst>
                  <a:ext uri="{FF2B5EF4-FFF2-40B4-BE49-F238E27FC236}">
                    <a16:creationId xmlns:a16="http://schemas.microsoft.com/office/drawing/2014/main" id="{94E659FF-BB05-9150-922B-FF57F47B1EC1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9" name="直接连接符 5178">
                <a:extLst>
                  <a:ext uri="{FF2B5EF4-FFF2-40B4-BE49-F238E27FC236}">
                    <a16:creationId xmlns:a16="http://schemas.microsoft.com/office/drawing/2014/main" id="{6A1930A0-948F-EFF2-5386-04CE4591B7FE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0" name="直接连接符 5179">
                <a:extLst>
                  <a:ext uri="{FF2B5EF4-FFF2-40B4-BE49-F238E27FC236}">
                    <a16:creationId xmlns:a16="http://schemas.microsoft.com/office/drawing/2014/main" id="{EE313053-ABC0-601D-5A04-4EAF0DB4A59B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1" name="直接连接符 5180">
                <a:extLst>
                  <a:ext uri="{FF2B5EF4-FFF2-40B4-BE49-F238E27FC236}">
                    <a16:creationId xmlns:a16="http://schemas.microsoft.com/office/drawing/2014/main" id="{769F787E-9AF8-DBE4-9772-9EAA04199C32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2" name="直接连接符 5181">
                <a:extLst>
                  <a:ext uri="{FF2B5EF4-FFF2-40B4-BE49-F238E27FC236}">
                    <a16:creationId xmlns:a16="http://schemas.microsoft.com/office/drawing/2014/main" id="{B0DB75E5-5BA9-D4EB-CA57-757E100AC0A2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3" name="直接连接符 5182">
                <a:extLst>
                  <a:ext uri="{FF2B5EF4-FFF2-40B4-BE49-F238E27FC236}">
                    <a16:creationId xmlns:a16="http://schemas.microsoft.com/office/drawing/2014/main" id="{906DF927-E579-EFEC-3FC7-906B25D9C8D1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4" name="直接连接符 5183">
                <a:extLst>
                  <a:ext uri="{FF2B5EF4-FFF2-40B4-BE49-F238E27FC236}">
                    <a16:creationId xmlns:a16="http://schemas.microsoft.com/office/drawing/2014/main" id="{8C553A4D-7D78-112C-B632-76961F50B0CE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5" name="直接连接符 5184">
                <a:extLst>
                  <a:ext uri="{FF2B5EF4-FFF2-40B4-BE49-F238E27FC236}">
                    <a16:creationId xmlns:a16="http://schemas.microsoft.com/office/drawing/2014/main" id="{B80B176E-5176-6403-B861-51DBFBEB38C2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6" name="直接连接符 5185">
                <a:extLst>
                  <a:ext uri="{FF2B5EF4-FFF2-40B4-BE49-F238E27FC236}">
                    <a16:creationId xmlns:a16="http://schemas.microsoft.com/office/drawing/2014/main" id="{264ECF50-BA46-15E0-BC1D-FC984E7761B2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7" name="直接连接符 5186">
                <a:extLst>
                  <a:ext uri="{FF2B5EF4-FFF2-40B4-BE49-F238E27FC236}">
                    <a16:creationId xmlns:a16="http://schemas.microsoft.com/office/drawing/2014/main" id="{B77CF252-9DC4-B57C-3BF2-423DB9D7D9EF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8" name="直接连接符 5187">
                <a:extLst>
                  <a:ext uri="{FF2B5EF4-FFF2-40B4-BE49-F238E27FC236}">
                    <a16:creationId xmlns:a16="http://schemas.microsoft.com/office/drawing/2014/main" id="{0EBFA5EA-D057-3A38-881B-2E2BDF09D57D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9" name="直接连接符 5188">
                <a:extLst>
                  <a:ext uri="{FF2B5EF4-FFF2-40B4-BE49-F238E27FC236}">
                    <a16:creationId xmlns:a16="http://schemas.microsoft.com/office/drawing/2014/main" id="{72F39A08-46F2-33BA-8C7C-D64AB0021544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0" name="直接连接符 5189">
                <a:extLst>
                  <a:ext uri="{FF2B5EF4-FFF2-40B4-BE49-F238E27FC236}">
                    <a16:creationId xmlns:a16="http://schemas.microsoft.com/office/drawing/2014/main" id="{B0F6BAF4-065B-4BFB-62A2-EDA6EE636406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A9BA5F7-8FE5-2F61-96A6-1287BF2DAA1A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1BAB97BE-CA9A-E044-FF96-5D2168A0FCA1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296938D4-F29B-F0C5-97B3-E24C1E828A5D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F6CBD918-6B31-F0D4-8ACB-407047FE1EB0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5EEF4B9A-6FA6-9295-F887-6F63EA27DF8A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33DDBBDB-47AE-D5F1-BB54-E3F0EFBD935F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96CD2F65-B02A-2A21-C419-084DFE594DA0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EF1AA240-2E74-9522-460B-28664FF09127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B244580B-2839-CAC3-F2CD-5E9A10F0E4DC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3B00470-1A94-F889-1B71-1F26EA91D1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  <p:sp>
        <p:nvSpPr>
          <p:cNvPr id="5191" name="矩形: 圆角 5190">
            <a:extLst>
              <a:ext uri="{FF2B5EF4-FFF2-40B4-BE49-F238E27FC236}">
                <a16:creationId xmlns:a16="http://schemas.microsoft.com/office/drawing/2014/main" id="{C9B32448-FC9C-F7E1-4E05-DE8815FA738F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372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D4F2227A-EE9B-46C3-B1A1-64363B0036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3.1 基本定义与应用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45CEF78-8336-4643-B223-86C283D80D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4901" y="1483692"/>
            <a:ext cx="7772400" cy="4114800"/>
          </a:xfrm>
        </p:spPr>
        <p:txBody>
          <a:bodyPr/>
          <a:lstStyle/>
          <a:p>
            <a:pPr eaLnBrk="1" hangingPunct="1">
              <a:buClr>
                <a:schemeClr val="accent5">
                  <a:lumMod val="75000"/>
                </a:schemeClr>
              </a:buClr>
            </a:pPr>
            <a:r>
              <a:rPr lang="zh-CN" altLang="en-US" sz="2400" dirty="0"/>
              <a:t>例子</a:t>
            </a:r>
          </a:p>
        </p:txBody>
      </p:sp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C39074E9-75A5-4A74-A219-74BE7AFB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E66282-9391-4E3A-8371-58B695C602D9}" type="slidenum">
              <a:rPr kumimoji="0" lang="zh-CN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CN" sz="1600"/>
          </a:p>
        </p:txBody>
      </p:sp>
      <p:pic>
        <p:nvPicPr>
          <p:cNvPr id="6149" name="Picture 4" descr="kleinberg_03F02">
            <a:extLst>
              <a:ext uri="{FF2B5EF4-FFF2-40B4-BE49-F238E27FC236}">
                <a16:creationId xmlns:a16="http://schemas.microsoft.com/office/drawing/2014/main" id="{5B6329B6-7B84-4E93-80D0-D9AB30B2EAEF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00" r="45515" b="20930"/>
          <a:stretch>
            <a:fillRect/>
          </a:stretch>
        </p:blipFill>
        <p:spPr bwMode="auto">
          <a:xfrm>
            <a:off x="3082949" y="3449030"/>
            <a:ext cx="2736304" cy="2907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50" name="Rectangle 5">
            <a:extLst>
              <a:ext uri="{FF2B5EF4-FFF2-40B4-BE49-F238E27FC236}">
                <a16:creationId xmlns:a16="http://schemas.microsoft.com/office/drawing/2014/main" id="{EEDA85B8-7C36-457E-92E4-2A70E98C6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699" y="2003108"/>
            <a:ext cx="7646324" cy="2247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rgbClr val="003399"/>
              </a:buClr>
              <a:buSzPct val="50000"/>
              <a:buNone/>
            </a:pPr>
            <a:r>
              <a:rPr lang="en-US" altLang="zh-CN" sz="2400" dirty="0">
                <a:latin typeface="Comic Sans MS" panose="030F0702030302020204" pitchFamily="66" charset="0"/>
              </a:rPr>
              <a:t>V = { 1, 2, 3, 4, 5, 6, 7, 8 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3399"/>
              </a:buClr>
              <a:buSzPct val="50000"/>
              <a:buNone/>
            </a:pPr>
            <a:r>
              <a:rPr lang="en-US" altLang="zh-CN" sz="2400" dirty="0">
                <a:latin typeface="Comic Sans MS" panose="030F0702030302020204" pitchFamily="66" charset="0"/>
              </a:rPr>
              <a:t>E = { 1-2, 1-3, 2-3, 2-4, 2-5, 3-5, 3-7, 3-8, 4-5, 5-6 </a:t>
            </a:r>
            <a:br>
              <a:rPr lang="en-US" altLang="zh-CN" sz="2400" dirty="0">
                <a:latin typeface="Comic Sans MS" panose="030F0702030302020204" pitchFamily="66" charset="0"/>
              </a:rPr>
            </a:br>
            <a:r>
              <a:rPr lang="en-US" altLang="zh-CN" sz="2400" dirty="0">
                <a:latin typeface="Comic Sans MS" panose="030F0702030302020204" pitchFamily="66" charset="0"/>
              </a:rPr>
              <a:t>n = 8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3399"/>
              </a:buClr>
              <a:buSzPct val="50000"/>
              <a:buNone/>
            </a:pPr>
            <a:r>
              <a:rPr lang="en-US" altLang="zh-CN" sz="2400" dirty="0">
                <a:latin typeface="Comic Sans MS" panose="030F0702030302020204" pitchFamily="66" charset="0"/>
              </a:rPr>
              <a:t>m = 11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94641D4-8997-3291-0BDD-7459FF927AA8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89CFF70-FF1F-E967-A60E-B3FCFA6E12E3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811EB90E-6F21-74A7-2DC3-D0E61FA8570E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4E6947E-CA29-8C30-0D59-011471539A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7DFEB8F1-2818-BC2A-D117-6DF161133317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F462062-0C7F-5790-AE8A-4B6CCFB582B9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7555F72-0652-DF63-F128-7D3742B54B75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25D6E6D7-BF2B-2F8A-F2E3-86E52C098678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7771278F-250E-F76E-413F-24DAC2DA892E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E7643F09-8024-A84C-6EC6-E773BA057CB7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455FE520-71B4-93DC-56D7-BF556102A3EC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48E92E06-5C7C-2427-A6A2-7B208C02B1AA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DC5C1E58-8959-8040-25E6-FF82C5430444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478C2830-36CA-4536-FA3C-1153DE0E6382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E0C9B56A-630C-BBA8-6FAB-76B9892A2C15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4EBFEC9D-40D8-EA7C-5D2E-E1555EE31FD9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FEBDD480-F809-833B-86E9-161E9F08623D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46158B01-6993-B112-9F54-34C3C48AA5F6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1248905-9E25-A3B2-F258-FB4B92E49E04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AD23D1B1-6544-2A5F-F196-B9299349C9DB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7A7C7147-FA28-EFF6-6C59-E98219CF029D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67EE0682-FFB5-9CB8-D9AB-ACB1101D7143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193A072B-54FE-41FA-00D8-B11F540AFF45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A0A388B2-2BB6-F6DA-2C2A-428642179016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4FFBB981-69F1-8882-D152-B1C3260AF0DE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E426DBA4-3EDE-42D6-1249-7376F579A82E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47B81938-A72C-48AD-F370-61500C3B2AF3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E0FBD3F7-F749-DA25-1E35-C0C18D6F4EB5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4E051092-7284-8486-2CED-29DB6AA04314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ABBCA552-0FA8-4ACC-C4F4-A84EB23898E0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9CEE2FF7-0DBC-7098-06A5-77675668F5DC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7ACE2C32-E22F-3D4F-5FAB-FC71098F0F4B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78A35445-3EC2-15D3-90EF-6EEDAE4B7487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8F56CBD9-A7F6-B61C-F629-9C3C4B350C83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18A49E73-A762-0953-4113-A8F27894FBCF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FAC961DA-2C92-FF8A-9DB7-5B9040021597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5A6BF0A1-0F75-5A19-4011-6AD5ED8C8FBE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49F43AE8-C763-C640-045E-1CD9C71F3376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0CAC7F30-8B4A-C533-D1D7-274295C5AACF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BA96576D-B760-2C39-A8D2-BD6E486342A8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CF43209D-6AE8-3503-4415-9CEDE09FDA7F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94942CD9-6EDE-8F4F-305D-70F1DF480343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CE53C644-F4B8-D436-15F9-9F1BF6208A78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3F99590A-E709-AA03-AF2A-C1C769B3216B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1010F4EE-1CFC-11B9-4E5C-40F7D1B20913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270C9488-2847-CCA3-73DB-1724A69CFB15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D26D88DC-7C10-D88F-4E61-543EC333BA8B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F44E1BA3-AA8E-3E1D-3B07-D38E4D1DBABD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C8047EB0-CCE8-49D0-D867-B10B923F5B73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1BA6064F-A040-420E-690E-3E73796844D0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76783FCD-432E-BD18-46C7-62364733A5FE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4877A53D-B74B-A024-D944-04ACEE90D900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4" name="直接连接符 6143">
                <a:extLst>
                  <a:ext uri="{FF2B5EF4-FFF2-40B4-BE49-F238E27FC236}">
                    <a16:creationId xmlns:a16="http://schemas.microsoft.com/office/drawing/2014/main" id="{2AAE358F-F7DE-A887-53FA-8BD8372BD97C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5" name="直接连接符 6144">
                <a:extLst>
                  <a:ext uri="{FF2B5EF4-FFF2-40B4-BE49-F238E27FC236}">
                    <a16:creationId xmlns:a16="http://schemas.microsoft.com/office/drawing/2014/main" id="{22F3E6F7-D44D-17F7-89C5-4F787B5A8DCE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1" name="直接连接符 6150">
                <a:extLst>
                  <a:ext uri="{FF2B5EF4-FFF2-40B4-BE49-F238E27FC236}">
                    <a16:creationId xmlns:a16="http://schemas.microsoft.com/office/drawing/2014/main" id="{99DDC2BA-30FA-CC28-205D-31AC1BD05C92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2" name="直接连接符 6151">
                <a:extLst>
                  <a:ext uri="{FF2B5EF4-FFF2-40B4-BE49-F238E27FC236}">
                    <a16:creationId xmlns:a16="http://schemas.microsoft.com/office/drawing/2014/main" id="{2689FD8E-DE0A-CE87-1C43-79C69EB9B808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3" name="直接连接符 6152">
                <a:extLst>
                  <a:ext uri="{FF2B5EF4-FFF2-40B4-BE49-F238E27FC236}">
                    <a16:creationId xmlns:a16="http://schemas.microsoft.com/office/drawing/2014/main" id="{14F19982-94A4-2F0A-C87B-CDAD624D7DB6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4" name="直接连接符 6153">
                <a:extLst>
                  <a:ext uri="{FF2B5EF4-FFF2-40B4-BE49-F238E27FC236}">
                    <a16:creationId xmlns:a16="http://schemas.microsoft.com/office/drawing/2014/main" id="{B3514982-E32F-6363-E1B7-206151A4FF91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5" name="直接连接符 6154">
                <a:extLst>
                  <a:ext uri="{FF2B5EF4-FFF2-40B4-BE49-F238E27FC236}">
                    <a16:creationId xmlns:a16="http://schemas.microsoft.com/office/drawing/2014/main" id="{312E6761-67E1-A1A2-50CC-8BF47C21DC7A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6" name="直接连接符 6155">
                <a:extLst>
                  <a:ext uri="{FF2B5EF4-FFF2-40B4-BE49-F238E27FC236}">
                    <a16:creationId xmlns:a16="http://schemas.microsoft.com/office/drawing/2014/main" id="{F0B980A2-A203-DCB7-D594-6DBFB74E17C6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7" name="直接连接符 6156">
                <a:extLst>
                  <a:ext uri="{FF2B5EF4-FFF2-40B4-BE49-F238E27FC236}">
                    <a16:creationId xmlns:a16="http://schemas.microsoft.com/office/drawing/2014/main" id="{32D14FB4-07B5-2A3C-E755-EF43A7E63931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8" name="直接连接符 6157">
                <a:extLst>
                  <a:ext uri="{FF2B5EF4-FFF2-40B4-BE49-F238E27FC236}">
                    <a16:creationId xmlns:a16="http://schemas.microsoft.com/office/drawing/2014/main" id="{097FE373-0371-CFB6-3275-D2D313E37C89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9" name="直接连接符 6158">
                <a:extLst>
                  <a:ext uri="{FF2B5EF4-FFF2-40B4-BE49-F238E27FC236}">
                    <a16:creationId xmlns:a16="http://schemas.microsoft.com/office/drawing/2014/main" id="{7016E859-6CBC-649F-DC65-38B570212B89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0" name="直接连接符 6159">
                <a:extLst>
                  <a:ext uri="{FF2B5EF4-FFF2-40B4-BE49-F238E27FC236}">
                    <a16:creationId xmlns:a16="http://schemas.microsoft.com/office/drawing/2014/main" id="{9B0D2777-3856-6D24-22D6-FEA60C634615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1" name="直接连接符 6160">
                <a:extLst>
                  <a:ext uri="{FF2B5EF4-FFF2-40B4-BE49-F238E27FC236}">
                    <a16:creationId xmlns:a16="http://schemas.microsoft.com/office/drawing/2014/main" id="{2C11C238-BD44-EF04-5D06-8337D1F5F85B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2" name="直接连接符 6161">
                <a:extLst>
                  <a:ext uri="{FF2B5EF4-FFF2-40B4-BE49-F238E27FC236}">
                    <a16:creationId xmlns:a16="http://schemas.microsoft.com/office/drawing/2014/main" id="{DC0B5188-249D-7256-24BA-625169A1ED33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3" name="直接连接符 6162">
                <a:extLst>
                  <a:ext uri="{FF2B5EF4-FFF2-40B4-BE49-F238E27FC236}">
                    <a16:creationId xmlns:a16="http://schemas.microsoft.com/office/drawing/2014/main" id="{A18E1392-6502-6F35-030E-4A0330EDF4F0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4" name="直接连接符 6163">
                <a:extLst>
                  <a:ext uri="{FF2B5EF4-FFF2-40B4-BE49-F238E27FC236}">
                    <a16:creationId xmlns:a16="http://schemas.microsoft.com/office/drawing/2014/main" id="{10569405-6A8E-8C44-B8DB-56C065FAC5AA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5" name="直接连接符 6164">
                <a:extLst>
                  <a:ext uri="{FF2B5EF4-FFF2-40B4-BE49-F238E27FC236}">
                    <a16:creationId xmlns:a16="http://schemas.microsoft.com/office/drawing/2014/main" id="{E70A1988-C1DA-9973-0F09-9ACBEF84E796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6" name="直接连接符 6165">
                <a:extLst>
                  <a:ext uri="{FF2B5EF4-FFF2-40B4-BE49-F238E27FC236}">
                    <a16:creationId xmlns:a16="http://schemas.microsoft.com/office/drawing/2014/main" id="{4D0B6C5E-12CF-9664-AB16-3ADCFBA926F7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7" name="直接连接符 6166">
                <a:extLst>
                  <a:ext uri="{FF2B5EF4-FFF2-40B4-BE49-F238E27FC236}">
                    <a16:creationId xmlns:a16="http://schemas.microsoft.com/office/drawing/2014/main" id="{47D95332-1AF8-339B-F393-D4ED25672CC8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8" name="直接连接符 6167">
                <a:extLst>
                  <a:ext uri="{FF2B5EF4-FFF2-40B4-BE49-F238E27FC236}">
                    <a16:creationId xmlns:a16="http://schemas.microsoft.com/office/drawing/2014/main" id="{95024FC1-4562-3046-65D7-47F728FC62B0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9" name="直接连接符 6168">
                <a:extLst>
                  <a:ext uri="{FF2B5EF4-FFF2-40B4-BE49-F238E27FC236}">
                    <a16:creationId xmlns:a16="http://schemas.microsoft.com/office/drawing/2014/main" id="{FB1EE9E9-39D5-0CAE-A904-DD2CA4FA5DA0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0" name="直接连接符 6169">
                <a:extLst>
                  <a:ext uri="{FF2B5EF4-FFF2-40B4-BE49-F238E27FC236}">
                    <a16:creationId xmlns:a16="http://schemas.microsoft.com/office/drawing/2014/main" id="{E2E774ED-E854-C5DA-741D-5EBDB722A8C9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1" name="直接连接符 6170">
                <a:extLst>
                  <a:ext uri="{FF2B5EF4-FFF2-40B4-BE49-F238E27FC236}">
                    <a16:creationId xmlns:a16="http://schemas.microsoft.com/office/drawing/2014/main" id="{051F9897-1A76-A943-7F00-0209A3E3F057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2" name="直接连接符 6171">
                <a:extLst>
                  <a:ext uri="{FF2B5EF4-FFF2-40B4-BE49-F238E27FC236}">
                    <a16:creationId xmlns:a16="http://schemas.microsoft.com/office/drawing/2014/main" id="{BD047FC9-9B9D-217A-C952-20054B4E2711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3" name="直接连接符 6172">
                <a:extLst>
                  <a:ext uri="{FF2B5EF4-FFF2-40B4-BE49-F238E27FC236}">
                    <a16:creationId xmlns:a16="http://schemas.microsoft.com/office/drawing/2014/main" id="{132055B4-44C7-FE74-38AD-BCBD5389104D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4" name="直接连接符 6173">
                <a:extLst>
                  <a:ext uri="{FF2B5EF4-FFF2-40B4-BE49-F238E27FC236}">
                    <a16:creationId xmlns:a16="http://schemas.microsoft.com/office/drawing/2014/main" id="{9801CA5A-23CC-33C8-9FA5-5B3079CCACBC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5" name="直接连接符 6174">
                <a:extLst>
                  <a:ext uri="{FF2B5EF4-FFF2-40B4-BE49-F238E27FC236}">
                    <a16:creationId xmlns:a16="http://schemas.microsoft.com/office/drawing/2014/main" id="{A0CF2175-59DF-DC32-92C6-BAB8534F4CF6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6" name="直接连接符 6175">
                <a:extLst>
                  <a:ext uri="{FF2B5EF4-FFF2-40B4-BE49-F238E27FC236}">
                    <a16:creationId xmlns:a16="http://schemas.microsoft.com/office/drawing/2014/main" id="{A47D9C53-0213-5D8D-EBAA-2F520985BB5C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7" name="直接连接符 6176">
                <a:extLst>
                  <a:ext uri="{FF2B5EF4-FFF2-40B4-BE49-F238E27FC236}">
                    <a16:creationId xmlns:a16="http://schemas.microsoft.com/office/drawing/2014/main" id="{77C208B9-966D-A10A-3DF8-12FB5DC16054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8" name="直接连接符 6177">
                <a:extLst>
                  <a:ext uri="{FF2B5EF4-FFF2-40B4-BE49-F238E27FC236}">
                    <a16:creationId xmlns:a16="http://schemas.microsoft.com/office/drawing/2014/main" id="{F9A91398-6076-C4B7-18FD-D95DECC6BE6A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9" name="直接连接符 6178">
                <a:extLst>
                  <a:ext uri="{FF2B5EF4-FFF2-40B4-BE49-F238E27FC236}">
                    <a16:creationId xmlns:a16="http://schemas.microsoft.com/office/drawing/2014/main" id="{70CAE693-52AD-0B27-CDDE-109AEC145548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0" name="直接连接符 6179">
                <a:extLst>
                  <a:ext uri="{FF2B5EF4-FFF2-40B4-BE49-F238E27FC236}">
                    <a16:creationId xmlns:a16="http://schemas.microsoft.com/office/drawing/2014/main" id="{1B5E8EDB-7C7F-2EBA-E28B-E3627C8B5C05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1" name="直接连接符 6180">
                <a:extLst>
                  <a:ext uri="{FF2B5EF4-FFF2-40B4-BE49-F238E27FC236}">
                    <a16:creationId xmlns:a16="http://schemas.microsoft.com/office/drawing/2014/main" id="{F05A110D-0798-07DD-C2EE-FC52746A3CDA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2" name="直接连接符 6181">
                <a:extLst>
                  <a:ext uri="{FF2B5EF4-FFF2-40B4-BE49-F238E27FC236}">
                    <a16:creationId xmlns:a16="http://schemas.microsoft.com/office/drawing/2014/main" id="{7ECE3FD7-90DD-0316-0723-40150805FD19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3" name="直接连接符 6182">
                <a:extLst>
                  <a:ext uri="{FF2B5EF4-FFF2-40B4-BE49-F238E27FC236}">
                    <a16:creationId xmlns:a16="http://schemas.microsoft.com/office/drawing/2014/main" id="{D2E740B1-BDD9-0B8E-5372-A33FCAF909D2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4" name="直接连接符 6183">
                <a:extLst>
                  <a:ext uri="{FF2B5EF4-FFF2-40B4-BE49-F238E27FC236}">
                    <a16:creationId xmlns:a16="http://schemas.microsoft.com/office/drawing/2014/main" id="{F10654E4-E0B9-9B6C-B418-E72DA49107A9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5" name="直接连接符 6184">
                <a:extLst>
                  <a:ext uri="{FF2B5EF4-FFF2-40B4-BE49-F238E27FC236}">
                    <a16:creationId xmlns:a16="http://schemas.microsoft.com/office/drawing/2014/main" id="{B72A0356-387A-918F-3464-A9922EF89844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6" name="直接连接符 6185">
                <a:extLst>
                  <a:ext uri="{FF2B5EF4-FFF2-40B4-BE49-F238E27FC236}">
                    <a16:creationId xmlns:a16="http://schemas.microsoft.com/office/drawing/2014/main" id="{F8CA6982-3A33-18EB-83B3-08ABBBE34785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7" name="直接连接符 6186">
                <a:extLst>
                  <a:ext uri="{FF2B5EF4-FFF2-40B4-BE49-F238E27FC236}">
                    <a16:creationId xmlns:a16="http://schemas.microsoft.com/office/drawing/2014/main" id="{BC334DAA-C26C-2915-D4E9-BF1678151008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8" name="直接连接符 6187">
                <a:extLst>
                  <a:ext uri="{FF2B5EF4-FFF2-40B4-BE49-F238E27FC236}">
                    <a16:creationId xmlns:a16="http://schemas.microsoft.com/office/drawing/2014/main" id="{97125660-4EEE-BF45-3957-823D2F093C8A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9" name="直接连接符 6188">
                <a:extLst>
                  <a:ext uri="{FF2B5EF4-FFF2-40B4-BE49-F238E27FC236}">
                    <a16:creationId xmlns:a16="http://schemas.microsoft.com/office/drawing/2014/main" id="{00FE0475-CD54-B416-74B7-CE8256E200E7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0" name="直接连接符 6189">
                <a:extLst>
                  <a:ext uri="{FF2B5EF4-FFF2-40B4-BE49-F238E27FC236}">
                    <a16:creationId xmlns:a16="http://schemas.microsoft.com/office/drawing/2014/main" id="{10CB6DE7-66D7-595A-D2EE-74357FFFCFEA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1" name="直接连接符 6190">
                <a:extLst>
                  <a:ext uri="{FF2B5EF4-FFF2-40B4-BE49-F238E27FC236}">
                    <a16:creationId xmlns:a16="http://schemas.microsoft.com/office/drawing/2014/main" id="{57CFB79C-5D35-2583-B563-1C4CA2083E3D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2" name="直接连接符 6191">
                <a:extLst>
                  <a:ext uri="{FF2B5EF4-FFF2-40B4-BE49-F238E27FC236}">
                    <a16:creationId xmlns:a16="http://schemas.microsoft.com/office/drawing/2014/main" id="{EE73A633-F19F-0A2A-23B1-384874AA2D52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3" name="直接连接符 6192">
                <a:extLst>
                  <a:ext uri="{FF2B5EF4-FFF2-40B4-BE49-F238E27FC236}">
                    <a16:creationId xmlns:a16="http://schemas.microsoft.com/office/drawing/2014/main" id="{AB7E54D7-080D-0525-E4D1-D30B38ED254B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4" name="直接连接符 6193">
                <a:extLst>
                  <a:ext uri="{FF2B5EF4-FFF2-40B4-BE49-F238E27FC236}">
                    <a16:creationId xmlns:a16="http://schemas.microsoft.com/office/drawing/2014/main" id="{13DCCBB7-988D-F1FD-CDDD-E91806DA88D4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5" name="直接连接符 6194">
                <a:extLst>
                  <a:ext uri="{FF2B5EF4-FFF2-40B4-BE49-F238E27FC236}">
                    <a16:creationId xmlns:a16="http://schemas.microsoft.com/office/drawing/2014/main" id="{7D60E9B3-CDE0-AF26-E1F7-324B5783B2C6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6" name="直接连接符 6195">
                <a:extLst>
                  <a:ext uri="{FF2B5EF4-FFF2-40B4-BE49-F238E27FC236}">
                    <a16:creationId xmlns:a16="http://schemas.microsoft.com/office/drawing/2014/main" id="{81CC2CCB-ADE7-F7DF-A406-BF1074D6EF22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7" name="直接连接符 6196">
                <a:extLst>
                  <a:ext uri="{FF2B5EF4-FFF2-40B4-BE49-F238E27FC236}">
                    <a16:creationId xmlns:a16="http://schemas.microsoft.com/office/drawing/2014/main" id="{36CE9425-F248-3288-3609-2F4761A9298D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8" name="直接连接符 6197">
                <a:extLst>
                  <a:ext uri="{FF2B5EF4-FFF2-40B4-BE49-F238E27FC236}">
                    <a16:creationId xmlns:a16="http://schemas.microsoft.com/office/drawing/2014/main" id="{1DCB9BDD-AC86-2B49-B1B8-72A9A98A9C9A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9" name="直接连接符 6198">
                <a:extLst>
                  <a:ext uri="{FF2B5EF4-FFF2-40B4-BE49-F238E27FC236}">
                    <a16:creationId xmlns:a16="http://schemas.microsoft.com/office/drawing/2014/main" id="{D257BA17-D03E-2BFE-229C-98CC6A756592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0" name="直接连接符 6199">
                <a:extLst>
                  <a:ext uri="{FF2B5EF4-FFF2-40B4-BE49-F238E27FC236}">
                    <a16:creationId xmlns:a16="http://schemas.microsoft.com/office/drawing/2014/main" id="{3F0DE74A-224D-0428-C5F5-10D36ADA190F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1" name="直接连接符 6200">
                <a:extLst>
                  <a:ext uri="{FF2B5EF4-FFF2-40B4-BE49-F238E27FC236}">
                    <a16:creationId xmlns:a16="http://schemas.microsoft.com/office/drawing/2014/main" id="{57AD204F-D0F5-4B42-4B10-A66DEBACE0AD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2" name="直接连接符 6201">
                <a:extLst>
                  <a:ext uri="{FF2B5EF4-FFF2-40B4-BE49-F238E27FC236}">
                    <a16:creationId xmlns:a16="http://schemas.microsoft.com/office/drawing/2014/main" id="{BB769F4B-67A9-2703-F1FB-9A4ED1A00F0E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3" name="直接连接符 6202">
                <a:extLst>
                  <a:ext uri="{FF2B5EF4-FFF2-40B4-BE49-F238E27FC236}">
                    <a16:creationId xmlns:a16="http://schemas.microsoft.com/office/drawing/2014/main" id="{722846C9-6B14-403A-AF0A-4E8D686C86A7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4" name="直接连接符 6203">
                <a:extLst>
                  <a:ext uri="{FF2B5EF4-FFF2-40B4-BE49-F238E27FC236}">
                    <a16:creationId xmlns:a16="http://schemas.microsoft.com/office/drawing/2014/main" id="{6F9A3497-28A5-D81F-41A8-7E18770E4498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5" name="直接连接符 6204">
                <a:extLst>
                  <a:ext uri="{FF2B5EF4-FFF2-40B4-BE49-F238E27FC236}">
                    <a16:creationId xmlns:a16="http://schemas.microsoft.com/office/drawing/2014/main" id="{52A29254-CDDA-DE13-ED8E-B77039A3C2D9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6" name="直接连接符 6205">
                <a:extLst>
                  <a:ext uri="{FF2B5EF4-FFF2-40B4-BE49-F238E27FC236}">
                    <a16:creationId xmlns:a16="http://schemas.microsoft.com/office/drawing/2014/main" id="{63F439D0-66C3-EF81-7341-3C5E670F3DED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7" name="直接连接符 6206">
                <a:extLst>
                  <a:ext uri="{FF2B5EF4-FFF2-40B4-BE49-F238E27FC236}">
                    <a16:creationId xmlns:a16="http://schemas.microsoft.com/office/drawing/2014/main" id="{5B12215E-2D70-A167-5A17-1818A451E310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8" name="直接连接符 6207">
                <a:extLst>
                  <a:ext uri="{FF2B5EF4-FFF2-40B4-BE49-F238E27FC236}">
                    <a16:creationId xmlns:a16="http://schemas.microsoft.com/office/drawing/2014/main" id="{A362D983-7959-9909-FC05-2883924F5ABD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9" name="直接连接符 6208">
                <a:extLst>
                  <a:ext uri="{FF2B5EF4-FFF2-40B4-BE49-F238E27FC236}">
                    <a16:creationId xmlns:a16="http://schemas.microsoft.com/office/drawing/2014/main" id="{76C49D1F-79A5-964E-8EA5-5DF36BEBFD6F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0" name="直接连接符 6209">
                <a:extLst>
                  <a:ext uri="{FF2B5EF4-FFF2-40B4-BE49-F238E27FC236}">
                    <a16:creationId xmlns:a16="http://schemas.microsoft.com/office/drawing/2014/main" id="{E54E2697-B11A-7162-DAE0-80FE220FD5C7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1" name="直接连接符 6210">
                <a:extLst>
                  <a:ext uri="{FF2B5EF4-FFF2-40B4-BE49-F238E27FC236}">
                    <a16:creationId xmlns:a16="http://schemas.microsoft.com/office/drawing/2014/main" id="{3EB1B5BE-483E-1D77-4A1D-00CEBD14032F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2" name="直接连接符 6211">
                <a:extLst>
                  <a:ext uri="{FF2B5EF4-FFF2-40B4-BE49-F238E27FC236}">
                    <a16:creationId xmlns:a16="http://schemas.microsoft.com/office/drawing/2014/main" id="{41602834-9FFB-6C1F-6FD3-CFD6B536E722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3" name="直接连接符 6212">
                <a:extLst>
                  <a:ext uri="{FF2B5EF4-FFF2-40B4-BE49-F238E27FC236}">
                    <a16:creationId xmlns:a16="http://schemas.microsoft.com/office/drawing/2014/main" id="{E9773178-24C4-8380-0510-8523C611C5B1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4" name="直接连接符 6213">
                <a:extLst>
                  <a:ext uri="{FF2B5EF4-FFF2-40B4-BE49-F238E27FC236}">
                    <a16:creationId xmlns:a16="http://schemas.microsoft.com/office/drawing/2014/main" id="{7485A852-0399-E495-04CB-0EC39F9FC7CC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5" name="直接连接符 6214">
                <a:extLst>
                  <a:ext uri="{FF2B5EF4-FFF2-40B4-BE49-F238E27FC236}">
                    <a16:creationId xmlns:a16="http://schemas.microsoft.com/office/drawing/2014/main" id="{9E6AAEF1-3C6B-F088-7CB3-240C3145764F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6" name="直接连接符 6215">
                <a:extLst>
                  <a:ext uri="{FF2B5EF4-FFF2-40B4-BE49-F238E27FC236}">
                    <a16:creationId xmlns:a16="http://schemas.microsoft.com/office/drawing/2014/main" id="{BC581A64-ABAC-EA51-4716-343A55D8678B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7" name="直接连接符 6216">
                <a:extLst>
                  <a:ext uri="{FF2B5EF4-FFF2-40B4-BE49-F238E27FC236}">
                    <a16:creationId xmlns:a16="http://schemas.microsoft.com/office/drawing/2014/main" id="{9465A6DD-A81D-9972-A59F-07F5B692D6EA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7C20BAF7-EC82-36D3-E1BB-BE7A55793D59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9C062639-D0C7-1E9D-A986-45E9A8CF43B0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6CE534C4-2C34-C51B-1D00-2F5807B2A239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81505B42-1FE5-5807-83D5-801704EE9042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8A19DFD0-133B-2926-B9BF-02C6A9CBA8D3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3A9F4ABE-7E90-C804-A5C8-502F58EF4A75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4A7EDDE6-6D12-75EB-BD5C-4A08361DD06B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646C9FFA-59FE-4296-2847-5B67B01F0725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EB23BE8B-8FAF-82CB-1923-5103A8D96DC8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E07C3F9-BD64-E230-2DDA-0AB68D0646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C3E53EA4-A5ED-4BB0-B5CE-DEAB9E9B9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609600"/>
            <a:ext cx="7793038" cy="1143000"/>
          </a:xfrm>
        </p:spPr>
        <p:txBody>
          <a:bodyPr/>
          <a:lstStyle/>
          <a:p>
            <a:pPr eaLnBrk="1" hangingPunct="1"/>
            <a:r>
              <a:rPr lang="zh-CN" altLang="en-US"/>
              <a:t>3.1 基本定义与应用</a:t>
            </a:r>
            <a:endParaRPr lang="en-US" altLang="zh-CN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3335ED48-5E38-4803-B7D2-B4604C9634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6571" y="1667659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应用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7170" name="灯片编号占位符 5">
            <a:extLst>
              <a:ext uri="{FF2B5EF4-FFF2-40B4-BE49-F238E27FC236}">
                <a16:creationId xmlns:a16="http://schemas.microsoft.com/office/drawing/2014/main" id="{2C121D8F-EB76-414C-B665-521279D1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18301E-E2E8-46BB-9FD9-69C3E604DC6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CN" sz="1400"/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717124EA-2B15-44DB-A425-BCAE274B9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162" y="2738595"/>
            <a:ext cx="1917700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交通</a:t>
            </a:r>
            <a:endParaRPr kumimoji="0" lang="en-US" altLang="zh-CN" sz="2000" baseline="30000" dirty="0">
              <a:latin typeface="Comic Sans MS" panose="030F0702030302020204" pitchFamily="66" charset="0"/>
            </a:endParaRPr>
          </a:p>
        </p:txBody>
      </p:sp>
      <p:sp>
        <p:nvSpPr>
          <p:cNvPr id="7174" name="Rectangle 5">
            <a:extLst>
              <a:ext uri="{FF2B5EF4-FFF2-40B4-BE49-F238E27FC236}">
                <a16:creationId xmlns:a16="http://schemas.microsoft.com/office/drawing/2014/main" id="{83EFD6E8-3FB1-46A9-AB9A-9FE53A899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162" y="2352834"/>
            <a:ext cx="1917700" cy="3857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i="1" dirty="0">
                <a:latin typeface="Comic Sans MS" panose="030F0702030302020204" pitchFamily="66" charset="0"/>
              </a:rPr>
              <a:t>图</a:t>
            </a:r>
            <a:endParaRPr kumimoji="0" lang="en-US" altLang="zh-CN" sz="2400" i="1" dirty="0">
              <a:latin typeface="Comic Sans MS" panose="030F0702030302020204" pitchFamily="66" charset="0"/>
            </a:endParaRPr>
          </a:p>
        </p:txBody>
      </p:sp>
      <p:sp>
        <p:nvSpPr>
          <p:cNvPr id="7175" name="Rectangle 6">
            <a:extLst>
              <a:ext uri="{FF2B5EF4-FFF2-40B4-BE49-F238E27FC236}">
                <a16:creationId xmlns:a16="http://schemas.microsoft.com/office/drawing/2014/main" id="{AF427507-CDFA-41BA-A3A9-4CDCA219A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4" y="2738595"/>
            <a:ext cx="2117725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街道交叉口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76" name="Rectangle 7">
            <a:extLst>
              <a:ext uri="{FF2B5EF4-FFF2-40B4-BE49-F238E27FC236}">
                <a16:creationId xmlns:a16="http://schemas.microsoft.com/office/drawing/2014/main" id="{75F18807-F3E0-4ACB-90D8-718E8433C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4" y="2352834"/>
            <a:ext cx="2117725" cy="3857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i="1" dirty="0">
                <a:latin typeface="Comic Sans MS" panose="030F0702030302020204" pitchFamily="66" charset="0"/>
              </a:rPr>
              <a:t>节点</a:t>
            </a:r>
            <a:endParaRPr kumimoji="0" lang="en-US" altLang="zh-CN" sz="2400" i="1" dirty="0">
              <a:latin typeface="Comic Sans MS" panose="030F0702030302020204" pitchFamily="66" charset="0"/>
            </a:endParaRPr>
          </a:p>
        </p:txBody>
      </p:sp>
      <p:sp>
        <p:nvSpPr>
          <p:cNvPr id="7177" name="Rectangle 8">
            <a:extLst>
              <a:ext uri="{FF2B5EF4-FFF2-40B4-BE49-F238E27FC236}">
                <a16:creationId xmlns:a16="http://schemas.microsoft.com/office/drawing/2014/main" id="{A3A01008-8200-47BA-8B50-82701567F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412" y="2352834"/>
            <a:ext cx="2216150" cy="3857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i="1" dirty="0">
                <a:latin typeface="Comic Sans MS" panose="030F0702030302020204" pitchFamily="66" charset="0"/>
              </a:rPr>
              <a:t>边</a:t>
            </a:r>
            <a:endParaRPr kumimoji="0" lang="en-US" altLang="zh-CN" sz="2400" i="1" dirty="0">
              <a:latin typeface="Comic Sans MS" panose="030F0702030302020204" pitchFamily="66" charset="0"/>
            </a:endParaRPr>
          </a:p>
        </p:txBody>
      </p:sp>
      <p:sp>
        <p:nvSpPr>
          <p:cNvPr id="7178" name="Rectangle 9">
            <a:extLst>
              <a:ext uri="{FF2B5EF4-FFF2-40B4-BE49-F238E27FC236}">
                <a16:creationId xmlns:a16="http://schemas.microsoft.com/office/drawing/2014/main" id="{A88C944D-1570-4DC4-9D5A-FA6BBF92C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412" y="2738595"/>
            <a:ext cx="2216150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高速公路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79" name="Rectangle 10">
            <a:extLst>
              <a:ext uri="{FF2B5EF4-FFF2-40B4-BE49-F238E27FC236}">
                <a16:creationId xmlns:a16="http://schemas.microsoft.com/office/drawing/2014/main" id="{1AAF412B-D477-4175-A8D2-14D416218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162" y="3092609"/>
            <a:ext cx="1917700" cy="35401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通信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80" name="Rectangle 11">
            <a:extLst>
              <a:ext uri="{FF2B5EF4-FFF2-40B4-BE49-F238E27FC236}">
                <a16:creationId xmlns:a16="http://schemas.microsoft.com/office/drawing/2014/main" id="{E120D4D8-2424-46E7-990D-916A6625E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4" y="3092609"/>
            <a:ext cx="2117725" cy="35401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计算机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81" name="Rectangle 12">
            <a:extLst>
              <a:ext uri="{FF2B5EF4-FFF2-40B4-BE49-F238E27FC236}">
                <a16:creationId xmlns:a16="http://schemas.microsoft.com/office/drawing/2014/main" id="{8705FE6D-5A46-454C-A275-6B08F063C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412" y="3092609"/>
            <a:ext cx="2216150" cy="35401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光纤电缆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82" name="Rectangle 13">
            <a:extLst>
              <a:ext uri="{FF2B5EF4-FFF2-40B4-BE49-F238E27FC236}">
                <a16:creationId xmlns:a16="http://schemas.microsoft.com/office/drawing/2014/main" id="{A38163B6-5277-4175-BA2C-1FE1D88A6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162" y="3446622"/>
            <a:ext cx="1917700" cy="3524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万维网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83" name="Rectangle 14">
            <a:extLst>
              <a:ext uri="{FF2B5EF4-FFF2-40B4-BE49-F238E27FC236}">
                <a16:creationId xmlns:a16="http://schemas.microsoft.com/office/drawing/2014/main" id="{99E2A349-2DA9-4CAC-8053-5247B4EF7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4" y="3446622"/>
            <a:ext cx="2117725" cy="3524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网页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84" name="Rectangle 15">
            <a:extLst>
              <a:ext uri="{FF2B5EF4-FFF2-40B4-BE49-F238E27FC236}">
                <a16:creationId xmlns:a16="http://schemas.microsoft.com/office/drawing/2014/main" id="{0EDD5C7D-0E25-478E-A779-FEDE30255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412" y="3446622"/>
            <a:ext cx="2216150" cy="3524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超链接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85" name="Rectangle 16">
            <a:extLst>
              <a:ext uri="{FF2B5EF4-FFF2-40B4-BE49-F238E27FC236}">
                <a16:creationId xmlns:a16="http://schemas.microsoft.com/office/drawing/2014/main" id="{0BF609C2-0253-4BBF-894B-8CD49AB6D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162" y="3799045"/>
            <a:ext cx="1917700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社交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86" name="Rectangle 17">
            <a:extLst>
              <a:ext uri="{FF2B5EF4-FFF2-40B4-BE49-F238E27FC236}">
                <a16:creationId xmlns:a16="http://schemas.microsoft.com/office/drawing/2014/main" id="{1AEEF37A-9410-4D23-99E4-6FAC1EA0A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4" y="3799045"/>
            <a:ext cx="2117725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人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87" name="Rectangle 18">
            <a:extLst>
              <a:ext uri="{FF2B5EF4-FFF2-40B4-BE49-F238E27FC236}">
                <a16:creationId xmlns:a16="http://schemas.microsoft.com/office/drawing/2014/main" id="{E5F26670-C1C0-4F81-B8BF-063CA6CAF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412" y="3799045"/>
            <a:ext cx="2216150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关系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88" name="Rectangle 19">
            <a:extLst>
              <a:ext uri="{FF2B5EF4-FFF2-40B4-BE49-F238E27FC236}">
                <a16:creationId xmlns:a16="http://schemas.microsoft.com/office/drawing/2014/main" id="{94647EAA-470F-457B-9082-EBB810AA8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162" y="4153059"/>
            <a:ext cx="1917700" cy="35401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食物网</a:t>
            </a:r>
            <a:endParaRPr kumimoji="0" lang="en-US" altLang="zh-CN" sz="2000" baseline="30000" dirty="0">
              <a:latin typeface="Comic Sans MS" panose="030F0702030302020204" pitchFamily="66" charset="0"/>
            </a:endParaRPr>
          </a:p>
        </p:txBody>
      </p:sp>
      <p:sp>
        <p:nvSpPr>
          <p:cNvPr id="7189" name="Rectangle 20">
            <a:extLst>
              <a:ext uri="{FF2B5EF4-FFF2-40B4-BE49-F238E27FC236}">
                <a16:creationId xmlns:a16="http://schemas.microsoft.com/office/drawing/2014/main" id="{52E07B27-E13B-468B-ACF2-C05B7F9C9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4" y="4153059"/>
            <a:ext cx="2117725" cy="35401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物种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90" name="Rectangle 21">
            <a:extLst>
              <a:ext uri="{FF2B5EF4-FFF2-40B4-BE49-F238E27FC236}">
                <a16:creationId xmlns:a16="http://schemas.microsoft.com/office/drawing/2014/main" id="{11911E45-6626-4085-81B9-FA199952B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412" y="4153059"/>
            <a:ext cx="2216150" cy="35401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捕食者</a:t>
            </a:r>
            <a:r>
              <a:rPr kumimoji="0" lang="en-US" altLang="zh-CN" sz="2000" dirty="0">
                <a:latin typeface="Comic Sans MS" panose="030F0702030302020204" pitchFamily="66" charset="0"/>
              </a:rPr>
              <a:t>-</a:t>
            </a:r>
            <a:r>
              <a:rPr kumimoji="0" lang="zh-CN" altLang="en-US" sz="2000" dirty="0">
                <a:latin typeface="Comic Sans MS" panose="030F0702030302020204" pitchFamily="66" charset="0"/>
              </a:rPr>
              <a:t>猎物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91" name="Rectangle 22">
            <a:extLst>
              <a:ext uri="{FF2B5EF4-FFF2-40B4-BE49-F238E27FC236}">
                <a16:creationId xmlns:a16="http://schemas.microsoft.com/office/drawing/2014/main" id="{DC9F4AA0-16E2-49C3-A832-E12A565CF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162" y="4507070"/>
            <a:ext cx="1917700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软件系统</a:t>
            </a:r>
            <a:endParaRPr kumimoji="0" lang="en-US" altLang="zh-CN" sz="2000" baseline="30000" dirty="0">
              <a:latin typeface="Comic Sans MS" panose="030F0702030302020204" pitchFamily="66" charset="0"/>
            </a:endParaRPr>
          </a:p>
        </p:txBody>
      </p:sp>
      <p:sp>
        <p:nvSpPr>
          <p:cNvPr id="7192" name="Rectangle 23">
            <a:extLst>
              <a:ext uri="{FF2B5EF4-FFF2-40B4-BE49-F238E27FC236}">
                <a16:creationId xmlns:a16="http://schemas.microsoft.com/office/drawing/2014/main" id="{530E3422-706C-40BB-90AD-70E63B5C5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4" y="4507070"/>
            <a:ext cx="2117725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函数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93" name="Rectangle 24">
            <a:extLst>
              <a:ext uri="{FF2B5EF4-FFF2-40B4-BE49-F238E27FC236}">
                <a16:creationId xmlns:a16="http://schemas.microsoft.com/office/drawing/2014/main" id="{3DF64C7F-1038-46AB-B538-2B8D7142E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412" y="4507070"/>
            <a:ext cx="2216150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函数调用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94" name="Rectangle 25">
            <a:extLst>
              <a:ext uri="{FF2B5EF4-FFF2-40B4-BE49-F238E27FC236}">
                <a16:creationId xmlns:a16="http://schemas.microsoft.com/office/drawing/2014/main" id="{E3C7172A-E20A-4736-B671-DE9F210B9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162" y="4859495"/>
            <a:ext cx="1917700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调度</a:t>
            </a:r>
            <a:endParaRPr kumimoji="0" lang="en-US" altLang="zh-CN" sz="2000" baseline="30000" dirty="0">
              <a:latin typeface="Comic Sans MS" panose="030F0702030302020204" pitchFamily="66" charset="0"/>
            </a:endParaRPr>
          </a:p>
        </p:txBody>
      </p:sp>
      <p:sp>
        <p:nvSpPr>
          <p:cNvPr id="7195" name="Rectangle 26">
            <a:extLst>
              <a:ext uri="{FF2B5EF4-FFF2-40B4-BE49-F238E27FC236}">
                <a16:creationId xmlns:a16="http://schemas.microsoft.com/office/drawing/2014/main" id="{9BE43C07-2417-434E-8884-BF5DD5164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4" y="4859495"/>
            <a:ext cx="2117725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任务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96" name="Rectangle 27">
            <a:extLst>
              <a:ext uri="{FF2B5EF4-FFF2-40B4-BE49-F238E27FC236}">
                <a16:creationId xmlns:a16="http://schemas.microsoft.com/office/drawing/2014/main" id="{D2417072-3D0C-4063-8339-B365C1D0B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412" y="4859495"/>
            <a:ext cx="2216150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优先约束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97" name="Rectangle 28">
            <a:extLst>
              <a:ext uri="{FF2B5EF4-FFF2-40B4-BE49-F238E27FC236}">
                <a16:creationId xmlns:a16="http://schemas.microsoft.com/office/drawing/2014/main" id="{C940D769-2D41-4B24-A07D-6293415FB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162" y="5208745"/>
            <a:ext cx="1917700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电路</a:t>
            </a:r>
            <a:endParaRPr kumimoji="0" lang="en-US" altLang="zh-CN" sz="2000" baseline="30000" dirty="0">
              <a:latin typeface="Comic Sans MS" panose="030F0702030302020204" pitchFamily="66" charset="0"/>
            </a:endParaRPr>
          </a:p>
        </p:txBody>
      </p:sp>
      <p:sp>
        <p:nvSpPr>
          <p:cNvPr id="7198" name="Rectangle 29">
            <a:extLst>
              <a:ext uri="{FF2B5EF4-FFF2-40B4-BE49-F238E27FC236}">
                <a16:creationId xmlns:a16="http://schemas.microsoft.com/office/drawing/2014/main" id="{EEF2C17B-A443-4929-A7BB-B3EFCA361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4" y="5208745"/>
            <a:ext cx="2117725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门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7199" name="Rectangle 30">
            <a:extLst>
              <a:ext uri="{FF2B5EF4-FFF2-40B4-BE49-F238E27FC236}">
                <a16:creationId xmlns:a16="http://schemas.microsoft.com/office/drawing/2014/main" id="{A1F127D9-F3CE-4CE2-ACAE-BF51EE6AA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412" y="5208745"/>
            <a:ext cx="2216150" cy="3540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latin typeface="Comic Sans MS" panose="030F0702030302020204" pitchFamily="66" charset="0"/>
              </a:rPr>
              <a:t>电线</a:t>
            </a:r>
            <a:endParaRPr kumimoji="0"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04CBB5-841A-EA18-C682-58FF1220D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159352"/>
            <a:ext cx="594715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>
                <a:solidFill>
                  <a:srgbClr val="FFFFFF"/>
                </a:solidFill>
                <a:latin typeface="Arial Unicode MS"/>
                <a:ea typeface="var(--ds-font-family-code)"/>
              </a:rPr>
              <a:t>街道交叉口</a:t>
            </a:r>
            <a:r>
              <a:rPr lang="zh-CN" altLang="zh-CN" sz="600"/>
              <a:t> </a:t>
            </a:r>
            <a:endParaRPr lang="zh-CN" altLang="zh-CN">
              <a:latin typeface="Arial" panose="020B060402020202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99F1FB4-6DC5-6D69-FF07-468C420685CD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84705D25-62AE-87A0-0975-90C44FECCB51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C886E0FD-88D4-DFB0-9770-A37CE68762CB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952E9277-B121-3760-41C5-40EDB02F71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A56A719D-07E4-64EC-41E6-C2F92A3F5080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FACC657-18D2-98A3-B6D7-8430688E8ABA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147F813-D1EB-901B-4D3E-AB01C0425B2F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C76D5F0-C409-6D7B-781A-1DFA0C6BAE3A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6914D81B-2D81-74F1-BDFD-7B32F4724F53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CF906B2-9110-EB50-FCC8-A9FA89C66B6F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7E4F943E-1474-E1B3-C45D-AA4D24584D2E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41BED2FB-09A4-DBB9-E9A9-7C62DEBCDF6E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16B406DE-FCD9-F57D-603F-9EA331126846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00B7E021-9BEB-0A89-4B29-5B5B2F3AE6DB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7458B6E7-1CC1-8731-E280-10DACFDEAE87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342FD789-E669-D365-860D-D31E50B0EC85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D48FDE83-7695-535F-6611-5A4AE1EBC9A4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B4853264-8FC3-E103-5260-EB279FFCB8AA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E57EE81A-D515-9DD6-F435-7481E8B93E61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3A0F029A-CAC5-571C-C78F-ED8D94E2468A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C7524BFE-EF2C-12AB-FE1B-9C88286EC29B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35B4359A-8953-60FF-2982-6F2EF7E63E5A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86C5DC0D-F895-918F-2005-15285775D79C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625E8480-5BA1-386C-EC3A-988C2E448D18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316E38B1-49E2-520E-229D-95EA3E04D7CE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D6D3B049-E3C6-EC4C-0CEB-24F79EDCBA06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9E26B62A-A96C-3535-1C3E-38BEC11FB1E7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093601D1-9545-7C65-5EB8-A83EFDADBA38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794F11BD-5035-BED1-0090-842E097004DF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FCE27646-9E53-F57B-2B73-D4FC024EB85B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F9CFABBD-949B-99C0-B79D-E9D55A262805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2D85717A-E04E-2FD5-677E-FE46EA705090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3DC4782E-03EC-0E0E-68D1-476EB4F483E7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2CDB4138-F778-9567-9DE5-C69CC16334A3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25999F33-F3E5-4873-BC54-38C3A68377FE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AE4158FA-EA56-8727-5E1C-48550A3E408E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70D1A3C-1098-179B-F813-D74B6E3E1993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797F1127-403E-1E5C-E078-F4E8F72EDA1A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61177FC9-1364-D1CD-2A41-715AF29E6A44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239F52A5-2B9E-E069-FFC0-D57CDEC1B767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B4E04405-9801-854A-8F34-B60CAC2E454F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DF1A92E4-67F5-8F0F-7550-1370A6438FD7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C72FDFBB-73F2-B102-451D-B36998003FAB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FAFAF514-03FB-3F66-E3B5-6AD4370B30C7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FB3B1A61-3D3D-9622-CA73-31E93BFA9FBA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C7920A4C-DE3B-9F8F-F4E2-D9488D533BAC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348C138C-AAEF-6DDF-BEEC-179CD4C19F6D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D15199A9-84A1-4AAB-6CE2-E00EEDD84291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5C16E6EC-9320-BFCA-990C-12231E1FCF41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31A3BE12-1ED8-8717-1A95-A6A7AD4A8ED3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E4A5B220-404B-D848-6C3B-BC5C56FFADAF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68" name="直接连接符 7167">
                <a:extLst>
                  <a:ext uri="{FF2B5EF4-FFF2-40B4-BE49-F238E27FC236}">
                    <a16:creationId xmlns:a16="http://schemas.microsoft.com/office/drawing/2014/main" id="{659EFA8C-A9FA-C49F-7118-2485DD0E4E38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69" name="直接连接符 7168">
                <a:extLst>
                  <a:ext uri="{FF2B5EF4-FFF2-40B4-BE49-F238E27FC236}">
                    <a16:creationId xmlns:a16="http://schemas.microsoft.com/office/drawing/2014/main" id="{1F106F47-504A-A381-E37C-BF97D69DF83F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0" name="直接连接符 7199">
                <a:extLst>
                  <a:ext uri="{FF2B5EF4-FFF2-40B4-BE49-F238E27FC236}">
                    <a16:creationId xmlns:a16="http://schemas.microsoft.com/office/drawing/2014/main" id="{D95A35E4-944A-C849-3CA3-5CCF53AFD9B0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1" name="直接连接符 7200">
                <a:extLst>
                  <a:ext uri="{FF2B5EF4-FFF2-40B4-BE49-F238E27FC236}">
                    <a16:creationId xmlns:a16="http://schemas.microsoft.com/office/drawing/2014/main" id="{B2D9F3A7-A670-F2C5-6078-C00C0F244758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2" name="直接连接符 7201">
                <a:extLst>
                  <a:ext uri="{FF2B5EF4-FFF2-40B4-BE49-F238E27FC236}">
                    <a16:creationId xmlns:a16="http://schemas.microsoft.com/office/drawing/2014/main" id="{B27721CA-3D6A-1A26-5292-FF4FBDE35547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3" name="直接连接符 7202">
                <a:extLst>
                  <a:ext uri="{FF2B5EF4-FFF2-40B4-BE49-F238E27FC236}">
                    <a16:creationId xmlns:a16="http://schemas.microsoft.com/office/drawing/2014/main" id="{FA6C51FF-32C4-7A86-74FA-F6A2B2CEF488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4" name="直接连接符 7203">
                <a:extLst>
                  <a:ext uri="{FF2B5EF4-FFF2-40B4-BE49-F238E27FC236}">
                    <a16:creationId xmlns:a16="http://schemas.microsoft.com/office/drawing/2014/main" id="{1E115226-2865-C3B0-470D-5601D6D96A41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5" name="直接连接符 7204">
                <a:extLst>
                  <a:ext uri="{FF2B5EF4-FFF2-40B4-BE49-F238E27FC236}">
                    <a16:creationId xmlns:a16="http://schemas.microsoft.com/office/drawing/2014/main" id="{81B1B022-47FF-D911-5087-DC8B878F2FFC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6" name="直接连接符 7205">
                <a:extLst>
                  <a:ext uri="{FF2B5EF4-FFF2-40B4-BE49-F238E27FC236}">
                    <a16:creationId xmlns:a16="http://schemas.microsoft.com/office/drawing/2014/main" id="{C0B2BB58-038F-B538-A8A2-B6679E509D88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7" name="直接连接符 7206">
                <a:extLst>
                  <a:ext uri="{FF2B5EF4-FFF2-40B4-BE49-F238E27FC236}">
                    <a16:creationId xmlns:a16="http://schemas.microsoft.com/office/drawing/2014/main" id="{2C80AADE-51A9-A5D4-A738-6644F60F3107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8" name="直接连接符 7207">
                <a:extLst>
                  <a:ext uri="{FF2B5EF4-FFF2-40B4-BE49-F238E27FC236}">
                    <a16:creationId xmlns:a16="http://schemas.microsoft.com/office/drawing/2014/main" id="{80AEE7ED-0E4B-6D3B-C3DC-941BF05AD43E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9" name="直接连接符 7208">
                <a:extLst>
                  <a:ext uri="{FF2B5EF4-FFF2-40B4-BE49-F238E27FC236}">
                    <a16:creationId xmlns:a16="http://schemas.microsoft.com/office/drawing/2014/main" id="{56A691CE-B5FE-36E3-D98A-BDCD61966073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0" name="直接连接符 7209">
                <a:extLst>
                  <a:ext uri="{FF2B5EF4-FFF2-40B4-BE49-F238E27FC236}">
                    <a16:creationId xmlns:a16="http://schemas.microsoft.com/office/drawing/2014/main" id="{B0795745-C62A-DDDE-12B6-EFE3CFB6604F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1" name="直接连接符 7210">
                <a:extLst>
                  <a:ext uri="{FF2B5EF4-FFF2-40B4-BE49-F238E27FC236}">
                    <a16:creationId xmlns:a16="http://schemas.microsoft.com/office/drawing/2014/main" id="{250706BD-0C7D-3E9F-35F8-96E2959CD482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2" name="直接连接符 7211">
                <a:extLst>
                  <a:ext uri="{FF2B5EF4-FFF2-40B4-BE49-F238E27FC236}">
                    <a16:creationId xmlns:a16="http://schemas.microsoft.com/office/drawing/2014/main" id="{56DE5E46-C323-FA32-D048-EFBB0560CBA5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3" name="直接连接符 7212">
                <a:extLst>
                  <a:ext uri="{FF2B5EF4-FFF2-40B4-BE49-F238E27FC236}">
                    <a16:creationId xmlns:a16="http://schemas.microsoft.com/office/drawing/2014/main" id="{E5605A8A-C4F1-F7E9-AD49-F0C3944E2F4D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4" name="直接连接符 7213">
                <a:extLst>
                  <a:ext uri="{FF2B5EF4-FFF2-40B4-BE49-F238E27FC236}">
                    <a16:creationId xmlns:a16="http://schemas.microsoft.com/office/drawing/2014/main" id="{7AFB9C21-0DDE-6924-26E2-466738A74377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5" name="直接连接符 7214">
                <a:extLst>
                  <a:ext uri="{FF2B5EF4-FFF2-40B4-BE49-F238E27FC236}">
                    <a16:creationId xmlns:a16="http://schemas.microsoft.com/office/drawing/2014/main" id="{8E664766-643B-08E6-5201-B5616220C2B0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6" name="直接连接符 7215">
                <a:extLst>
                  <a:ext uri="{FF2B5EF4-FFF2-40B4-BE49-F238E27FC236}">
                    <a16:creationId xmlns:a16="http://schemas.microsoft.com/office/drawing/2014/main" id="{21B4CEE6-2C56-3C84-5D37-EF682FAFC42E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7" name="直接连接符 7216">
                <a:extLst>
                  <a:ext uri="{FF2B5EF4-FFF2-40B4-BE49-F238E27FC236}">
                    <a16:creationId xmlns:a16="http://schemas.microsoft.com/office/drawing/2014/main" id="{DEC7B2FA-A9A6-3CC7-DBC6-5A41E3DDE0C5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8" name="直接连接符 7217">
                <a:extLst>
                  <a:ext uri="{FF2B5EF4-FFF2-40B4-BE49-F238E27FC236}">
                    <a16:creationId xmlns:a16="http://schemas.microsoft.com/office/drawing/2014/main" id="{67FFC04F-383C-FE42-EF5B-98C4F0AF917E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9" name="直接连接符 7218">
                <a:extLst>
                  <a:ext uri="{FF2B5EF4-FFF2-40B4-BE49-F238E27FC236}">
                    <a16:creationId xmlns:a16="http://schemas.microsoft.com/office/drawing/2014/main" id="{1C3DC00D-2962-608C-21A9-CAB656ED8864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0" name="直接连接符 7219">
                <a:extLst>
                  <a:ext uri="{FF2B5EF4-FFF2-40B4-BE49-F238E27FC236}">
                    <a16:creationId xmlns:a16="http://schemas.microsoft.com/office/drawing/2014/main" id="{EEE22F02-BA98-0EDF-0C6A-BBF8036EA74B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1" name="直接连接符 7220">
                <a:extLst>
                  <a:ext uri="{FF2B5EF4-FFF2-40B4-BE49-F238E27FC236}">
                    <a16:creationId xmlns:a16="http://schemas.microsoft.com/office/drawing/2014/main" id="{F0245FE2-211C-E1DB-086C-20D3483C7488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2" name="直接连接符 7221">
                <a:extLst>
                  <a:ext uri="{FF2B5EF4-FFF2-40B4-BE49-F238E27FC236}">
                    <a16:creationId xmlns:a16="http://schemas.microsoft.com/office/drawing/2014/main" id="{8B4E9C99-FD64-13EA-1820-1541476DDB8A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3" name="直接连接符 7222">
                <a:extLst>
                  <a:ext uri="{FF2B5EF4-FFF2-40B4-BE49-F238E27FC236}">
                    <a16:creationId xmlns:a16="http://schemas.microsoft.com/office/drawing/2014/main" id="{1A5956CC-C2C2-F90F-59DC-D29CD8362E88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4" name="直接连接符 7223">
                <a:extLst>
                  <a:ext uri="{FF2B5EF4-FFF2-40B4-BE49-F238E27FC236}">
                    <a16:creationId xmlns:a16="http://schemas.microsoft.com/office/drawing/2014/main" id="{212AC459-BB2C-43AF-56C3-A36864500006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5" name="直接连接符 7224">
                <a:extLst>
                  <a:ext uri="{FF2B5EF4-FFF2-40B4-BE49-F238E27FC236}">
                    <a16:creationId xmlns:a16="http://schemas.microsoft.com/office/drawing/2014/main" id="{0A34CAFA-087F-2891-2830-4111E77F90F5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6" name="直接连接符 7225">
                <a:extLst>
                  <a:ext uri="{FF2B5EF4-FFF2-40B4-BE49-F238E27FC236}">
                    <a16:creationId xmlns:a16="http://schemas.microsoft.com/office/drawing/2014/main" id="{EEB5C030-5C20-32E4-A521-6FCE35606F97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7" name="直接连接符 7226">
                <a:extLst>
                  <a:ext uri="{FF2B5EF4-FFF2-40B4-BE49-F238E27FC236}">
                    <a16:creationId xmlns:a16="http://schemas.microsoft.com/office/drawing/2014/main" id="{61E225FF-798A-29DA-841F-07D836BA6D04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8" name="直接连接符 7227">
                <a:extLst>
                  <a:ext uri="{FF2B5EF4-FFF2-40B4-BE49-F238E27FC236}">
                    <a16:creationId xmlns:a16="http://schemas.microsoft.com/office/drawing/2014/main" id="{0F7BF289-5A7A-18E7-4362-E35E8D640B3C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9" name="直接连接符 7228">
                <a:extLst>
                  <a:ext uri="{FF2B5EF4-FFF2-40B4-BE49-F238E27FC236}">
                    <a16:creationId xmlns:a16="http://schemas.microsoft.com/office/drawing/2014/main" id="{B89E0660-0DCA-DAFA-5424-D9BFE0E775FB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30" name="直接连接符 7229">
                <a:extLst>
                  <a:ext uri="{FF2B5EF4-FFF2-40B4-BE49-F238E27FC236}">
                    <a16:creationId xmlns:a16="http://schemas.microsoft.com/office/drawing/2014/main" id="{C8C1E12D-BCDE-9975-22AF-A89567DF9647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31" name="直接连接符 7230">
                <a:extLst>
                  <a:ext uri="{FF2B5EF4-FFF2-40B4-BE49-F238E27FC236}">
                    <a16:creationId xmlns:a16="http://schemas.microsoft.com/office/drawing/2014/main" id="{33B92135-5CA9-FD1D-C600-13FAF8C4E99E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32" name="直接连接符 7231">
                <a:extLst>
                  <a:ext uri="{FF2B5EF4-FFF2-40B4-BE49-F238E27FC236}">
                    <a16:creationId xmlns:a16="http://schemas.microsoft.com/office/drawing/2014/main" id="{783CCEF3-7E60-7BED-EEB8-54F801468253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33" name="直接连接符 7232">
                <a:extLst>
                  <a:ext uri="{FF2B5EF4-FFF2-40B4-BE49-F238E27FC236}">
                    <a16:creationId xmlns:a16="http://schemas.microsoft.com/office/drawing/2014/main" id="{D607D678-062B-58CD-B0D1-491CD8720FE1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34" name="直接连接符 7233">
                <a:extLst>
                  <a:ext uri="{FF2B5EF4-FFF2-40B4-BE49-F238E27FC236}">
                    <a16:creationId xmlns:a16="http://schemas.microsoft.com/office/drawing/2014/main" id="{5C231D80-A21C-B765-70B1-3D24CEEDBB3E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35" name="直接连接符 7234">
                <a:extLst>
                  <a:ext uri="{FF2B5EF4-FFF2-40B4-BE49-F238E27FC236}">
                    <a16:creationId xmlns:a16="http://schemas.microsoft.com/office/drawing/2014/main" id="{4ACD9FEB-A7D9-0746-EE0D-FB6F51FA535C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36" name="直接连接符 7235">
                <a:extLst>
                  <a:ext uri="{FF2B5EF4-FFF2-40B4-BE49-F238E27FC236}">
                    <a16:creationId xmlns:a16="http://schemas.microsoft.com/office/drawing/2014/main" id="{E98F1D85-073B-AA64-9A71-338EDBBAD598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37" name="直接连接符 7236">
                <a:extLst>
                  <a:ext uri="{FF2B5EF4-FFF2-40B4-BE49-F238E27FC236}">
                    <a16:creationId xmlns:a16="http://schemas.microsoft.com/office/drawing/2014/main" id="{9B20D18A-AD8E-9635-1E7E-D86D3ED360EA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38" name="直接连接符 7237">
                <a:extLst>
                  <a:ext uri="{FF2B5EF4-FFF2-40B4-BE49-F238E27FC236}">
                    <a16:creationId xmlns:a16="http://schemas.microsoft.com/office/drawing/2014/main" id="{DE061BEB-BE18-1524-166B-D5A90083B924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39" name="直接连接符 7238">
                <a:extLst>
                  <a:ext uri="{FF2B5EF4-FFF2-40B4-BE49-F238E27FC236}">
                    <a16:creationId xmlns:a16="http://schemas.microsoft.com/office/drawing/2014/main" id="{6CC04F43-78D0-0964-70CE-3BF730808727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0" name="直接连接符 7239">
                <a:extLst>
                  <a:ext uri="{FF2B5EF4-FFF2-40B4-BE49-F238E27FC236}">
                    <a16:creationId xmlns:a16="http://schemas.microsoft.com/office/drawing/2014/main" id="{051224D4-D150-61DB-00AE-52F6B24C1D48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1" name="直接连接符 7240">
                <a:extLst>
                  <a:ext uri="{FF2B5EF4-FFF2-40B4-BE49-F238E27FC236}">
                    <a16:creationId xmlns:a16="http://schemas.microsoft.com/office/drawing/2014/main" id="{2224C4A1-89B2-AE5D-02C4-A6B1D35E35E0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2" name="直接连接符 7241">
                <a:extLst>
                  <a:ext uri="{FF2B5EF4-FFF2-40B4-BE49-F238E27FC236}">
                    <a16:creationId xmlns:a16="http://schemas.microsoft.com/office/drawing/2014/main" id="{DE557691-CCAB-8BD4-9A05-EB73E950A2B4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3" name="直接连接符 7242">
                <a:extLst>
                  <a:ext uri="{FF2B5EF4-FFF2-40B4-BE49-F238E27FC236}">
                    <a16:creationId xmlns:a16="http://schemas.microsoft.com/office/drawing/2014/main" id="{F4D24BD5-7F57-0D69-3B37-6CF8A5876B5F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4" name="直接连接符 7243">
                <a:extLst>
                  <a:ext uri="{FF2B5EF4-FFF2-40B4-BE49-F238E27FC236}">
                    <a16:creationId xmlns:a16="http://schemas.microsoft.com/office/drawing/2014/main" id="{CDFEBE94-3A09-2655-B74B-F2C0D2A1AA72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5" name="直接连接符 7244">
                <a:extLst>
                  <a:ext uri="{FF2B5EF4-FFF2-40B4-BE49-F238E27FC236}">
                    <a16:creationId xmlns:a16="http://schemas.microsoft.com/office/drawing/2014/main" id="{7E60D1D6-BD08-1A9D-7EDE-347E4AE24EE8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6" name="直接连接符 7245">
                <a:extLst>
                  <a:ext uri="{FF2B5EF4-FFF2-40B4-BE49-F238E27FC236}">
                    <a16:creationId xmlns:a16="http://schemas.microsoft.com/office/drawing/2014/main" id="{71F573D9-89F0-8674-9790-2EC14F4B84E7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7" name="直接连接符 7246">
                <a:extLst>
                  <a:ext uri="{FF2B5EF4-FFF2-40B4-BE49-F238E27FC236}">
                    <a16:creationId xmlns:a16="http://schemas.microsoft.com/office/drawing/2014/main" id="{D13C3D8A-B385-D5BC-180C-F47CD2CEE301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8" name="直接连接符 7247">
                <a:extLst>
                  <a:ext uri="{FF2B5EF4-FFF2-40B4-BE49-F238E27FC236}">
                    <a16:creationId xmlns:a16="http://schemas.microsoft.com/office/drawing/2014/main" id="{511091AC-90A7-82CD-A5F5-DC373D7ECF9B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9" name="直接连接符 7248">
                <a:extLst>
                  <a:ext uri="{FF2B5EF4-FFF2-40B4-BE49-F238E27FC236}">
                    <a16:creationId xmlns:a16="http://schemas.microsoft.com/office/drawing/2014/main" id="{E0DD4034-37E6-20B7-E53E-9E98904A4FCD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0" name="直接连接符 7249">
                <a:extLst>
                  <a:ext uri="{FF2B5EF4-FFF2-40B4-BE49-F238E27FC236}">
                    <a16:creationId xmlns:a16="http://schemas.microsoft.com/office/drawing/2014/main" id="{B8A1143C-B8F8-CD63-08A4-E4991882476A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1" name="直接连接符 7250">
                <a:extLst>
                  <a:ext uri="{FF2B5EF4-FFF2-40B4-BE49-F238E27FC236}">
                    <a16:creationId xmlns:a16="http://schemas.microsoft.com/office/drawing/2014/main" id="{BCA9B7CF-ADE9-711F-8278-4876A11EBDFA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2" name="直接连接符 7251">
                <a:extLst>
                  <a:ext uri="{FF2B5EF4-FFF2-40B4-BE49-F238E27FC236}">
                    <a16:creationId xmlns:a16="http://schemas.microsoft.com/office/drawing/2014/main" id="{0C19D002-0436-83D9-E736-A3A46E452609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3" name="直接连接符 7252">
                <a:extLst>
                  <a:ext uri="{FF2B5EF4-FFF2-40B4-BE49-F238E27FC236}">
                    <a16:creationId xmlns:a16="http://schemas.microsoft.com/office/drawing/2014/main" id="{A3C23408-28CD-B62A-1C84-0419CDF0B863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4" name="直接连接符 7253">
                <a:extLst>
                  <a:ext uri="{FF2B5EF4-FFF2-40B4-BE49-F238E27FC236}">
                    <a16:creationId xmlns:a16="http://schemas.microsoft.com/office/drawing/2014/main" id="{7A366D6C-E117-A4DF-AD9F-A223DA4005D7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5" name="直接连接符 7254">
                <a:extLst>
                  <a:ext uri="{FF2B5EF4-FFF2-40B4-BE49-F238E27FC236}">
                    <a16:creationId xmlns:a16="http://schemas.microsoft.com/office/drawing/2014/main" id="{C740B678-EAEB-88B1-BEA5-40E9DB7DE792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6" name="直接连接符 7255">
                <a:extLst>
                  <a:ext uri="{FF2B5EF4-FFF2-40B4-BE49-F238E27FC236}">
                    <a16:creationId xmlns:a16="http://schemas.microsoft.com/office/drawing/2014/main" id="{B96446AE-2853-635E-67D9-F52544A4A200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7" name="直接连接符 7256">
                <a:extLst>
                  <a:ext uri="{FF2B5EF4-FFF2-40B4-BE49-F238E27FC236}">
                    <a16:creationId xmlns:a16="http://schemas.microsoft.com/office/drawing/2014/main" id="{15D4E835-9E41-32EC-F7D3-99603726C347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8" name="直接连接符 7257">
                <a:extLst>
                  <a:ext uri="{FF2B5EF4-FFF2-40B4-BE49-F238E27FC236}">
                    <a16:creationId xmlns:a16="http://schemas.microsoft.com/office/drawing/2014/main" id="{54049679-3EC2-4B0E-BB7B-73BF61C66780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9" name="直接连接符 7258">
                <a:extLst>
                  <a:ext uri="{FF2B5EF4-FFF2-40B4-BE49-F238E27FC236}">
                    <a16:creationId xmlns:a16="http://schemas.microsoft.com/office/drawing/2014/main" id="{3AFCA633-2EB9-2064-CC31-B768A43B2DB4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0" name="直接连接符 7259">
                <a:extLst>
                  <a:ext uri="{FF2B5EF4-FFF2-40B4-BE49-F238E27FC236}">
                    <a16:creationId xmlns:a16="http://schemas.microsoft.com/office/drawing/2014/main" id="{32A15F62-C19A-85E5-5EEC-6A37DE76E8BA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1" name="直接连接符 7260">
                <a:extLst>
                  <a:ext uri="{FF2B5EF4-FFF2-40B4-BE49-F238E27FC236}">
                    <a16:creationId xmlns:a16="http://schemas.microsoft.com/office/drawing/2014/main" id="{2B3DB359-DA4C-5986-833F-9B372C1B1A9D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2" name="直接连接符 7261">
                <a:extLst>
                  <a:ext uri="{FF2B5EF4-FFF2-40B4-BE49-F238E27FC236}">
                    <a16:creationId xmlns:a16="http://schemas.microsoft.com/office/drawing/2014/main" id="{982D1AB2-61D5-0C5C-EAB8-68999C3FC65F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3" name="直接连接符 7262">
                <a:extLst>
                  <a:ext uri="{FF2B5EF4-FFF2-40B4-BE49-F238E27FC236}">
                    <a16:creationId xmlns:a16="http://schemas.microsoft.com/office/drawing/2014/main" id="{A50DDCDD-16A4-E6C2-F7B9-32903165A193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4" name="直接连接符 7263">
                <a:extLst>
                  <a:ext uri="{FF2B5EF4-FFF2-40B4-BE49-F238E27FC236}">
                    <a16:creationId xmlns:a16="http://schemas.microsoft.com/office/drawing/2014/main" id="{A7E4703E-9E59-9F53-2B7B-716748303425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5" name="直接连接符 7264">
                <a:extLst>
                  <a:ext uri="{FF2B5EF4-FFF2-40B4-BE49-F238E27FC236}">
                    <a16:creationId xmlns:a16="http://schemas.microsoft.com/office/drawing/2014/main" id="{1C75A5BF-2992-64FB-EF5B-583946E44654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6" name="直接连接符 7265">
                <a:extLst>
                  <a:ext uri="{FF2B5EF4-FFF2-40B4-BE49-F238E27FC236}">
                    <a16:creationId xmlns:a16="http://schemas.microsoft.com/office/drawing/2014/main" id="{606A3237-A2B5-2E41-3DB7-00EDDFBC9891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7" name="直接连接符 7266">
                <a:extLst>
                  <a:ext uri="{FF2B5EF4-FFF2-40B4-BE49-F238E27FC236}">
                    <a16:creationId xmlns:a16="http://schemas.microsoft.com/office/drawing/2014/main" id="{D5918059-976A-A63A-BE9B-6FA46C6A4F7A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EB319F5-9DF0-3314-BAB1-894EA2880AC2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2A688C03-E50A-A5D8-B4C7-2361B5F797E7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A2390DCD-A76C-5255-DA29-C16BC7EFFC61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EAF3F778-52B9-C644-90CB-CE252B414E82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4D601DC8-59ED-64E5-CFFC-4283C329A240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22D15EE-F590-7CCB-F986-16181F65977C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F70924B9-2D4F-AA20-80F6-57782D71B9E7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A4C64FE8-F091-127E-7B03-9030A813E7E3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0686509C-A4A6-FD7D-8850-BB9D14527831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0B6295EE-3304-09EE-F263-6BAEEA75FE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6AE9878D-788A-44A7-BA2C-490F2C163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3.1 基本定义与应用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2F48ABDD-CD70-4B2A-A867-58BCC88A5B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5405" y="1550221"/>
            <a:ext cx="7886700" cy="4351338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400" dirty="0"/>
              <a:t>图的起源</a:t>
            </a:r>
          </a:p>
        </p:txBody>
      </p:sp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EE3EF1E9-AC1C-4215-8376-EAC1B613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19BC77-A64D-4270-BE0F-2D8022EDBC7B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CN" sz="1400"/>
          </a:p>
        </p:txBody>
      </p:sp>
      <p:pic>
        <p:nvPicPr>
          <p:cNvPr id="8197" name="Picture 4">
            <a:extLst>
              <a:ext uri="{FF2B5EF4-FFF2-40B4-BE49-F238E27FC236}">
                <a16:creationId xmlns:a16="http://schemas.microsoft.com/office/drawing/2014/main" id="{219FDE7C-91B9-4A0F-80FD-2C3B769BD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102994"/>
            <a:ext cx="6393999" cy="3568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87D1FBA-21C1-689C-C075-A77268667411}"/>
              </a:ext>
            </a:extLst>
          </p:cNvPr>
          <p:cNvSpPr txBox="1"/>
          <p:nvPr/>
        </p:nvSpPr>
        <p:spPr>
          <a:xfrm>
            <a:off x="962068" y="5789803"/>
            <a:ext cx="7551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https://haokan.baidu.com/v?pd=wisenatural&amp;vid=12380121654543202664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EDA98D4-5795-E38A-C78C-A8D592988EF0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1A24487B-AB83-F73A-60C8-C152E7C88C3D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DD957150-6773-6BDE-A1C7-CCAB96DE1CBF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D42552B6-A969-F7A6-BAF3-6F9FC3670A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2455C20-5E66-A18E-46F0-A512C318729C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AFDB4A9-20C0-6C06-61E3-25F3E15304DD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2256E58-800C-96C7-732A-9CC1E8C8D9E6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BEB66191-986D-19A1-811B-3973F39DF9A8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83B8A347-2D88-89D4-008C-C06A11083ADA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1B3E2A5A-6429-7E51-CED7-385BB9E84CAE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1D75EB4D-0BE4-C577-F67A-F0A9DD2A5F12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69D10033-A20C-0415-2BCA-742A0EDFE235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F22B7F25-9F4A-AF5B-660F-47972B761F75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E1435CF4-49AB-1757-C72C-4785A0146DAC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DF7E39A7-A043-935F-9B95-679A6D984642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67EC04D-ECF8-517E-B4C4-85B109B18CA8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7F7655A6-1286-0389-8F3D-642CACB85D03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DB065867-21E2-7128-3657-D8BDD88D2BF6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B1A7DDB8-B100-3F95-047A-75F9E19C8AEC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801184D6-A7E0-9934-8451-3A84118900F4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2EEFA041-F159-1BBA-6434-2B5B05E79B73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771DB461-1688-07D8-3132-D042FFB7B89B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D0FB6CB6-507D-4AAF-0AA5-9E7BC49F6584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29B50D96-C5A0-D145-3F70-B0C1CC933D64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2AACB864-3AC0-B690-ACC1-6B8A80EBA403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4D2F39C3-EF4C-1512-019A-171F8DE79832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3E855446-E10A-03AA-44FF-6EDF7BC1D221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A4DB9606-D582-2BC5-0085-58776F269F81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8467FBB8-7C60-BB45-CE86-177DB9913D64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76AB831C-06B8-22F4-6F22-53ECDDA9D44D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DE9A64EC-4181-ED18-B1E2-E8794A6B5A71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38EFC088-EBBA-E91D-3F9B-31FC69FC8E65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BCA88FFF-CA1D-7D83-BF3A-8409901F486B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E8FB19DD-A3BA-171E-8B69-D9CF4C72C37A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54B97236-4ECD-6D44-176D-6030135A1CEF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2103BCC3-A230-73CC-AB8C-907ADA78BAE9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E4E41CAC-5E4E-600A-CDA1-118B2A464232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255453FC-034E-2614-0A57-EEE9CBC0CB83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581339CA-24B2-CFFB-F588-F7E05C3105E3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44D67D0B-5F99-537D-98A1-A11D6449C8B3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F6BFDBC5-16D2-63DB-CAB5-B7A2118F2FB9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68BADD49-9BD6-9311-D5B8-75739B967D30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A5E19390-609A-8983-FAE6-AD38F18810A3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29134B2A-8F97-4651-190C-2FD4D87158BC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F25276FF-3DF9-5BC0-0853-877BF3514897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E5902934-013A-113C-818B-5D1F6B20557C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7EDB7E96-92DF-F05F-649B-E9061C1FFD88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2AC0A1E9-A14B-2F58-1F7F-3BCFD203DE10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2" name="直接连接符 8191">
                <a:extLst>
                  <a:ext uri="{FF2B5EF4-FFF2-40B4-BE49-F238E27FC236}">
                    <a16:creationId xmlns:a16="http://schemas.microsoft.com/office/drawing/2014/main" id="{D55C56D4-ACC2-A5D9-ACBA-28FD1D4028BB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3" name="直接连接符 8192">
                <a:extLst>
                  <a:ext uri="{FF2B5EF4-FFF2-40B4-BE49-F238E27FC236}">
                    <a16:creationId xmlns:a16="http://schemas.microsoft.com/office/drawing/2014/main" id="{D9EBCEAB-9908-5006-D730-5D65D58E446C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8" name="直接连接符 8197">
                <a:extLst>
                  <a:ext uri="{FF2B5EF4-FFF2-40B4-BE49-F238E27FC236}">
                    <a16:creationId xmlns:a16="http://schemas.microsoft.com/office/drawing/2014/main" id="{5D1B4A5A-F606-936B-AFB3-9FE331D6DF8B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9" name="直接连接符 8198">
                <a:extLst>
                  <a:ext uri="{FF2B5EF4-FFF2-40B4-BE49-F238E27FC236}">
                    <a16:creationId xmlns:a16="http://schemas.microsoft.com/office/drawing/2014/main" id="{92AD8661-EB3F-F757-4D91-AC1493335D4B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0" name="直接连接符 8199">
                <a:extLst>
                  <a:ext uri="{FF2B5EF4-FFF2-40B4-BE49-F238E27FC236}">
                    <a16:creationId xmlns:a16="http://schemas.microsoft.com/office/drawing/2014/main" id="{F64FD47C-8DEA-4D6A-96C6-0E3ED18EBBBC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1" name="直接连接符 8200">
                <a:extLst>
                  <a:ext uri="{FF2B5EF4-FFF2-40B4-BE49-F238E27FC236}">
                    <a16:creationId xmlns:a16="http://schemas.microsoft.com/office/drawing/2014/main" id="{5A65326B-DB90-4F88-A145-D086A7307142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2" name="直接连接符 8201">
                <a:extLst>
                  <a:ext uri="{FF2B5EF4-FFF2-40B4-BE49-F238E27FC236}">
                    <a16:creationId xmlns:a16="http://schemas.microsoft.com/office/drawing/2014/main" id="{FB8BF3B6-D7DE-37E1-BB3A-2AEBC8535CCD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3" name="直接连接符 8202">
                <a:extLst>
                  <a:ext uri="{FF2B5EF4-FFF2-40B4-BE49-F238E27FC236}">
                    <a16:creationId xmlns:a16="http://schemas.microsoft.com/office/drawing/2014/main" id="{5EFB403F-7B72-4C6B-405E-C6144D8EBAB8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4" name="直接连接符 8203">
                <a:extLst>
                  <a:ext uri="{FF2B5EF4-FFF2-40B4-BE49-F238E27FC236}">
                    <a16:creationId xmlns:a16="http://schemas.microsoft.com/office/drawing/2014/main" id="{9EB6CAE7-4967-EB3E-90C0-03CF81976011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5" name="直接连接符 8204">
                <a:extLst>
                  <a:ext uri="{FF2B5EF4-FFF2-40B4-BE49-F238E27FC236}">
                    <a16:creationId xmlns:a16="http://schemas.microsoft.com/office/drawing/2014/main" id="{7BB115B3-804D-9CC7-9888-1B3022930A8A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6" name="直接连接符 8205">
                <a:extLst>
                  <a:ext uri="{FF2B5EF4-FFF2-40B4-BE49-F238E27FC236}">
                    <a16:creationId xmlns:a16="http://schemas.microsoft.com/office/drawing/2014/main" id="{B68C99B4-88ED-8DF9-8800-AE59D8CDAA60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7" name="直接连接符 8206">
                <a:extLst>
                  <a:ext uri="{FF2B5EF4-FFF2-40B4-BE49-F238E27FC236}">
                    <a16:creationId xmlns:a16="http://schemas.microsoft.com/office/drawing/2014/main" id="{1DD1B7D5-1BCC-6609-F146-6E129DE66DE8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8" name="直接连接符 8207">
                <a:extLst>
                  <a:ext uri="{FF2B5EF4-FFF2-40B4-BE49-F238E27FC236}">
                    <a16:creationId xmlns:a16="http://schemas.microsoft.com/office/drawing/2014/main" id="{38DC8907-19B9-59FA-8BBA-AC3298769F3B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9" name="直接连接符 8208">
                <a:extLst>
                  <a:ext uri="{FF2B5EF4-FFF2-40B4-BE49-F238E27FC236}">
                    <a16:creationId xmlns:a16="http://schemas.microsoft.com/office/drawing/2014/main" id="{3C09EF36-3258-9FFF-7168-49E55B68AFD9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0" name="直接连接符 8209">
                <a:extLst>
                  <a:ext uri="{FF2B5EF4-FFF2-40B4-BE49-F238E27FC236}">
                    <a16:creationId xmlns:a16="http://schemas.microsoft.com/office/drawing/2014/main" id="{AF5CD733-277C-9EEB-D6C0-AD9F8EAB624B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1" name="直接连接符 8210">
                <a:extLst>
                  <a:ext uri="{FF2B5EF4-FFF2-40B4-BE49-F238E27FC236}">
                    <a16:creationId xmlns:a16="http://schemas.microsoft.com/office/drawing/2014/main" id="{D0EDE6B1-459B-A8C9-4045-A2702EB6A042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2" name="直接连接符 8211">
                <a:extLst>
                  <a:ext uri="{FF2B5EF4-FFF2-40B4-BE49-F238E27FC236}">
                    <a16:creationId xmlns:a16="http://schemas.microsoft.com/office/drawing/2014/main" id="{2CBC40AF-7DEF-3E41-73A7-00488558C36C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3" name="直接连接符 8212">
                <a:extLst>
                  <a:ext uri="{FF2B5EF4-FFF2-40B4-BE49-F238E27FC236}">
                    <a16:creationId xmlns:a16="http://schemas.microsoft.com/office/drawing/2014/main" id="{737755E5-3958-CC76-9005-2D225BFF95F0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4" name="直接连接符 8213">
                <a:extLst>
                  <a:ext uri="{FF2B5EF4-FFF2-40B4-BE49-F238E27FC236}">
                    <a16:creationId xmlns:a16="http://schemas.microsoft.com/office/drawing/2014/main" id="{D21D6CD8-9ADA-DCE1-755D-1A6640124814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5" name="直接连接符 8214">
                <a:extLst>
                  <a:ext uri="{FF2B5EF4-FFF2-40B4-BE49-F238E27FC236}">
                    <a16:creationId xmlns:a16="http://schemas.microsoft.com/office/drawing/2014/main" id="{3FDBECC9-4B12-728F-145F-D486CD467973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6" name="直接连接符 8215">
                <a:extLst>
                  <a:ext uri="{FF2B5EF4-FFF2-40B4-BE49-F238E27FC236}">
                    <a16:creationId xmlns:a16="http://schemas.microsoft.com/office/drawing/2014/main" id="{F7A1933C-2DEF-B216-8054-747FB7C94B25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7" name="直接连接符 8216">
                <a:extLst>
                  <a:ext uri="{FF2B5EF4-FFF2-40B4-BE49-F238E27FC236}">
                    <a16:creationId xmlns:a16="http://schemas.microsoft.com/office/drawing/2014/main" id="{8D804222-F9B8-D56F-8275-4D2D14EE84C0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8" name="直接连接符 8217">
                <a:extLst>
                  <a:ext uri="{FF2B5EF4-FFF2-40B4-BE49-F238E27FC236}">
                    <a16:creationId xmlns:a16="http://schemas.microsoft.com/office/drawing/2014/main" id="{B9545E85-78CD-3A28-D91B-FDC6CC8E7AA6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9" name="直接连接符 8218">
                <a:extLst>
                  <a:ext uri="{FF2B5EF4-FFF2-40B4-BE49-F238E27FC236}">
                    <a16:creationId xmlns:a16="http://schemas.microsoft.com/office/drawing/2014/main" id="{938EA58F-7F6A-8887-8F78-84086310C876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0" name="直接连接符 8219">
                <a:extLst>
                  <a:ext uri="{FF2B5EF4-FFF2-40B4-BE49-F238E27FC236}">
                    <a16:creationId xmlns:a16="http://schemas.microsoft.com/office/drawing/2014/main" id="{9F348C2D-1AE1-4552-EE1C-976AF3DF340F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1" name="直接连接符 8220">
                <a:extLst>
                  <a:ext uri="{FF2B5EF4-FFF2-40B4-BE49-F238E27FC236}">
                    <a16:creationId xmlns:a16="http://schemas.microsoft.com/office/drawing/2014/main" id="{70C10F40-FC5B-DD5D-1132-CC49440F598F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2" name="直接连接符 8221">
                <a:extLst>
                  <a:ext uri="{FF2B5EF4-FFF2-40B4-BE49-F238E27FC236}">
                    <a16:creationId xmlns:a16="http://schemas.microsoft.com/office/drawing/2014/main" id="{EB38B43F-061E-A2D4-0161-C3D7E678F4BF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3" name="直接连接符 8222">
                <a:extLst>
                  <a:ext uri="{FF2B5EF4-FFF2-40B4-BE49-F238E27FC236}">
                    <a16:creationId xmlns:a16="http://schemas.microsoft.com/office/drawing/2014/main" id="{FC076817-B9FB-A4F9-0391-B55790FAF751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4" name="直接连接符 8223">
                <a:extLst>
                  <a:ext uri="{FF2B5EF4-FFF2-40B4-BE49-F238E27FC236}">
                    <a16:creationId xmlns:a16="http://schemas.microsoft.com/office/drawing/2014/main" id="{F6344FF8-8C5F-EE6E-4523-A09BD962108A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5" name="直接连接符 8224">
                <a:extLst>
                  <a:ext uri="{FF2B5EF4-FFF2-40B4-BE49-F238E27FC236}">
                    <a16:creationId xmlns:a16="http://schemas.microsoft.com/office/drawing/2014/main" id="{59736EB2-E63F-BF96-519B-B8FD06B6661A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6" name="直接连接符 8225">
                <a:extLst>
                  <a:ext uri="{FF2B5EF4-FFF2-40B4-BE49-F238E27FC236}">
                    <a16:creationId xmlns:a16="http://schemas.microsoft.com/office/drawing/2014/main" id="{EE928FCC-14ED-660A-5B41-34EB1BFE2F8A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7" name="直接连接符 8226">
                <a:extLst>
                  <a:ext uri="{FF2B5EF4-FFF2-40B4-BE49-F238E27FC236}">
                    <a16:creationId xmlns:a16="http://schemas.microsoft.com/office/drawing/2014/main" id="{DF1EF3BA-CD1B-BE10-8199-E58B87CB7C93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8" name="直接连接符 8227">
                <a:extLst>
                  <a:ext uri="{FF2B5EF4-FFF2-40B4-BE49-F238E27FC236}">
                    <a16:creationId xmlns:a16="http://schemas.microsoft.com/office/drawing/2014/main" id="{4431EF30-6D12-3040-7DB6-2FA814B5AE93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9" name="直接连接符 8228">
                <a:extLst>
                  <a:ext uri="{FF2B5EF4-FFF2-40B4-BE49-F238E27FC236}">
                    <a16:creationId xmlns:a16="http://schemas.microsoft.com/office/drawing/2014/main" id="{DA023CEE-75AE-6D9F-2B97-DB84563CD97F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0" name="直接连接符 8229">
                <a:extLst>
                  <a:ext uri="{FF2B5EF4-FFF2-40B4-BE49-F238E27FC236}">
                    <a16:creationId xmlns:a16="http://schemas.microsoft.com/office/drawing/2014/main" id="{BE010EB2-FAE7-0FF6-9E3A-88B25E77F8BF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1" name="直接连接符 8230">
                <a:extLst>
                  <a:ext uri="{FF2B5EF4-FFF2-40B4-BE49-F238E27FC236}">
                    <a16:creationId xmlns:a16="http://schemas.microsoft.com/office/drawing/2014/main" id="{900E7FC1-8038-5E2C-9E71-9C5629689E9F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2" name="直接连接符 8231">
                <a:extLst>
                  <a:ext uri="{FF2B5EF4-FFF2-40B4-BE49-F238E27FC236}">
                    <a16:creationId xmlns:a16="http://schemas.microsoft.com/office/drawing/2014/main" id="{D0C69222-6D3D-CB5D-9748-500658BEEFF4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3" name="直接连接符 8232">
                <a:extLst>
                  <a:ext uri="{FF2B5EF4-FFF2-40B4-BE49-F238E27FC236}">
                    <a16:creationId xmlns:a16="http://schemas.microsoft.com/office/drawing/2014/main" id="{AF8460C6-3D76-597D-B011-C414FBF84809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4" name="直接连接符 8233">
                <a:extLst>
                  <a:ext uri="{FF2B5EF4-FFF2-40B4-BE49-F238E27FC236}">
                    <a16:creationId xmlns:a16="http://schemas.microsoft.com/office/drawing/2014/main" id="{44F2B0B3-2B8B-40C4-22BE-96308571BFE8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5" name="直接连接符 8234">
                <a:extLst>
                  <a:ext uri="{FF2B5EF4-FFF2-40B4-BE49-F238E27FC236}">
                    <a16:creationId xmlns:a16="http://schemas.microsoft.com/office/drawing/2014/main" id="{78EDC338-5941-4083-F3B4-53CFB1FD0B09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6" name="直接连接符 8235">
                <a:extLst>
                  <a:ext uri="{FF2B5EF4-FFF2-40B4-BE49-F238E27FC236}">
                    <a16:creationId xmlns:a16="http://schemas.microsoft.com/office/drawing/2014/main" id="{5B42A7DD-1F37-9991-A110-7DF0FC59010D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7" name="直接连接符 8236">
                <a:extLst>
                  <a:ext uri="{FF2B5EF4-FFF2-40B4-BE49-F238E27FC236}">
                    <a16:creationId xmlns:a16="http://schemas.microsoft.com/office/drawing/2014/main" id="{7E524E19-5115-4224-BF81-6BA8405C0469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8" name="直接连接符 8237">
                <a:extLst>
                  <a:ext uri="{FF2B5EF4-FFF2-40B4-BE49-F238E27FC236}">
                    <a16:creationId xmlns:a16="http://schemas.microsoft.com/office/drawing/2014/main" id="{C0952116-633C-FF74-9E8F-DF4B6DFF8D8B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9" name="直接连接符 8238">
                <a:extLst>
                  <a:ext uri="{FF2B5EF4-FFF2-40B4-BE49-F238E27FC236}">
                    <a16:creationId xmlns:a16="http://schemas.microsoft.com/office/drawing/2014/main" id="{839B8E75-4D3E-9657-CCC3-FA6A849EBB09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0" name="直接连接符 8239">
                <a:extLst>
                  <a:ext uri="{FF2B5EF4-FFF2-40B4-BE49-F238E27FC236}">
                    <a16:creationId xmlns:a16="http://schemas.microsoft.com/office/drawing/2014/main" id="{01E71E56-13EA-5577-8FA2-7FA614C4CE4A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1" name="直接连接符 8240">
                <a:extLst>
                  <a:ext uri="{FF2B5EF4-FFF2-40B4-BE49-F238E27FC236}">
                    <a16:creationId xmlns:a16="http://schemas.microsoft.com/office/drawing/2014/main" id="{012C31AB-8E9D-238A-EB47-841036E6DF4D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2" name="直接连接符 8241">
                <a:extLst>
                  <a:ext uri="{FF2B5EF4-FFF2-40B4-BE49-F238E27FC236}">
                    <a16:creationId xmlns:a16="http://schemas.microsoft.com/office/drawing/2014/main" id="{50717E98-3AF5-126E-E5C3-108BB545F3FC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3" name="直接连接符 8242">
                <a:extLst>
                  <a:ext uri="{FF2B5EF4-FFF2-40B4-BE49-F238E27FC236}">
                    <a16:creationId xmlns:a16="http://schemas.microsoft.com/office/drawing/2014/main" id="{2B581D36-C019-5EC5-7BC7-7160397D5B10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4" name="直接连接符 8243">
                <a:extLst>
                  <a:ext uri="{FF2B5EF4-FFF2-40B4-BE49-F238E27FC236}">
                    <a16:creationId xmlns:a16="http://schemas.microsoft.com/office/drawing/2014/main" id="{A670F91D-77C5-2B21-0C92-385C6057689E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5" name="直接连接符 8244">
                <a:extLst>
                  <a:ext uri="{FF2B5EF4-FFF2-40B4-BE49-F238E27FC236}">
                    <a16:creationId xmlns:a16="http://schemas.microsoft.com/office/drawing/2014/main" id="{024FE510-AF75-D578-60CA-F6657C4D5334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6" name="直接连接符 8245">
                <a:extLst>
                  <a:ext uri="{FF2B5EF4-FFF2-40B4-BE49-F238E27FC236}">
                    <a16:creationId xmlns:a16="http://schemas.microsoft.com/office/drawing/2014/main" id="{AE06A32A-16A2-D6D9-AECF-9B4DD29298EE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7" name="直接连接符 8246">
                <a:extLst>
                  <a:ext uri="{FF2B5EF4-FFF2-40B4-BE49-F238E27FC236}">
                    <a16:creationId xmlns:a16="http://schemas.microsoft.com/office/drawing/2014/main" id="{2779107B-2DBD-AA98-E5CD-806EDADDF30C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8" name="直接连接符 8247">
                <a:extLst>
                  <a:ext uri="{FF2B5EF4-FFF2-40B4-BE49-F238E27FC236}">
                    <a16:creationId xmlns:a16="http://schemas.microsoft.com/office/drawing/2014/main" id="{97EAA83A-8D20-C55B-E499-09FAB60F1D4A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9" name="直接连接符 8248">
                <a:extLst>
                  <a:ext uri="{FF2B5EF4-FFF2-40B4-BE49-F238E27FC236}">
                    <a16:creationId xmlns:a16="http://schemas.microsoft.com/office/drawing/2014/main" id="{23F664B1-B1AC-F9D3-19D6-F3D6AC99216A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0" name="直接连接符 8249">
                <a:extLst>
                  <a:ext uri="{FF2B5EF4-FFF2-40B4-BE49-F238E27FC236}">
                    <a16:creationId xmlns:a16="http://schemas.microsoft.com/office/drawing/2014/main" id="{00F4F18E-B983-5E08-C92B-CAC6A4E41FFD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1" name="直接连接符 8250">
                <a:extLst>
                  <a:ext uri="{FF2B5EF4-FFF2-40B4-BE49-F238E27FC236}">
                    <a16:creationId xmlns:a16="http://schemas.microsoft.com/office/drawing/2014/main" id="{E336060B-CD05-7464-FE6C-3C773BDD8465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2" name="直接连接符 8251">
                <a:extLst>
                  <a:ext uri="{FF2B5EF4-FFF2-40B4-BE49-F238E27FC236}">
                    <a16:creationId xmlns:a16="http://schemas.microsoft.com/office/drawing/2014/main" id="{23E62494-F4B3-4B2B-9DDC-990502AF6BA2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3" name="直接连接符 8252">
                <a:extLst>
                  <a:ext uri="{FF2B5EF4-FFF2-40B4-BE49-F238E27FC236}">
                    <a16:creationId xmlns:a16="http://schemas.microsoft.com/office/drawing/2014/main" id="{F2111516-A2CE-81B9-4C4A-B1CE3130C5EA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4" name="直接连接符 8253">
                <a:extLst>
                  <a:ext uri="{FF2B5EF4-FFF2-40B4-BE49-F238E27FC236}">
                    <a16:creationId xmlns:a16="http://schemas.microsoft.com/office/drawing/2014/main" id="{AC000A39-C13E-0A12-62EF-8BFDC69FCD7E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5" name="直接连接符 8254">
                <a:extLst>
                  <a:ext uri="{FF2B5EF4-FFF2-40B4-BE49-F238E27FC236}">
                    <a16:creationId xmlns:a16="http://schemas.microsoft.com/office/drawing/2014/main" id="{A1B8D65F-E551-BDEC-06D6-6C7EB2BD0117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6" name="直接连接符 8255">
                <a:extLst>
                  <a:ext uri="{FF2B5EF4-FFF2-40B4-BE49-F238E27FC236}">
                    <a16:creationId xmlns:a16="http://schemas.microsoft.com/office/drawing/2014/main" id="{8D03119A-A6BB-E8E1-E7C4-C2360E1E8A94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7" name="直接连接符 8256">
                <a:extLst>
                  <a:ext uri="{FF2B5EF4-FFF2-40B4-BE49-F238E27FC236}">
                    <a16:creationId xmlns:a16="http://schemas.microsoft.com/office/drawing/2014/main" id="{E6CF0251-5F40-49EA-16EE-454D25CBAEC4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8" name="直接连接符 8257">
                <a:extLst>
                  <a:ext uri="{FF2B5EF4-FFF2-40B4-BE49-F238E27FC236}">
                    <a16:creationId xmlns:a16="http://schemas.microsoft.com/office/drawing/2014/main" id="{5154E64A-10FC-FC4B-5E6A-858E7E601E44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9" name="直接连接符 8258">
                <a:extLst>
                  <a:ext uri="{FF2B5EF4-FFF2-40B4-BE49-F238E27FC236}">
                    <a16:creationId xmlns:a16="http://schemas.microsoft.com/office/drawing/2014/main" id="{0B5F2259-D864-EF77-20F3-AB0B4DBBD159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0" name="直接连接符 8259">
                <a:extLst>
                  <a:ext uri="{FF2B5EF4-FFF2-40B4-BE49-F238E27FC236}">
                    <a16:creationId xmlns:a16="http://schemas.microsoft.com/office/drawing/2014/main" id="{3F5C228A-9957-F7E4-71F7-1414D72C7FED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1" name="直接连接符 8260">
                <a:extLst>
                  <a:ext uri="{FF2B5EF4-FFF2-40B4-BE49-F238E27FC236}">
                    <a16:creationId xmlns:a16="http://schemas.microsoft.com/office/drawing/2014/main" id="{F27E8E63-31E2-C974-A63D-A951E5B90FEE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2" name="直接连接符 8261">
                <a:extLst>
                  <a:ext uri="{FF2B5EF4-FFF2-40B4-BE49-F238E27FC236}">
                    <a16:creationId xmlns:a16="http://schemas.microsoft.com/office/drawing/2014/main" id="{DD4B50C9-304D-6D45-2BCF-FBDA7C230708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3" name="直接连接符 8262">
                <a:extLst>
                  <a:ext uri="{FF2B5EF4-FFF2-40B4-BE49-F238E27FC236}">
                    <a16:creationId xmlns:a16="http://schemas.microsoft.com/office/drawing/2014/main" id="{41BEA9C2-2665-59F9-F6DA-3A0D3DA1150A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4" name="直接连接符 8263">
                <a:extLst>
                  <a:ext uri="{FF2B5EF4-FFF2-40B4-BE49-F238E27FC236}">
                    <a16:creationId xmlns:a16="http://schemas.microsoft.com/office/drawing/2014/main" id="{B1B91A27-5D91-C013-F4C0-58C122DA8AB8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5" name="直接连接符 8264">
                <a:extLst>
                  <a:ext uri="{FF2B5EF4-FFF2-40B4-BE49-F238E27FC236}">
                    <a16:creationId xmlns:a16="http://schemas.microsoft.com/office/drawing/2014/main" id="{C6981DBD-2905-F0E3-F6C2-EC64E8CE3D6D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6" name="直接连接符 8265">
                <a:extLst>
                  <a:ext uri="{FF2B5EF4-FFF2-40B4-BE49-F238E27FC236}">
                    <a16:creationId xmlns:a16="http://schemas.microsoft.com/office/drawing/2014/main" id="{0C171A56-9CE1-36DF-13F2-EA63355B909E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7" name="直接连接符 8266">
                <a:extLst>
                  <a:ext uri="{FF2B5EF4-FFF2-40B4-BE49-F238E27FC236}">
                    <a16:creationId xmlns:a16="http://schemas.microsoft.com/office/drawing/2014/main" id="{A274AD8A-940D-2908-E74B-DC17B7057E43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8" name="直接连接符 8267">
                <a:extLst>
                  <a:ext uri="{FF2B5EF4-FFF2-40B4-BE49-F238E27FC236}">
                    <a16:creationId xmlns:a16="http://schemas.microsoft.com/office/drawing/2014/main" id="{730A0D28-C095-84A5-8A2B-E19A01EA6E29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B0547BF8-912E-0C38-2F00-A740919AE0CD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D29AC818-5E55-EA24-EA33-8197CA51176C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1F65B658-34B9-E191-4134-417A3B4288A6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D6B2F20E-6A70-E423-362A-42345E167313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86238DA6-7FF1-F848-8DE9-40D499776541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1E49D386-5708-4457-5538-3A676A6EE05A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C704F690-ABDB-736E-FDF4-BD3F4B9E79B3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62C6849E-7E08-8244-173F-80FE97AAB9F9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C4DBAD32-F470-CD67-0E19-3481DE88FB84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6FA90FB6-9B9D-5116-87C5-47DBD65967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0A3B121F-5A9D-4E42-98BA-5CFB533736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3.1 基本定义与应用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5154FF6C-81DE-4F5B-B857-EB8CEAAA98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9897" y="152332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Web graph.</a:t>
            </a:r>
          </a:p>
          <a:p>
            <a:pPr lvl="1" eaLnBrk="1" hangingPunct="1"/>
            <a:r>
              <a:rPr lang="en-US" altLang="zh-CN" sz="2400" dirty="0"/>
              <a:t>Node:  </a:t>
            </a:r>
            <a:r>
              <a:rPr lang="zh-CN" altLang="en-US" sz="2400" dirty="0"/>
              <a:t>网页</a:t>
            </a:r>
          </a:p>
          <a:p>
            <a:pPr lvl="1" eaLnBrk="1" hangingPunct="1"/>
            <a:r>
              <a:rPr lang="en-US" altLang="zh-CN" sz="2400" dirty="0"/>
              <a:t>Edge:  </a:t>
            </a:r>
            <a:r>
              <a:rPr lang="zh-CN" altLang="en-US" sz="2400" dirty="0"/>
              <a:t>一个网页到另外网页的超级链接(</a:t>
            </a:r>
            <a:r>
              <a:rPr lang="en-US" altLang="zh-CN" sz="2400" dirty="0"/>
              <a:t>hyperlink).</a:t>
            </a:r>
          </a:p>
          <a:p>
            <a:pPr eaLnBrk="1" hangingPunct="1"/>
            <a:endParaRPr lang="zh-CN" altLang="en-US" sz="2400" dirty="0"/>
          </a:p>
        </p:txBody>
      </p:sp>
      <p:sp>
        <p:nvSpPr>
          <p:cNvPr id="9218" name="灯片编号占位符 5">
            <a:extLst>
              <a:ext uri="{FF2B5EF4-FFF2-40B4-BE49-F238E27FC236}">
                <a16:creationId xmlns:a16="http://schemas.microsoft.com/office/drawing/2014/main" id="{D558DCD7-2D04-4B67-9470-60116AF8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89DF43-F226-44AF-B78F-0F269660F706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CN" sz="1400"/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199602BF-A5DE-4F19-BA92-E4BFE823B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2065" y="2909556"/>
            <a:ext cx="1113126" cy="33919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2880" tIns="46038" rIns="182880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accent2"/>
                </a:solidFill>
                <a:latin typeface="Comic Sans MS" panose="030F0702030302020204" pitchFamily="66" charset="0"/>
              </a:rPr>
              <a:t>cnn.com</a:t>
            </a:r>
          </a:p>
        </p:txBody>
      </p:sp>
      <p:cxnSp>
        <p:nvCxnSpPr>
          <p:cNvPr id="9222" name="AutoShape 5">
            <a:extLst>
              <a:ext uri="{FF2B5EF4-FFF2-40B4-BE49-F238E27FC236}">
                <a16:creationId xmlns:a16="http://schemas.microsoft.com/office/drawing/2014/main" id="{A836CFBD-6476-42A5-BBA1-911C7EACFF55}"/>
              </a:ext>
            </a:extLst>
          </p:cNvPr>
          <p:cNvCxnSpPr>
            <a:cxnSpLocks noChangeShapeType="1"/>
            <a:stCxn id="9221" idx="2"/>
            <a:endCxn id="9225" idx="0"/>
          </p:cNvCxnSpPr>
          <p:nvPr/>
        </p:nvCxnSpPr>
        <p:spPr bwMode="auto">
          <a:xfrm flipH="1">
            <a:off x="3115472" y="3248752"/>
            <a:ext cx="1123156" cy="803804"/>
          </a:xfrm>
          <a:prstGeom prst="straightConnector1">
            <a:avLst/>
          </a:prstGeom>
          <a:ln>
            <a:headEnd/>
            <a:tailEnd type="triangl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9223" name="Rectangle 6">
            <a:extLst>
              <a:ext uri="{FF2B5EF4-FFF2-40B4-BE49-F238E27FC236}">
                <a16:creationId xmlns:a16="http://schemas.microsoft.com/office/drawing/2014/main" id="{BF05344C-69DE-4993-A93F-92ACCAC27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0381" y="4093831"/>
            <a:ext cx="1270220" cy="33919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2880" tIns="46038" rIns="182880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accent2"/>
                </a:solidFill>
                <a:latin typeface="Comic Sans MS" panose="030F0702030302020204" pitchFamily="66" charset="0"/>
              </a:rPr>
              <a:t>cnnsi.com</a:t>
            </a:r>
          </a:p>
        </p:txBody>
      </p:sp>
      <p:cxnSp>
        <p:nvCxnSpPr>
          <p:cNvPr id="9224" name="AutoShape 7">
            <a:extLst>
              <a:ext uri="{FF2B5EF4-FFF2-40B4-BE49-F238E27FC236}">
                <a16:creationId xmlns:a16="http://schemas.microsoft.com/office/drawing/2014/main" id="{772806D3-802B-4291-B21F-BBA064874E2B}"/>
              </a:ext>
            </a:extLst>
          </p:cNvPr>
          <p:cNvCxnSpPr>
            <a:cxnSpLocks noChangeShapeType="1"/>
            <a:stCxn id="9221" idx="2"/>
            <a:endCxn id="9223" idx="0"/>
          </p:cNvCxnSpPr>
          <p:nvPr/>
        </p:nvCxnSpPr>
        <p:spPr bwMode="auto">
          <a:xfrm>
            <a:off x="4238628" y="3248752"/>
            <a:ext cx="296863" cy="845079"/>
          </a:xfrm>
          <a:prstGeom prst="straightConnector1">
            <a:avLst/>
          </a:prstGeom>
          <a:ln>
            <a:headEnd/>
            <a:tailEnd type="triangl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9225" name="Rectangle 8">
            <a:extLst>
              <a:ext uri="{FF2B5EF4-FFF2-40B4-BE49-F238E27FC236}">
                <a16:creationId xmlns:a16="http://schemas.microsoft.com/office/drawing/2014/main" id="{52D4DC55-8B83-4F48-A675-0C0E33179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904" y="4052556"/>
            <a:ext cx="1331135" cy="33919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2880" tIns="46038" rIns="182880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accent2"/>
                </a:solidFill>
                <a:latin typeface="Comic Sans MS" panose="030F0702030302020204" pitchFamily="66" charset="0"/>
              </a:rPr>
              <a:t>novell.com</a:t>
            </a:r>
          </a:p>
        </p:txBody>
      </p:sp>
      <p:cxnSp>
        <p:nvCxnSpPr>
          <p:cNvPr id="9226" name="AutoShape 9">
            <a:extLst>
              <a:ext uri="{FF2B5EF4-FFF2-40B4-BE49-F238E27FC236}">
                <a16:creationId xmlns:a16="http://schemas.microsoft.com/office/drawing/2014/main" id="{181CD962-60FC-4B8B-8EB0-E444024081E8}"/>
              </a:ext>
            </a:extLst>
          </p:cNvPr>
          <p:cNvCxnSpPr>
            <a:cxnSpLocks noChangeShapeType="1"/>
            <a:stCxn id="9221" idx="2"/>
            <a:endCxn id="9227" idx="0"/>
          </p:cNvCxnSpPr>
          <p:nvPr/>
        </p:nvCxnSpPr>
        <p:spPr bwMode="auto">
          <a:xfrm flipH="1">
            <a:off x="1116013" y="3248752"/>
            <a:ext cx="3122615" cy="803804"/>
          </a:xfrm>
          <a:prstGeom prst="straightConnector1">
            <a:avLst/>
          </a:prstGeom>
          <a:ln>
            <a:headEnd/>
            <a:tailEnd type="triangl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9227" name="Rectangle 10">
            <a:extLst>
              <a:ext uri="{FF2B5EF4-FFF2-40B4-BE49-F238E27FC236}">
                <a16:creationId xmlns:a16="http://schemas.microsoft.com/office/drawing/2014/main" id="{0F800829-6F0F-4317-BF3D-E67E5892E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756" y="4052556"/>
            <a:ext cx="1640514" cy="33919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2880" tIns="46038" rIns="182880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accent2"/>
                </a:solidFill>
                <a:latin typeface="Comic Sans MS" panose="030F0702030302020204" pitchFamily="66" charset="0"/>
              </a:rPr>
              <a:t>netscape.com</a:t>
            </a:r>
          </a:p>
        </p:txBody>
      </p:sp>
      <p:sp>
        <p:nvSpPr>
          <p:cNvPr id="9228" name="Rectangle 11">
            <a:extLst>
              <a:ext uri="{FF2B5EF4-FFF2-40B4-BE49-F238E27FC236}">
                <a16:creationId xmlns:a16="http://schemas.microsoft.com/office/drawing/2014/main" id="{BC4B4B43-AD52-4154-AFA7-D9ABE6C65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917" y="4093831"/>
            <a:ext cx="1882567" cy="33919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2880" tIns="46038" rIns="182880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accent2"/>
                </a:solidFill>
                <a:latin typeface="Comic Sans MS" panose="030F0702030302020204" pitchFamily="66" charset="0"/>
              </a:rPr>
              <a:t>timewarner.com</a:t>
            </a:r>
          </a:p>
        </p:txBody>
      </p:sp>
      <p:cxnSp>
        <p:nvCxnSpPr>
          <p:cNvPr id="9229" name="AutoShape 12">
            <a:extLst>
              <a:ext uri="{FF2B5EF4-FFF2-40B4-BE49-F238E27FC236}">
                <a16:creationId xmlns:a16="http://schemas.microsoft.com/office/drawing/2014/main" id="{62DB8E2D-3D45-4B79-A607-40854840062C}"/>
              </a:ext>
            </a:extLst>
          </p:cNvPr>
          <p:cNvCxnSpPr>
            <a:cxnSpLocks noChangeShapeType="1"/>
            <a:stCxn id="9221" idx="2"/>
            <a:endCxn id="9228" idx="0"/>
          </p:cNvCxnSpPr>
          <p:nvPr/>
        </p:nvCxnSpPr>
        <p:spPr bwMode="auto">
          <a:xfrm>
            <a:off x="4238628" y="3248752"/>
            <a:ext cx="2314573" cy="845079"/>
          </a:xfrm>
          <a:prstGeom prst="straightConnector1">
            <a:avLst/>
          </a:prstGeom>
          <a:ln>
            <a:headEnd/>
            <a:tailEnd type="triangl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9230" name="AutoShape 13">
            <a:extLst>
              <a:ext uri="{FF2B5EF4-FFF2-40B4-BE49-F238E27FC236}">
                <a16:creationId xmlns:a16="http://schemas.microsoft.com/office/drawing/2014/main" id="{BE031E31-AD54-488E-9571-207F84303A92}"/>
              </a:ext>
            </a:extLst>
          </p:cNvPr>
          <p:cNvCxnSpPr>
            <a:cxnSpLocks noChangeShapeType="1"/>
            <a:stCxn id="9228" idx="3"/>
            <a:endCxn id="9221" idx="3"/>
          </p:cNvCxnSpPr>
          <p:nvPr/>
        </p:nvCxnSpPr>
        <p:spPr bwMode="auto">
          <a:xfrm flipH="1" flipV="1">
            <a:off x="4795191" y="3079154"/>
            <a:ext cx="2699293" cy="1184275"/>
          </a:xfrm>
          <a:prstGeom prst="bentConnector3">
            <a:avLst>
              <a:gd name="adj1" fmla="val -8469"/>
            </a:avLst>
          </a:prstGeom>
          <a:ln>
            <a:headEnd/>
            <a:tailEnd type="triangl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9231" name="Rectangle 14">
            <a:extLst>
              <a:ext uri="{FF2B5EF4-FFF2-40B4-BE49-F238E27FC236}">
                <a16:creationId xmlns:a16="http://schemas.microsoft.com/office/drawing/2014/main" id="{E57E34BF-4BF7-482C-81D0-6547842BF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014" y="4966956"/>
            <a:ext cx="1140377" cy="33919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2880" tIns="46038" rIns="182880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accent2"/>
                </a:solidFill>
                <a:latin typeface="Comic Sans MS" panose="030F0702030302020204" pitchFamily="66" charset="0"/>
              </a:rPr>
              <a:t>hbo.com</a:t>
            </a:r>
          </a:p>
        </p:txBody>
      </p:sp>
      <p:cxnSp>
        <p:nvCxnSpPr>
          <p:cNvPr id="9232" name="AutoShape 15">
            <a:extLst>
              <a:ext uri="{FF2B5EF4-FFF2-40B4-BE49-F238E27FC236}">
                <a16:creationId xmlns:a16="http://schemas.microsoft.com/office/drawing/2014/main" id="{8ADDD466-C218-4304-AAEC-8F9512357C26}"/>
              </a:ext>
            </a:extLst>
          </p:cNvPr>
          <p:cNvCxnSpPr>
            <a:cxnSpLocks noChangeShapeType="1"/>
            <a:stCxn id="9228" idx="2"/>
            <a:endCxn id="9231" idx="0"/>
          </p:cNvCxnSpPr>
          <p:nvPr/>
        </p:nvCxnSpPr>
        <p:spPr bwMode="auto">
          <a:xfrm>
            <a:off x="6553201" y="4433027"/>
            <a:ext cx="2" cy="533929"/>
          </a:xfrm>
          <a:prstGeom prst="straightConnector1">
            <a:avLst/>
          </a:prstGeom>
          <a:ln>
            <a:headEnd/>
            <a:tailEnd type="triangl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9233" name="Rectangle 16">
            <a:extLst>
              <a:ext uri="{FF2B5EF4-FFF2-40B4-BE49-F238E27FC236}">
                <a16:creationId xmlns:a16="http://schemas.microsoft.com/office/drawing/2014/main" id="{E4BA4B08-84D2-4768-B364-2F6EFEBBB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75" y="5882944"/>
            <a:ext cx="1727076" cy="33919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2880" tIns="46038" rIns="182880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accent2"/>
                </a:solidFill>
                <a:latin typeface="Comic Sans MS" panose="030F0702030302020204" pitchFamily="66" charset="0"/>
              </a:rPr>
              <a:t>sorpranos.com</a:t>
            </a:r>
          </a:p>
        </p:txBody>
      </p:sp>
      <p:cxnSp>
        <p:nvCxnSpPr>
          <p:cNvPr id="9234" name="AutoShape 17">
            <a:extLst>
              <a:ext uri="{FF2B5EF4-FFF2-40B4-BE49-F238E27FC236}">
                <a16:creationId xmlns:a16="http://schemas.microsoft.com/office/drawing/2014/main" id="{857BB6FA-B3B0-4C32-825E-7D0669821F2B}"/>
              </a:ext>
            </a:extLst>
          </p:cNvPr>
          <p:cNvCxnSpPr>
            <a:cxnSpLocks noChangeShapeType="1"/>
            <a:stCxn id="9231" idx="2"/>
            <a:endCxn id="9233" idx="0"/>
          </p:cNvCxnSpPr>
          <p:nvPr/>
        </p:nvCxnSpPr>
        <p:spPr bwMode="auto">
          <a:xfrm flipH="1">
            <a:off x="6551613" y="5306152"/>
            <a:ext cx="1590" cy="576792"/>
          </a:xfrm>
          <a:prstGeom prst="straightConnector1">
            <a:avLst/>
          </a:prstGeom>
          <a:ln>
            <a:headEnd/>
            <a:tailEnd type="triangl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9235" name="AutoShape 18">
            <a:extLst>
              <a:ext uri="{FF2B5EF4-FFF2-40B4-BE49-F238E27FC236}">
                <a16:creationId xmlns:a16="http://schemas.microsoft.com/office/drawing/2014/main" id="{2C734A93-1E6A-4A9E-AFEC-FE9BB649E00E}"/>
              </a:ext>
            </a:extLst>
          </p:cNvPr>
          <p:cNvCxnSpPr>
            <a:cxnSpLocks noChangeShapeType="1"/>
            <a:stCxn id="9233" idx="3"/>
            <a:endCxn id="9231" idx="3"/>
          </p:cNvCxnSpPr>
          <p:nvPr/>
        </p:nvCxnSpPr>
        <p:spPr bwMode="auto">
          <a:xfrm flipH="1" flipV="1">
            <a:off x="7123391" y="5136554"/>
            <a:ext cx="291760" cy="915988"/>
          </a:xfrm>
          <a:prstGeom prst="bentConnector3">
            <a:avLst>
              <a:gd name="adj1" fmla="val -78352"/>
            </a:avLst>
          </a:prstGeom>
          <a:ln>
            <a:headEnd/>
            <a:tailEnd type="triangl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9236" name="AutoShape 19">
            <a:extLst>
              <a:ext uri="{FF2B5EF4-FFF2-40B4-BE49-F238E27FC236}">
                <a16:creationId xmlns:a16="http://schemas.microsoft.com/office/drawing/2014/main" id="{BCAA6A06-94AF-4ED9-88C1-AACD22F972D4}"/>
              </a:ext>
            </a:extLst>
          </p:cNvPr>
          <p:cNvCxnSpPr>
            <a:cxnSpLocks noChangeShapeType="1"/>
            <a:stCxn id="9227" idx="2"/>
            <a:endCxn id="9233" idx="1"/>
          </p:cNvCxnSpPr>
          <p:nvPr/>
        </p:nvCxnSpPr>
        <p:spPr bwMode="auto">
          <a:xfrm rot="16200000" flipH="1">
            <a:off x="2571649" y="2936116"/>
            <a:ext cx="1660790" cy="4572062"/>
          </a:xfrm>
          <a:prstGeom prst="bentConnector2">
            <a:avLst/>
          </a:prstGeom>
          <a:ln>
            <a:headEnd/>
            <a:tailEnd type="triangl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9237" name="AutoShape 20">
            <a:extLst>
              <a:ext uri="{FF2B5EF4-FFF2-40B4-BE49-F238E27FC236}">
                <a16:creationId xmlns:a16="http://schemas.microsoft.com/office/drawing/2014/main" id="{7FE7C2C9-02FE-445F-AF4B-3945D3BD49BB}"/>
              </a:ext>
            </a:extLst>
          </p:cNvPr>
          <p:cNvCxnSpPr>
            <a:cxnSpLocks noChangeShapeType="1"/>
            <a:stCxn id="9231" idx="1"/>
            <a:endCxn id="9227" idx="3"/>
          </p:cNvCxnSpPr>
          <p:nvPr/>
        </p:nvCxnSpPr>
        <p:spPr bwMode="auto">
          <a:xfrm rot="10800000">
            <a:off x="1936270" y="4222154"/>
            <a:ext cx="4046744" cy="914400"/>
          </a:xfrm>
          <a:prstGeom prst="bentConnector3">
            <a:avLst>
              <a:gd name="adj1" fmla="val 92430"/>
            </a:avLst>
          </a:prstGeom>
          <a:ln>
            <a:headEnd/>
            <a:tailEnd type="triangl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F8FA91E7-6960-6203-DDEE-78C54E8626F3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21BE8D2-268A-1162-A3BE-A92BFBAD977E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2D01A84E-625F-1257-E0C1-5BDF3EC7C202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F6C193C-92D4-F924-8909-E63FC98F4F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6A4DCE8D-C4D1-93A8-8DAF-A6AA00B35F43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9E78A7B-FB36-588B-B48C-A174C5448B90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72A45C8-E5F2-710A-1791-2627969C1F21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BD93E893-9D22-756D-49E1-A2E28DBB512F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44C31FD-698B-876F-7F71-00287253B967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C8D258FF-6F34-6580-66F5-2B10178D94B6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AAFBEE08-817D-F954-CBD3-71E6C8688112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28C1BCAF-5308-5CE4-C0B5-1269FD91587D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5FB622E7-E778-0395-C829-DF89D339AC4B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6BD0A0EA-3135-6C70-D224-4E2170312661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F834DD99-24E3-0DB4-FB34-9E56BE2E6D85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9C360328-0ECA-25D5-C2E0-2EA0E37418BA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53AB082D-A250-B05A-DFDF-FB2B422DE297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2DA89B01-6D4E-689C-E3A3-B0C1AEFE84AA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12AC9AFB-2462-B956-3484-31FE73A9C539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46B4AF82-7481-5B9F-BB07-5638DE239D41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3AA8C38E-6184-2282-C492-3F62E8171D16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A661C6C7-9E42-82AB-ECA1-63D92235636A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A4069403-C4C1-E017-74B3-E160AD73F7EB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4F4D2253-AEFB-68A0-5731-4F48527BDD86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35C8693C-10BD-5412-2620-0785423E7A4A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10AF2CA7-9B70-C2DB-3AC4-381B8BAC5402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CBE3F2A7-F1FF-A1E4-D1FB-0BBB339B4F35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4BD3FD01-C48E-BBD8-165F-01610D164682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3EA3F35C-FB2A-C1CF-8A52-CDA03429B585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BF79B9D7-FDBE-EF5F-33F0-D337788DB8F7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D2D40BAA-18B3-512F-A178-756F3ECA9241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644627B2-A3C5-9167-B997-C8A678C59C6C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3CA1AD72-7ED1-0C28-7065-736B21B4D4DF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2F522E72-C6DB-32A3-7C4F-5E63868181D6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D80F7079-B17C-CFFE-7051-04EA5AC96DFD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4BF7109A-044A-46D2-05F6-C695D1498A6A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884B436D-3797-093F-8EAD-FC206DF4B08B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75369DB9-7BEE-805C-4235-EDE33BFA7D46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931B6464-B3FF-E090-4A3F-D24C1993E13A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7963E696-6507-C27B-7980-027F46D16C10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3D77E3A6-842E-F204-5DBB-6120D6EDF5BF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50DE477E-6E17-EB8E-5CD3-2C36B5C71690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D3E64CC8-CA59-DA0D-094A-A0D7D643FC7A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E6C1D90E-45E3-7CAE-53C3-B80F1683CDAD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1DD516F0-A03B-E9D6-6476-7AD5C93FA1BD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5C84F7C1-0746-5E86-630D-A1DDAC2857FC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7F9B4A2D-ECFA-4EB0-6DFB-30E8305AB29D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B4778252-6316-7472-7996-A6BE730E6383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C0968E85-2B68-2165-4C68-98431396FB80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4DDCBA7A-8DE2-5317-2BDE-2A061964B2F5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BA4C07C2-F84E-E074-F5E0-D42261A0A325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C298EE97-B5C6-060D-831C-3021C603A43B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16" name="直接连接符 9215">
                <a:extLst>
                  <a:ext uri="{FF2B5EF4-FFF2-40B4-BE49-F238E27FC236}">
                    <a16:creationId xmlns:a16="http://schemas.microsoft.com/office/drawing/2014/main" id="{F62D90F2-4927-65D3-A7A7-4A143061D523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17" name="直接连接符 9216">
                <a:extLst>
                  <a:ext uri="{FF2B5EF4-FFF2-40B4-BE49-F238E27FC236}">
                    <a16:creationId xmlns:a16="http://schemas.microsoft.com/office/drawing/2014/main" id="{623E25A2-C2A9-EFAA-42AB-98798C988167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38" name="直接连接符 9237">
                <a:extLst>
                  <a:ext uri="{FF2B5EF4-FFF2-40B4-BE49-F238E27FC236}">
                    <a16:creationId xmlns:a16="http://schemas.microsoft.com/office/drawing/2014/main" id="{A1EB356D-CF74-C236-2E69-78206F1B6028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39" name="直接连接符 9238">
                <a:extLst>
                  <a:ext uri="{FF2B5EF4-FFF2-40B4-BE49-F238E27FC236}">
                    <a16:creationId xmlns:a16="http://schemas.microsoft.com/office/drawing/2014/main" id="{043976BC-4F8C-53E5-9A75-CD93AA987403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0" name="直接连接符 9239">
                <a:extLst>
                  <a:ext uri="{FF2B5EF4-FFF2-40B4-BE49-F238E27FC236}">
                    <a16:creationId xmlns:a16="http://schemas.microsoft.com/office/drawing/2014/main" id="{515B66C4-E945-A562-A30E-03665A1A8004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1" name="直接连接符 9240">
                <a:extLst>
                  <a:ext uri="{FF2B5EF4-FFF2-40B4-BE49-F238E27FC236}">
                    <a16:creationId xmlns:a16="http://schemas.microsoft.com/office/drawing/2014/main" id="{F298050C-6BE0-0D2C-93D2-9CD554807988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2" name="直接连接符 9241">
                <a:extLst>
                  <a:ext uri="{FF2B5EF4-FFF2-40B4-BE49-F238E27FC236}">
                    <a16:creationId xmlns:a16="http://schemas.microsoft.com/office/drawing/2014/main" id="{58632F95-5C13-AB37-AAE6-62DD77248B3D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3" name="直接连接符 9242">
                <a:extLst>
                  <a:ext uri="{FF2B5EF4-FFF2-40B4-BE49-F238E27FC236}">
                    <a16:creationId xmlns:a16="http://schemas.microsoft.com/office/drawing/2014/main" id="{B854C353-2139-E70F-A09A-FDB288BC7DD0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4" name="直接连接符 9243">
                <a:extLst>
                  <a:ext uri="{FF2B5EF4-FFF2-40B4-BE49-F238E27FC236}">
                    <a16:creationId xmlns:a16="http://schemas.microsoft.com/office/drawing/2014/main" id="{3243A3BC-1610-A3CC-C41B-C6CA8835A01B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5" name="直接连接符 9244">
                <a:extLst>
                  <a:ext uri="{FF2B5EF4-FFF2-40B4-BE49-F238E27FC236}">
                    <a16:creationId xmlns:a16="http://schemas.microsoft.com/office/drawing/2014/main" id="{BAF62883-84C6-599C-2CE1-7AE1A38B6FCB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6" name="直接连接符 9245">
                <a:extLst>
                  <a:ext uri="{FF2B5EF4-FFF2-40B4-BE49-F238E27FC236}">
                    <a16:creationId xmlns:a16="http://schemas.microsoft.com/office/drawing/2014/main" id="{32593118-937B-2F38-943C-5B535A397DCB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7" name="直接连接符 9246">
                <a:extLst>
                  <a:ext uri="{FF2B5EF4-FFF2-40B4-BE49-F238E27FC236}">
                    <a16:creationId xmlns:a16="http://schemas.microsoft.com/office/drawing/2014/main" id="{50347E3B-4B37-0537-7D6D-BD9ADA26DB50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8" name="直接连接符 9247">
                <a:extLst>
                  <a:ext uri="{FF2B5EF4-FFF2-40B4-BE49-F238E27FC236}">
                    <a16:creationId xmlns:a16="http://schemas.microsoft.com/office/drawing/2014/main" id="{9594DC4A-0F9D-4EAB-BD9D-384C09EE855B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9" name="直接连接符 9248">
                <a:extLst>
                  <a:ext uri="{FF2B5EF4-FFF2-40B4-BE49-F238E27FC236}">
                    <a16:creationId xmlns:a16="http://schemas.microsoft.com/office/drawing/2014/main" id="{D1B898C7-53D3-97DA-DB68-32DE5AE51531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0" name="直接连接符 9249">
                <a:extLst>
                  <a:ext uri="{FF2B5EF4-FFF2-40B4-BE49-F238E27FC236}">
                    <a16:creationId xmlns:a16="http://schemas.microsoft.com/office/drawing/2014/main" id="{5DE77B25-6F48-869B-E2A5-33237EEB36D3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1" name="直接连接符 9250">
                <a:extLst>
                  <a:ext uri="{FF2B5EF4-FFF2-40B4-BE49-F238E27FC236}">
                    <a16:creationId xmlns:a16="http://schemas.microsoft.com/office/drawing/2014/main" id="{3258B15E-B900-4F63-FD37-32A142A15E27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2" name="直接连接符 9251">
                <a:extLst>
                  <a:ext uri="{FF2B5EF4-FFF2-40B4-BE49-F238E27FC236}">
                    <a16:creationId xmlns:a16="http://schemas.microsoft.com/office/drawing/2014/main" id="{87D6CDD9-06D0-F463-9AE5-76555314BE6F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3" name="直接连接符 9252">
                <a:extLst>
                  <a:ext uri="{FF2B5EF4-FFF2-40B4-BE49-F238E27FC236}">
                    <a16:creationId xmlns:a16="http://schemas.microsoft.com/office/drawing/2014/main" id="{D8434F7A-9A56-6CDE-E85A-6DF0DB09AECE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4" name="直接连接符 9253">
                <a:extLst>
                  <a:ext uri="{FF2B5EF4-FFF2-40B4-BE49-F238E27FC236}">
                    <a16:creationId xmlns:a16="http://schemas.microsoft.com/office/drawing/2014/main" id="{D9C43766-9A09-8502-8DB0-A7F4A812EDCD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5" name="直接连接符 9254">
                <a:extLst>
                  <a:ext uri="{FF2B5EF4-FFF2-40B4-BE49-F238E27FC236}">
                    <a16:creationId xmlns:a16="http://schemas.microsoft.com/office/drawing/2014/main" id="{1605EA57-9DCA-A7E7-A863-DD50B2A174F7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6" name="直接连接符 9255">
                <a:extLst>
                  <a:ext uri="{FF2B5EF4-FFF2-40B4-BE49-F238E27FC236}">
                    <a16:creationId xmlns:a16="http://schemas.microsoft.com/office/drawing/2014/main" id="{F85C742D-1224-A5E7-1E85-86A4B3198398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7" name="直接连接符 9256">
                <a:extLst>
                  <a:ext uri="{FF2B5EF4-FFF2-40B4-BE49-F238E27FC236}">
                    <a16:creationId xmlns:a16="http://schemas.microsoft.com/office/drawing/2014/main" id="{8891894F-27DF-BD19-E5C0-0EA5F7CAFA8F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8" name="直接连接符 9257">
                <a:extLst>
                  <a:ext uri="{FF2B5EF4-FFF2-40B4-BE49-F238E27FC236}">
                    <a16:creationId xmlns:a16="http://schemas.microsoft.com/office/drawing/2014/main" id="{AC7F9E36-FD3C-9024-BD8F-34F0ADB64723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9" name="直接连接符 9258">
                <a:extLst>
                  <a:ext uri="{FF2B5EF4-FFF2-40B4-BE49-F238E27FC236}">
                    <a16:creationId xmlns:a16="http://schemas.microsoft.com/office/drawing/2014/main" id="{4C016AD0-3015-1D43-1C86-0CE25B7FDEF3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0" name="直接连接符 9259">
                <a:extLst>
                  <a:ext uri="{FF2B5EF4-FFF2-40B4-BE49-F238E27FC236}">
                    <a16:creationId xmlns:a16="http://schemas.microsoft.com/office/drawing/2014/main" id="{A8E9774F-BF11-F746-E6E5-23B149D606C0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1" name="直接连接符 9260">
                <a:extLst>
                  <a:ext uri="{FF2B5EF4-FFF2-40B4-BE49-F238E27FC236}">
                    <a16:creationId xmlns:a16="http://schemas.microsoft.com/office/drawing/2014/main" id="{493A8FF5-5D93-34CA-3BAD-DED435DB9D53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2" name="直接连接符 9261">
                <a:extLst>
                  <a:ext uri="{FF2B5EF4-FFF2-40B4-BE49-F238E27FC236}">
                    <a16:creationId xmlns:a16="http://schemas.microsoft.com/office/drawing/2014/main" id="{A52E30FC-128B-C657-8A23-524C8C5E3402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3" name="直接连接符 9262">
                <a:extLst>
                  <a:ext uri="{FF2B5EF4-FFF2-40B4-BE49-F238E27FC236}">
                    <a16:creationId xmlns:a16="http://schemas.microsoft.com/office/drawing/2014/main" id="{A755D92E-02FA-53F5-45AB-ED2F19C6487B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4" name="直接连接符 9263">
                <a:extLst>
                  <a:ext uri="{FF2B5EF4-FFF2-40B4-BE49-F238E27FC236}">
                    <a16:creationId xmlns:a16="http://schemas.microsoft.com/office/drawing/2014/main" id="{E5078881-91EB-CB5A-F4DD-174D9694B171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5" name="直接连接符 9264">
                <a:extLst>
                  <a:ext uri="{FF2B5EF4-FFF2-40B4-BE49-F238E27FC236}">
                    <a16:creationId xmlns:a16="http://schemas.microsoft.com/office/drawing/2014/main" id="{8D2D2513-CF1C-7D88-A1D1-21AD80BBC524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6" name="直接连接符 9265">
                <a:extLst>
                  <a:ext uri="{FF2B5EF4-FFF2-40B4-BE49-F238E27FC236}">
                    <a16:creationId xmlns:a16="http://schemas.microsoft.com/office/drawing/2014/main" id="{9EEE240E-6416-A122-D504-ED0B3579FEE8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7" name="直接连接符 9266">
                <a:extLst>
                  <a:ext uri="{FF2B5EF4-FFF2-40B4-BE49-F238E27FC236}">
                    <a16:creationId xmlns:a16="http://schemas.microsoft.com/office/drawing/2014/main" id="{7561B4EB-9FFD-72F4-84B5-CBFD2C0B315B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8" name="直接连接符 9267">
                <a:extLst>
                  <a:ext uri="{FF2B5EF4-FFF2-40B4-BE49-F238E27FC236}">
                    <a16:creationId xmlns:a16="http://schemas.microsoft.com/office/drawing/2014/main" id="{76F0D774-46F6-759E-652C-AC1B72EF01E2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9" name="直接连接符 9268">
                <a:extLst>
                  <a:ext uri="{FF2B5EF4-FFF2-40B4-BE49-F238E27FC236}">
                    <a16:creationId xmlns:a16="http://schemas.microsoft.com/office/drawing/2014/main" id="{F490D981-600D-EFAD-6B38-1B0C6C08E542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0" name="直接连接符 9269">
                <a:extLst>
                  <a:ext uri="{FF2B5EF4-FFF2-40B4-BE49-F238E27FC236}">
                    <a16:creationId xmlns:a16="http://schemas.microsoft.com/office/drawing/2014/main" id="{E040105A-18D8-4D45-6F3C-D91DDF33B07C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1" name="直接连接符 9270">
                <a:extLst>
                  <a:ext uri="{FF2B5EF4-FFF2-40B4-BE49-F238E27FC236}">
                    <a16:creationId xmlns:a16="http://schemas.microsoft.com/office/drawing/2014/main" id="{4865B2DB-9F3D-B5B2-242A-0F8B08E3E431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2" name="直接连接符 9271">
                <a:extLst>
                  <a:ext uri="{FF2B5EF4-FFF2-40B4-BE49-F238E27FC236}">
                    <a16:creationId xmlns:a16="http://schemas.microsoft.com/office/drawing/2014/main" id="{4A22EFF4-A168-B5B9-3F3C-771ED7974F30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3" name="直接连接符 9272">
                <a:extLst>
                  <a:ext uri="{FF2B5EF4-FFF2-40B4-BE49-F238E27FC236}">
                    <a16:creationId xmlns:a16="http://schemas.microsoft.com/office/drawing/2014/main" id="{6B47BE81-9C68-9510-8B66-40B519A7B2EB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4" name="直接连接符 9273">
                <a:extLst>
                  <a:ext uri="{FF2B5EF4-FFF2-40B4-BE49-F238E27FC236}">
                    <a16:creationId xmlns:a16="http://schemas.microsoft.com/office/drawing/2014/main" id="{6724B5D0-6EAA-FE3F-BF66-37D49AD5C8EA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5" name="直接连接符 9274">
                <a:extLst>
                  <a:ext uri="{FF2B5EF4-FFF2-40B4-BE49-F238E27FC236}">
                    <a16:creationId xmlns:a16="http://schemas.microsoft.com/office/drawing/2014/main" id="{3C44284A-90F4-85A3-2F38-2E3C5913F27A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6" name="直接连接符 9275">
                <a:extLst>
                  <a:ext uri="{FF2B5EF4-FFF2-40B4-BE49-F238E27FC236}">
                    <a16:creationId xmlns:a16="http://schemas.microsoft.com/office/drawing/2014/main" id="{B9C6FA09-0170-6FC7-B9D4-88D01D13FF68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7" name="直接连接符 9276">
                <a:extLst>
                  <a:ext uri="{FF2B5EF4-FFF2-40B4-BE49-F238E27FC236}">
                    <a16:creationId xmlns:a16="http://schemas.microsoft.com/office/drawing/2014/main" id="{DD0C859C-CAFB-B219-0743-DF13E346AAA0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8" name="直接连接符 9277">
                <a:extLst>
                  <a:ext uri="{FF2B5EF4-FFF2-40B4-BE49-F238E27FC236}">
                    <a16:creationId xmlns:a16="http://schemas.microsoft.com/office/drawing/2014/main" id="{3DA807D6-140E-B19D-EEB9-92276672971C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9" name="直接连接符 9278">
                <a:extLst>
                  <a:ext uri="{FF2B5EF4-FFF2-40B4-BE49-F238E27FC236}">
                    <a16:creationId xmlns:a16="http://schemas.microsoft.com/office/drawing/2014/main" id="{D47825B0-36B3-7554-CC34-69D603B9035D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0" name="直接连接符 9279">
                <a:extLst>
                  <a:ext uri="{FF2B5EF4-FFF2-40B4-BE49-F238E27FC236}">
                    <a16:creationId xmlns:a16="http://schemas.microsoft.com/office/drawing/2014/main" id="{05E97ED2-19B2-01CD-AA0F-B06F8F56FD4F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1" name="直接连接符 9280">
                <a:extLst>
                  <a:ext uri="{FF2B5EF4-FFF2-40B4-BE49-F238E27FC236}">
                    <a16:creationId xmlns:a16="http://schemas.microsoft.com/office/drawing/2014/main" id="{7969A874-56B6-0772-B169-7A9B82DD0394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2" name="直接连接符 9281">
                <a:extLst>
                  <a:ext uri="{FF2B5EF4-FFF2-40B4-BE49-F238E27FC236}">
                    <a16:creationId xmlns:a16="http://schemas.microsoft.com/office/drawing/2014/main" id="{95EBA8CE-5BB2-4E57-F0AD-8E90D242DB67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3" name="直接连接符 9282">
                <a:extLst>
                  <a:ext uri="{FF2B5EF4-FFF2-40B4-BE49-F238E27FC236}">
                    <a16:creationId xmlns:a16="http://schemas.microsoft.com/office/drawing/2014/main" id="{E8060D49-861C-B37F-1B20-F2460984978C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4" name="直接连接符 9283">
                <a:extLst>
                  <a:ext uri="{FF2B5EF4-FFF2-40B4-BE49-F238E27FC236}">
                    <a16:creationId xmlns:a16="http://schemas.microsoft.com/office/drawing/2014/main" id="{9CDC2428-99DB-9082-A23E-919A29D0C60A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5" name="直接连接符 9284">
                <a:extLst>
                  <a:ext uri="{FF2B5EF4-FFF2-40B4-BE49-F238E27FC236}">
                    <a16:creationId xmlns:a16="http://schemas.microsoft.com/office/drawing/2014/main" id="{BC8BF226-2B93-B46F-8E44-37F670B7D229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6" name="直接连接符 9285">
                <a:extLst>
                  <a:ext uri="{FF2B5EF4-FFF2-40B4-BE49-F238E27FC236}">
                    <a16:creationId xmlns:a16="http://schemas.microsoft.com/office/drawing/2014/main" id="{4439702B-4D18-E80D-7A9C-557F9CE481EA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7" name="直接连接符 9286">
                <a:extLst>
                  <a:ext uri="{FF2B5EF4-FFF2-40B4-BE49-F238E27FC236}">
                    <a16:creationId xmlns:a16="http://schemas.microsoft.com/office/drawing/2014/main" id="{E1373149-898E-37F2-1BB7-C5076A7DA5D3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8" name="直接连接符 9287">
                <a:extLst>
                  <a:ext uri="{FF2B5EF4-FFF2-40B4-BE49-F238E27FC236}">
                    <a16:creationId xmlns:a16="http://schemas.microsoft.com/office/drawing/2014/main" id="{EDAC5A33-1B5D-FFD4-A371-63E6C99D64A7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9" name="直接连接符 9288">
                <a:extLst>
                  <a:ext uri="{FF2B5EF4-FFF2-40B4-BE49-F238E27FC236}">
                    <a16:creationId xmlns:a16="http://schemas.microsoft.com/office/drawing/2014/main" id="{76EBCC97-000A-E05A-8C42-53758D4783C9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0" name="直接连接符 9289">
                <a:extLst>
                  <a:ext uri="{FF2B5EF4-FFF2-40B4-BE49-F238E27FC236}">
                    <a16:creationId xmlns:a16="http://schemas.microsoft.com/office/drawing/2014/main" id="{1697AACC-DB07-9F04-8506-7ECBB8B822C0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1" name="直接连接符 9290">
                <a:extLst>
                  <a:ext uri="{FF2B5EF4-FFF2-40B4-BE49-F238E27FC236}">
                    <a16:creationId xmlns:a16="http://schemas.microsoft.com/office/drawing/2014/main" id="{3913AEB2-68E6-C512-5629-87B3C8194E79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2" name="直接连接符 9291">
                <a:extLst>
                  <a:ext uri="{FF2B5EF4-FFF2-40B4-BE49-F238E27FC236}">
                    <a16:creationId xmlns:a16="http://schemas.microsoft.com/office/drawing/2014/main" id="{CA15A08C-B12A-B162-9844-A679901518CB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3" name="直接连接符 9292">
                <a:extLst>
                  <a:ext uri="{FF2B5EF4-FFF2-40B4-BE49-F238E27FC236}">
                    <a16:creationId xmlns:a16="http://schemas.microsoft.com/office/drawing/2014/main" id="{9F397814-0371-02BA-B0D4-CF23664EF351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4" name="直接连接符 9293">
                <a:extLst>
                  <a:ext uri="{FF2B5EF4-FFF2-40B4-BE49-F238E27FC236}">
                    <a16:creationId xmlns:a16="http://schemas.microsoft.com/office/drawing/2014/main" id="{361305D0-6D7F-E487-B3C9-03BF62DD58E5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5" name="直接连接符 9294">
                <a:extLst>
                  <a:ext uri="{FF2B5EF4-FFF2-40B4-BE49-F238E27FC236}">
                    <a16:creationId xmlns:a16="http://schemas.microsoft.com/office/drawing/2014/main" id="{A38738CE-E5E0-79E9-393C-2D3EA6C9C951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6" name="直接连接符 9295">
                <a:extLst>
                  <a:ext uri="{FF2B5EF4-FFF2-40B4-BE49-F238E27FC236}">
                    <a16:creationId xmlns:a16="http://schemas.microsoft.com/office/drawing/2014/main" id="{8DB18B7E-6E6D-2A8C-799B-DCAB6AAF92AD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7" name="直接连接符 9296">
                <a:extLst>
                  <a:ext uri="{FF2B5EF4-FFF2-40B4-BE49-F238E27FC236}">
                    <a16:creationId xmlns:a16="http://schemas.microsoft.com/office/drawing/2014/main" id="{1FC8518D-F4C4-2DF4-1EFC-EFF5E6C6590D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8" name="直接连接符 9297">
                <a:extLst>
                  <a:ext uri="{FF2B5EF4-FFF2-40B4-BE49-F238E27FC236}">
                    <a16:creationId xmlns:a16="http://schemas.microsoft.com/office/drawing/2014/main" id="{62153210-9DD4-B146-EC43-CAA71EAB7A60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9" name="直接连接符 9298">
                <a:extLst>
                  <a:ext uri="{FF2B5EF4-FFF2-40B4-BE49-F238E27FC236}">
                    <a16:creationId xmlns:a16="http://schemas.microsoft.com/office/drawing/2014/main" id="{941B2385-1847-BF6F-7FD8-8B59A1E5A306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0" name="直接连接符 9299">
                <a:extLst>
                  <a:ext uri="{FF2B5EF4-FFF2-40B4-BE49-F238E27FC236}">
                    <a16:creationId xmlns:a16="http://schemas.microsoft.com/office/drawing/2014/main" id="{3700176B-538B-C972-8915-8AF8C4CB1C9A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1" name="直接连接符 9300">
                <a:extLst>
                  <a:ext uri="{FF2B5EF4-FFF2-40B4-BE49-F238E27FC236}">
                    <a16:creationId xmlns:a16="http://schemas.microsoft.com/office/drawing/2014/main" id="{AFCB03B6-AA9C-D4EC-3F99-3076569C446A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2" name="直接连接符 9301">
                <a:extLst>
                  <a:ext uri="{FF2B5EF4-FFF2-40B4-BE49-F238E27FC236}">
                    <a16:creationId xmlns:a16="http://schemas.microsoft.com/office/drawing/2014/main" id="{EF13D5F4-4111-44C4-64F3-C6CCFCFB2511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3" name="直接连接符 9302">
                <a:extLst>
                  <a:ext uri="{FF2B5EF4-FFF2-40B4-BE49-F238E27FC236}">
                    <a16:creationId xmlns:a16="http://schemas.microsoft.com/office/drawing/2014/main" id="{EF67A777-DD71-A283-53BA-01C644278671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4" name="直接连接符 9303">
                <a:extLst>
                  <a:ext uri="{FF2B5EF4-FFF2-40B4-BE49-F238E27FC236}">
                    <a16:creationId xmlns:a16="http://schemas.microsoft.com/office/drawing/2014/main" id="{50E9CA84-28F0-A29E-E632-6EEB70683FE5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92DE53F-9598-704C-3BE4-28BEF5C2C617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FBD5C69F-BE1E-F49D-CD0E-5756BCFA9100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1C35ED73-0F7D-D68D-38DD-02ECC211ED7B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A101FCD2-555F-7BE2-3586-22F5B21B3599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FD38F2CC-678A-918C-E481-865099D2CE28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BB2E2FDA-CFFE-B4F5-2D0C-D701EC5F0764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49803F8F-8A14-66C8-EFBB-AE88ADE4100A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DA96320B-5425-FAC9-E671-9645139DC6BB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9C856040-E461-8F3E-378B-D2048AE3633A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7FAF6848-2108-66B1-5239-7E67576BA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950A9-0B72-0248-F406-60969CA5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FB1B6DFD-6A8E-A868-8C1E-95C65F0786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3.1 基本定义与应用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91E61264-2B28-BAA5-0281-36DF2A21E8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9761" y="1357050"/>
            <a:ext cx="7772400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社交网络</a:t>
            </a:r>
            <a:endParaRPr lang="en-US" altLang="zh-CN" sz="2400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dirty="0"/>
              <a:t>Node:  </a:t>
            </a:r>
            <a:r>
              <a:rPr lang="zh-CN" altLang="en-US" sz="2400" dirty="0"/>
              <a:t>用户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dirty="0"/>
              <a:t>Edge:  </a:t>
            </a:r>
            <a:r>
              <a:rPr lang="zh-CN" altLang="en-US" sz="2400" dirty="0"/>
              <a:t>用户间的社交关系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2CE5A5-92E8-91CF-4840-AAA8E67F7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6" y="3402370"/>
            <a:ext cx="5472608" cy="2724099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A1575D1E-59B4-B216-B3A7-4DD3D9B87BC7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643C11AB-9C41-2B4B-4F6F-78073E9DE406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7655A424-77B7-1519-9838-002A9D291E7B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79E37360-694F-7ADE-7F92-66EB45A0CB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DF5D4B6C-7855-B86D-FD66-EEB12792665D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83E9E90-1F45-BA2B-5F1C-2850CA27C43D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C491BCB9-5762-A447-0EC6-7B33C7B2D5AE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9CBEEA32-B3F9-7950-0DCF-0E1041820290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2E3DE749-5F28-597F-B3D1-E3920BF2048B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8CA7FB80-59CE-DAD7-A7A6-BE9C7F341B35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7D324AA2-7E78-BE56-7CFA-B0946F9CE0DF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3BA384C9-34F5-C1BE-F539-45DC767C2D79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6B71A003-6173-E6EB-B00F-83B0A10E5DBD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8F8F2D75-B01D-7E20-F715-AF1B31172F92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2F6E2952-ECA7-7C26-81C1-E984FEB3F364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29EF6084-2FA3-7E02-7EFE-08DD5373D7A5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27E95AD-C34D-19EC-AB54-4C459B21CB54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73D36A45-F244-C567-2AD8-0C906FB7ED7C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3C3D4BE0-3444-8D08-10C2-4D1D60202FBA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924CDB2A-28FB-B839-CA31-D0B51BF98DF7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C57ACBD8-739D-8B7A-5255-6F765AF30173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0BBA177D-5E0A-BD3F-A753-EF74F96010D4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9C195B89-11A3-DAE9-6325-ED29863D8051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2B5803FA-0687-97B9-345F-DB7EB731D90E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3B98A7A1-3753-4A3D-438B-EB22AFFD9FEE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97BCFFAF-E673-01FD-B0F4-1565B4171484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32F07219-B47E-2138-CDCD-7157FA2109A5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6612CCC6-6774-CB77-9A1A-66EAADE2FD30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661A9D0F-582F-F436-BAA1-FF5A7D77FAF9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0377FA57-26BE-0D33-7D59-FD9C5D24E14D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8B755BBB-284E-6080-765E-530DD16DAB4E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FD0D7CC3-4E9B-D72C-31C3-679EF6260CBB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EACE5F06-A4FE-17BF-3EB5-182327A9D84C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D8136DD3-62C2-1094-80CA-49BF61B2EEBB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0F3C9EEC-928A-E777-F4EA-9432B45FA51D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B2682835-1DF6-D4FA-5262-DA0911BA99E2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30E79FDC-CAC0-E998-9911-40978497D893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A6D6F8AD-42E3-8411-4652-755ECA584BDE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422E786A-A38A-0EB0-DFB5-F9A97F02FD67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6624D416-1024-F52B-4920-CC3B23EDF012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EFEE993D-B10C-75EE-35C6-64A12B68AE07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4D3826A0-C238-A10C-64A4-16A372F286AB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ECAE9A78-8798-D04D-295D-B0AE1686F438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9F25F7C2-25F1-D345-14F8-72861D6000FC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F87780E9-8AB1-8679-6784-B8559E308EE5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F358D5E-F059-2F28-7872-73D28E9D61F0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5DEBB4BC-6C72-FE66-6708-887F5B038EEC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85F30C55-E1D2-FD16-2656-6E860D1BF507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094F5B98-497B-D8B4-A720-49F223FC7E0E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442DD6FA-FE15-BFC2-EF91-7B6972A96E5F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16" name="直接连接符 9215">
                <a:extLst>
                  <a:ext uri="{FF2B5EF4-FFF2-40B4-BE49-F238E27FC236}">
                    <a16:creationId xmlns:a16="http://schemas.microsoft.com/office/drawing/2014/main" id="{8D099130-976F-FE91-2BAE-9EE939ACC6D5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17" name="直接连接符 9216">
                <a:extLst>
                  <a:ext uri="{FF2B5EF4-FFF2-40B4-BE49-F238E27FC236}">
                    <a16:creationId xmlns:a16="http://schemas.microsoft.com/office/drawing/2014/main" id="{0F8D77C9-FDFF-D293-2054-E295FF6DA64E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38" name="直接连接符 9237">
                <a:extLst>
                  <a:ext uri="{FF2B5EF4-FFF2-40B4-BE49-F238E27FC236}">
                    <a16:creationId xmlns:a16="http://schemas.microsoft.com/office/drawing/2014/main" id="{5A16051D-A2B6-8C86-8AA3-D9DF1F8E04CB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39" name="直接连接符 9238">
                <a:extLst>
                  <a:ext uri="{FF2B5EF4-FFF2-40B4-BE49-F238E27FC236}">
                    <a16:creationId xmlns:a16="http://schemas.microsoft.com/office/drawing/2014/main" id="{737D1B02-C77C-136B-47CC-2F21A752406F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0" name="直接连接符 9239">
                <a:extLst>
                  <a:ext uri="{FF2B5EF4-FFF2-40B4-BE49-F238E27FC236}">
                    <a16:creationId xmlns:a16="http://schemas.microsoft.com/office/drawing/2014/main" id="{58EA2B1C-C0ED-2DAC-77BD-EFAE3E9E2E9D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1" name="直接连接符 9240">
                <a:extLst>
                  <a:ext uri="{FF2B5EF4-FFF2-40B4-BE49-F238E27FC236}">
                    <a16:creationId xmlns:a16="http://schemas.microsoft.com/office/drawing/2014/main" id="{B61D062C-434E-E335-5528-7478C2B23FB5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2" name="直接连接符 9241">
                <a:extLst>
                  <a:ext uri="{FF2B5EF4-FFF2-40B4-BE49-F238E27FC236}">
                    <a16:creationId xmlns:a16="http://schemas.microsoft.com/office/drawing/2014/main" id="{8E505113-6E50-B5DB-D6E2-01118CBA1DA3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3" name="直接连接符 9242">
                <a:extLst>
                  <a:ext uri="{FF2B5EF4-FFF2-40B4-BE49-F238E27FC236}">
                    <a16:creationId xmlns:a16="http://schemas.microsoft.com/office/drawing/2014/main" id="{C9CBB09E-3C1D-70DE-EEF7-8A74CD24D500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4" name="直接连接符 9243">
                <a:extLst>
                  <a:ext uri="{FF2B5EF4-FFF2-40B4-BE49-F238E27FC236}">
                    <a16:creationId xmlns:a16="http://schemas.microsoft.com/office/drawing/2014/main" id="{B1821735-F5DA-8E5C-1CED-9C2F33845144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5" name="直接连接符 9244">
                <a:extLst>
                  <a:ext uri="{FF2B5EF4-FFF2-40B4-BE49-F238E27FC236}">
                    <a16:creationId xmlns:a16="http://schemas.microsoft.com/office/drawing/2014/main" id="{D083B946-E633-4FFE-837F-8EFCABD47C5E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6" name="直接连接符 9245">
                <a:extLst>
                  <a:ext uri="{FF2B5EF4-FFF2-40B4-BE49-F238E27FC236}">
                    <a16:creationId xmlns:a16="http://schemas.microsoft.com/office/drawing/2014/main" id="{7624FE03-992C-5C0B-E446-BC8497D1C97F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7" name="直接连接符 9246">
                <a:extLst>
                  <a:ext uri="{FF2B5EF4-FFF2-40B4-BE49-F238E27FC236}">
                    <a16:creationId xmlns:a16="http://schemas.microsoft.com/office/drawing/2014/main" id="{B18AAD03-C9BD-F412-EBCC-F8BB7AA223D1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8" name="直接连接符 9247">
                <a:extLst>
                  <a:ext uri="{FF2B5EF4-FFF2-40B4-BE49-F238E27FC236}">
                    <a16:creationId xmlns:a16="http://schemas.microsoft.com/office/drawing/2014/main" id="{4037B475-44DF-363E-EB94-18ADF315A519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9" name="直接连接符 9248">
                <a:extLst>
                  <a:ext uri="{FF2B5EF4-FFF2-40B4-BE49-F238E27FC236}">
                    <a16:creationId xmlns:a16="http://schemas.microsoft.com/office/drawing/2014/main" id="{44E7C5CF-6BF6-9754-3414-70E874A58366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0" name="直接连接符 9249">
                <a:extLst>
                  <a:ext uri="{FF2B5EF4-FFF2-40B4-BE49-F238E27FC236}">
                    <a16:creationId xmlns:a16="http://schemas.microsoft.com/office/drawing/2014/main" id="{7A969B06-A81E-0E2C-12B7-63F055807397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1" name="直接连接符 9250">
                <a:extLst>
                  <a:ext uri="{FF2B5EF4-FFF2-40B4-BE49-F238E27FC236}">
                    <a16:creationId xmlns:a16="http://schemas.microsoft.com/office/drawing/2014/main" id="{A68BE2E4-5AAF-45A1-7EEF-67257CEB9202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2" name="直接连接符 9251">
                <a:extLst>
                  <a:ext uri="{FF2B5EF4-FFF2-40B4-BE49-F238E27FC236}">
                    <a16:creationId xmlns:a16="http://schemas.microsoft.com/office/drawing/2014/main" id="{397B98B4-F794-2BCF-AA0D-210916752D8F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3" name="直接连接符 9252">
                <a:extLst>
                  <a:ext uri="{FF2B5EF4-FFF2-40B4-BE49-F238E27FC236}">
                    <a16:creationId xmlns:a16="http://schemas.microsoft.com/office/drawing/2014/main" id="{6651C798-892F-E1FD-CB09-775D6B5CA005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4" name="直接连接符 9253">
                <a:extLst>
                  <a:ext uri="{FF2B5EF4-FFF2-40B4-BE49-F238E27FC236}">
                    <a16:creationId xmlns:a16="http://schemas.microsoft.com/office/drawing/2014/main" id="{4EE81EF7-0674-C506-8423-A3232D15C250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5" name="直接连接符 9254">
                <a:extLst>
                  <a:ext uri="{FF2B5EF4-FFF2-40B4-BE49-F238E27FC236}">
                    <a16:creationId xmlns:a16="http://schemas.microsoft.com/office/drawing/2014/main" id="{3B790AAE-3BF4-691C-8CA9-F68CC5C02CE6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6" name="直接连接符 9255">
                <a:extLst>
                  <a:ext uri="{FF2B5EF4-FFF2-40B4-BE49-F238E27FC236}">
                    <a16:creationId xmlns:a16="http://schemas.microsoft.com/office/drawing/2014/main" id="{F4C6FD77-511E-57CA-1D42-6E09307695FF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7" name="直接连接符 9256">
                <a:extLst>
                  <a:ext uri="{FF2B5EF4-FFF2-40B4-BE49-F238E27FC236}">
                    <a16:creationId xmlns:a16="http://schemas.microsoft.com/office/drawing/2014/main" id="{DF284A47-21AC-7FA3-B1EC-993297210116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8" name="直接连接符 9257">
                <a:extLst>
                  <a:ext uri="{FF2B5EF4-FFF2-40B4-BE49-F238E27FC236}">
                    <a16:creationId xmlns:a16="http://schemas.microsoft.com/office/drawing/2014/main" id="{454CF84E-0294-6887-2786-F94D5FEF7A84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9" name="直接连接符 9258">
                <a:extLst>
                  <a:ext uri="{FF2B5EF4-FFF2-40B4-BE49-F238E27FC236}">
                    <a16:creationId xmlns:a16="http://schemas.microsoft.com/office/drawing/2014/main" id="{F36E1A8F-EF67-B783-DC7B-9A223C67C059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0" name="直接连接符 9259">
                <a:extLst>
                  <a:ext uri="{FF2B5EF4-FFF2-40B4-BE49-F238E27FC236}">
                    <a16:creationId xmlns:a16="http://schemas.microsoft.com/office/drawing/2014/main" id="{6DE5F617-BF74-0C79-52C0-3732E87CF50E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1" name="直接连接符 9260">
                <a:extLst>
                  <a:ext uri="{FF2B5EF4-FFF2-40B4-BE49-F238E27FC236}">
                    <a16:creationId xmlns:a16="http://schemas.microsoft.com/office/drawing/2014/main" id="{EBB59654-9B55-E761-5314-227BA4193F56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2" name="直接连接符 9261">
                <a:extLst>
                  <a:ext uri="{FF2B5EF4-FFF2-40B4-BE49-F238E27FC236}">
                    <a16:creationId xmlns:a16="http://schemas.microsoft.com/office/drawing/2014/main" id="{4E5818D5-3ADD-4F4A-2E0C-E03F4650557A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3" name="直接连接符 9262">
                <a:extLst>
                  <a:ext uri="{FF2B5EF4-FFF2-40B4-BE49-F238E27FC236}">
                    <a16:creationId xmlns:a16="http://schemas.microsoft.com/office/drawing/2014/main" id="{6723098B-6C8B-A5EA-9A39-F96D8E473A3A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4" name="直接连接符 9263">
                <a:extLst>
                  <a:ext uri="{FF2B5EF4-FFF2-40B4-BE49-F238E27FC236}">
                    <a16:creationId xmlns:a16="http://schemas.microsoft.com/office/drawing/2014/main" id="{6DEFF180-7F78-A7B8-90F4-C3A422F27676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5" name="直接连接符 9264">
                <a:extLst>
                  <a:ext uri="{FF2B5EF4-FFF2-40B4-BE49-F238E27FC236}">
                    <a16:creationId xmlns:a16="http://schemas.microsoft.com/office/drawing/2014/main" id="{7F907436-B686-C9AC-F502-79CF354A997A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6" name="直接连接符 9265">
                <a:extLst>
                  <a:ext uri="{FF2B5EF4-FFF2-40B4-BE49-F238E27FC236}">
                    <a16:creationId xmlns:a16="http://schemas.microsoft.com/office/drawing/2014/main" id="{82AF77CD-E491-34DD-8B34-B9AC54AB3230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7" name="直接连接符 9266">
                <a:extLst>
                  <a:ext uri="{FF2B5EF4-FFF2-40B4-BE49-F238E27FC236}">
                    <a16:creationId xmlns:a16="http://schemas.microsoft.com/office/drawing/2014/main" id="{11CC7743-F427-2045-DC95-B92EF064F0D7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8" name="直接连接符 9267">
                <a:extLst>
                  <a:ext uri="{FF2B5EF4-FFF2-40B4-BE49-F238E27FC236}">
                    <a16:creationId xmlns:a16="http://schemas.microsoft.com/office/drawing/2014/main" id="{7FE31E23-3DA2-258C-E9CF-409FC9C1A023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9" name="直接连接符 9268">
                <a:extLst>
                  <a:ext uri="{FF2B5EF4-FFF2-40B4-BE49-F238E27FC236}">
                    <a16:creationId xmlns:a16="http://schemas.microsoft.com/office/drawing/2014/main" id="{2D0DC906-7F41-652B-B113-FFB13DBE8D8B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0" name="直接连接符 9269">
                <a:extLst>
                  <a:ext uri="{FF2B5EF4-FFF2-40B4-BE49-F238E27FC236}">
                    <a16:creationId xmlns:a16="http://schemas.microsoft.com/office/drawing/2014/main" id="{0BEE6BF2-0783-B7EF-EA2C-2943DF30B126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1" name="直接连接符 9270">
                <a:extLst>
                  <a:ext uri="{FF2B5EF4-FFF2-40B4-BE49-F238E27FC236}">
                    <a16:creationId xmlns:a16="http://schemas.microsoft.com/office/drawing/2014/main" id="{A5E058B9-F944-7CC3-B1BC-58318BB5E28F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2" name="直接连接符 9271">
                <a:extLst>
                  <a:ext uri="{FF2B5EF4-FFF2-40B4-BE49-F238E27FC236}">
                    <a16:creationId xmlns:a16="http://schemas.microsoft.com/office/drawing/2014/main" id="{A9C44620-B978-8C86-CF51-70D3DB3AFCA7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3" name="直接连接符 9272">
                <a:extLst>
                  <a:ext uri="{FF2B5EF4-FFF2-40B4-BE49-F238E27FC236}">
                    <a16:creationId xmlns:a16="http://schemas.microsoft.com/office/drawing/2014/main" id="{51821E54-CB35-0162-112A-539F8E04B4DE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4" name="直接连接符 9273">
                <a:extLst>
                  <a:ext uri="{FF2B5EF4-FFF2-40B4-BE49-F238E27FC236}">
                    <a16:creationId xmlns:a16="http://schemas.microsoft.com/office/drawing/2014/main" id="{444A6D34-34AE-E3F3-FAEE-B78BD5BF148A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5" name="直接连接符 9274">
                <a:extLst>
                  <a:ext uri="{FF2B5EF4-FFF2-40B4-BE49-F238E27FC236}">
                    <a16:creationId xmlns:a16="http://schemas.microsoft.com/office/drawing/2014/main" id="{E15ECA25-A4B9-1416-2483-EC1DD5D2A8FB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6" name="直接连接符 9275">
                <a:extLst>
                  <a:ext uri="{FF2B5EF4-FFF2-40B4-BE49-F238E27FC236}">
                    <a16:creationId xmlns:a16="http://schemas.microsoft.com/office/drawing/2014/main" id="{B15FDD65-1EDF-B838-AFC5-F69FEB867DCD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7" name="直接连接符 9276">
                <a:extLst>
                  <a:ext uri="{FF2B5EF4-FFF2-40B4-BE49-F238E27FC236}">
                    <a16:creationId xmlns:a16="http://schemas.microsoft.com/office/drawing/2014/main" id="{E2588812-5DB6-D036-3227-5CBC2AFBF14B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8" name="直接连接符 9277">
                <a:extLst>
                  <a:ext uri="{FF2B5EF4-FFF2-40B4-BE49-F238E27FC236}">
                    <a16:creationId xmlns:a16="http://schemas.microsoft.com/office/drawing/2014/main" id="{B80A712D-F6C9-E0EF-ADA9-7F615A22710E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9" name="直接连接符 9278">
                <a:extLst>
                  <a:ext uri="{FF2B5EF4-FFF2-40B4-BE49-F238E27FC236}">
                    <a16:creationId xmlns:a16="http://schemas.microsoft.com/office/drawing/2014/main" id="{DD646090-204E-4535-F346-F48200182CB4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0" name="直接连接符 9279">
                <a:extLst>
                  <a:ext uri="{FF2B5EF4-FFF2-40B4-BE49-F238E27FC236}">
                    <a16:creationId xmlns:a16="http://schemas.microsoft.com/office/drawing/2014/main" id="{A5D71111-E69D-0921-5DC1-D7C92907A1A5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1" name="直接连接符 9280">
                <a:extLst>
                  <a:ext uri="{FF2B5EF4-FFF2-40B4-BE49-F238E27FC236}">
                    <a16:creationId xmlns:a16="http://schemas.microsoft.com/office/drawing/2014/main" id="{C80CFE37-D301-EF9F-7BBB-A4468E3D5531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2" name="直接连接符 9281">
                <a:extLst>
                  <a:ext uri="{FF2B5EF4-FFF2-40B4-BE49-F238E27FC236}">
                    <a16:creationId xmlns:a16="http://schemas.microsoft.com/office/drawing/2014/main" id="{50306D5E-2E5A-77C3-C105-6E4ADB16185A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3" name="直接连接符 9282">
                <a:extLst>
                  <a:ext uri="{FF2B5EF4-FFF2-40B4-BE49-F238E27FC236}">
                    <a16:creationId xmlns:a16="http://schemas.microsoft.com/office/drawing/2014/main" id="{D80B670C-53EE-80C4-48FE-034B8BE05265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4" name="直接连接符 9283">
                <a:extLst>
                  <a:ext uri="{FF2B5EF4-FFF2-40B4-BE49-F238E27FC236}">
                    <a16:creationId xmlns:a16="http://schemas.microsoft.com/office/drawing/2014/main" id="{EDB0A0BB-C826-7386-D977-741526F79FEA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5" name="直接连接符 9284">
                <a:extLst>
                  <a:ext uri="{FF2B5EF4-FFF2-40B4-BE49-F238E27FC236}">
                    <a16:creationId xmlns:a16="http://schemas.microsoft.com/office/drawing/2014/main" id="{964D6C48-9CB9-95E3-494F-36DE50EC90E5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6" name="直接连接符 9285">
                <a:extLst>
                  <a:ext uri="{FF2B5EF4-FFF2-40B4-BE49-F238E27FC236}">
                    <a16:creationId xmlns:a16="http://schemas.microsoft.com/office/drawing/2014/main" id="{3CD8D83E-5EF1-0F14-0BBB-3600C1209C89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7" name="直接连接符 9286">
                <a:extLst>
                  <a:ext uri="{FF2B5EF4-FFF2-40B4-BE49-F238E27FC236}">
                    <a16:creationId xmlns:a16="http://schemas.microsoft.com/office/drawing/2014/main" id="{91FBC91D-C8F7-780A-51AD-2AC82E54ACCF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8" name="直接连接符 9287">
                <a:extLst>
                  <a:ext uri="{FF2B5EF4-FFF2-40B4-BE49-F238E27FC236}">
                    <a16:creationId xmlns:a16="http://schemas.microsoft.com/office/drawing/2014/main" id="{1F40DEBF-8D9B-6272-8CDA-D9E07B7F3B9C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9" name="直接连接符 9288">
                <a:extLst>
                  <a:ext uri="{FF2B5EF4-FFF2-40B4-BE49-F238E27FC236}">
                    <a16:creationId xmlns:a16="http://schemas.microsoft.com/office/drawing/2014/main" id="{C79B22EB-8971-BEF1-4B21-667CDDEDF18D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0" name="直接连接符 9289">
                <a:extLst>
                  <a:ext uri="{FF2B5EF4-FFF2-40B4-BE49-F238E27FC236}">
                    <a16:creationId xmlns:a16="http://schemas.microsoft.com/office/drawing/2014/main" id="{5D4C8328-5A72-5930-915C-E751AF087638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1" name="直接连接符 9290">
                <a:extLst>
                  <a:ext uri="{FF2B5EF4-FFF2-40B4-BE49-F238E27FC236}">
                    <a16:creationId xmlns:a16="http://schemas.microsoft.com/office/drawing/2014/main" id="{4802FF7B-031C-9052-948D-4C3EB9CACDE7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2" name="直接连接符 9291">
                <a:extLst>
                  <a:ext uri="{FF2B5EF4-FFF2-40B4-BE49-F238E27FC236}">
                    <a16:creationId xmlns:a16="http://schemas.microsoft.com/office/drawing/2014/main" id="{B3F7AB4E-EBA3-0EEA-765A-BCAA89418727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3" name="直接连接符 9292">
                <a:extLst>
                  <a:ext uri="{FF2B5EF4-FFF2-40B4-BE49-F238E27FC236}">
                    <a16:creationId xmlns:a16="http://schemas.microsoft.com/office/drawing/2014/main" id="{11CA3F2C-50E1-7F0B-64AD-9F3336A5E2E5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4" name="直接连接符 9293">
                <a:extLst>
                  <a:ext uri="{FF2B5EF4-FFF2-40B4-BE49-F238E27FC236}">
                    <a16:creationId xmlns:a16="http://schemas.microsoft.com/office/drawing/2014/main" id="{9DCD5D03-91EB-BAB9-AB10-7D44531C6240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5" name="直接连接符 9294">
                <a:extLst>
                  <a:ext uri="{FF2B5EF4-FFF2-40B4-BE49-F238E27FC236}">
                    <a16:creationId xmlns:a16="http://schemas.microsoft.com/office/drawing/2014/main" id="{2F06C18F-0FC1-6671-5347-0FD15B76D5C3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6" name="直接连接符 9295">
                <a:extLst>
                  <a:ext uri="{FF2B5EF4-FFF2-40B4-BE49-F238E27FC236}">
                    <a16:creationId xmlns:a16="http://schemas.microsoft.com/office/drawing/2014/main" id="{D4E0F49B-624C-BA68-C56A-31A1462AD9B6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7" name="直接连接符 9296">
                <a:extLst>
                  <a:ext uri="{FF2B5EF4-FFF2-40B4-BE49-F238E27FC236}">
                    <a16:creationId xmlns:a16="http://schemas.microsoft.com/office/drawing/2014/main" id="{A5996C01-68FE-7293-8EB9-9350907AC7D8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8" name="直接连接符 9297">
                <a:extLst>
                  <a:ext uri="{FF2B5EF4-FFF2-40B4-BE49-F238E27FC236}">
                    <a16:creationId xmlns:a16="http://schemas.microsoft.com/office/drawing/2014/main" id="{62638451-B07C-49A4-AB6E-46A93E2AC8EA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9" name="直接连接符 9298">
                <a:extLst>
                  <a:ext uri="{FF2B5EF4-FFF2-40B4-BE49-F238E27FC236}">
                    <a16:creationId xmlns:a16="http://schemas.microsoft.com/office/drawing/2014/main" id="{3C13E808-AF82-E86D-D93C-FD965AD602A2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0" name="直接连接符 9299">
                <a:extLst>
                  <a:ext uri="{FF2B5EF4-FFF2-40B4-BE49-F238E27FC236}">
                    <a16:creationId xmlns:a16="http://schemas.microsoft.com/office/drawing/2014/main" id="{E8442200-986A-2D76-0447-8D289653B5C4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1" name="直接连接符 9300">
                <a:extLst>
                  <a:ext uri="{FF2B5EF4-FFF2-40B4-BE49-F238E27FC236}">
                    <a16:creationId xmlns:a16="http://schemas.microsoft.com/office/drawing/2014/main" id="{B1A596C5-8BD9-C9DF-71B6-1CE74A75AD8B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2" name="直接连接符 9301">
                <a:extLst>
                  <a:ext uri="{FF2B5EF4-FFF2-40B4-BE49-F238E27FC236}">
                    <a16:creationId xmlns:a16="http://schemas.microsoft.com/office/drawing/2014/main" id="{DA87C5D2-4DBD-4A16-B415-20ADB88CF42C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3" name="直接连接符 9302">
                <a:extLst>
                  <a:ext uri="{FF2B5EF4-FFF2-40B4-BE49-F238E27FC236}">
                    <a16:creationId xmlns:a16="http://schemas.microsoft.com/office/drawing/2014/main" id="{955D9A22-63D0-96E4-C97C-7DE6FD699CC3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4" name="直接连接符 9303">
                <a:extLst>
                  <a:ext uri="{FF2B5EF4-FFF2-40B4-BE49-F238E27FC236}">
                    <a16:creationId xmlns:a16="http://schemas.microsoft.com/office/drawing/2014/main" id="{6C0569A3-5F70-BAD5-5158-94C17F055DF8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5" name="直接连接符 9304">
                <a:extLst>
                  <a:ext uri="{FF2B5EF4-FFF2-40B4-BE49-F238E27FC236}">
                    <a16:creationId xmlns:a16="http://schemas.microsoft.com/office/drawing/2014/main" id="{AA5E0B11-7461-2834-B002-CF3C3CA291A2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6" name="直接连接符 9305">
                <a:extLst>
                  <a:ext uri="{FF2B5EF4-FFF2-40B4-BE49-F238E27FC236}">
                    <a16:creationId xmlns:a16="http://schemas.microsoft.com/office/drawing/2014/main" id="{611614D6-012E-8714-D2AE-F4B100151A2B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150966C-A32F-3AAC-EB59-3666E87DA1A2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8FBAD755-02F5-C205-D381-22E33DF9B4D3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503D380B-288D-96B8-C127-419A9B2F0D7B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73646516-C7BA-8D28-0836-F42275D6A78F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580001E5-D37E-0CE1-5F01-BA89E0209370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906BE403-78BA-BF52-62C3-6472D728CF8C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4C922523-0CEE-A71F-8E59-6A47FE790EB6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E3BD7FF9-770E-1A10-43FB-C399D30E67C0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B1D89FC-2384-B9AC-E3E6-5A15150262EA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272E79A-FEAA-F630-1BD9-05EEFAFD04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9107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2E73F412-BB82-4F06-BEC2-49D6A2A54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3.1 基本定义与应用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A11F43D-FCCC-4FBD-89B6-B17F3DE8B0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646302"/>
            <a:ext cx="7886700" cy="4351338"/>
          </a:xfrm>
        </p:spPr>
        <p:txBody>
          <a:bodyPr/>
          <a:lstStyle/>
          <a:p>
            <a:pPr eaLnBrk="1" hangingPunct="1"/>
            <a:r>
              <a:rPr lang="zh-CN" altLang="en-US" dirty="0"/>
              <a:t>复杂图的例子：6400个结点，13000条边的图的一部分</a:t>
            </a:r>
            <a:endParaRPr lang="en-US" altLang="zh-CN" dirty="0"/>
          </a:p>
        </p:txBody>
      </p:sp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E29CD742-61B0-4A8A-83F1-082C6A61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751B11-F9AA-4E66-8C30-C80D871D2B24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CN" sz="1400"/>
          </a:p>
        </p:txBody>
      </p:sp>
      <p:pic>
        <p:nvPicPr>
          <p:cNvPr id="10245" name="Picture 4">
            <a:extLst>
              <a:ext uri="{FF2B5EF4-FFF2-40B4-BE49-F238E27FC236}">
                <a16:creationId xmlns:a16="http://schemas.microsoft.com/office/drawing/2014/main" id="{A333F470-7C38-4D16-BA90-2BA3C5268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798" y="2295435"/>
            <a:ext cx="6629400" cy="365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5C7253B-E466-978A-C9B9-A28688444524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F20137B0-898B-2A3B-3A52-E24E804C2475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9307C40F-F55C-81B4-3091-5F88A4054EE2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5933952-67BE-4A5C-79AF-ADA7B1DAD0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0E2B4401-D4DB-6030-91F9-4575CEE956C5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26A5D4D-C943-9225-D8C9-EBA11BD00A47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87575F8-12FC-ACF2-AF01-11BB35216B29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A74AF135-B083-7E4E-0C48-7620CA08E239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99E483D4-EDDE-341C-951F-4B28D44A8579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E6FEC436-758A-EE16-0AB7-8C70394AB414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3404C85-26FD-26FC-A10E-3CF0FC629108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26C11E18-0850-4503-11A8-DD8F5B17A8E0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C9BC80A1-EDB5-71C0-FB13-04500C11F223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76347AB8-DC88-4BCD-B99F-8E464D8FDAA5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9E25812E-B267-3055-2CAC-2642D5E988D9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9D4CD51A-3DC0-AB03-6603-29FAB7698B36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8D8F5513-B541-52B7-093D-FB4F7D29E381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14FDB2A4-756F-3A4D-AF86-89EABF78DC90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61F9A865-26FE-E1AE-48E0-43AB3D0680CC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3D293A52-414D-F01B-EAA2-4FD350014013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C46D6E12-EA38-8421-19BF-0AA35AE0E473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3833ED95-B2C3-8232-C0A8-006778842C9E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DF51A95B-8CC8-139E-BAB2-F851BB6129BF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65943CFD-65DE-84D3-76C1-513A64D99CCC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9B653CA3-D93D-C360-3548-88F6A66B0752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19953702-4615-8F98-9056-31DE5D2E907E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6EA5F400-6A43-BD9B-1956-EE75F1131364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4BDFCA5E-0D09-88A5-0906-F823FD8E3552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DCB4FD39-1F43-D0B8-61E2-9BF9FA77A1B5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CFB58C55-1923-4CE3-991B-CD3A46855D8B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98AD3414-8838-A592-E2F3-9E4B667B0491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C4DE7801-0672-634C-86B5-CC92EA4CD9CE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A2745A7E-5E18-0D6B-3EAB-46AAF27A7DA1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88B077C7-A8F3-A47E-46C1-97BD335AF496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762B7808-997D-FFE0-C83E-0A1B9DA047D8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675313D5-480A-304D-1015-ADE27C023A53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7B350962-F307-FF82-7C96-08E8FE069880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C52BD118-E4D2-0E09-D4CB-043BAD5A8500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88C46389-0A55-DCA6-783A-EF4513D3444D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142756D0-572E-5925-3E68-44B32D238B1A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A73A6AA8-2ADB-A2C7-66FF-BA968DBA2A5B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D1310EA7-7967-5BAB-956F-CD243A6A2DBA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46E06701-7AF7-0E35-54EA-53D01C295ED5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0E7D80DC-F24B-07BA-94DA-6FB670AB9AD9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A95275B2-93BD-164C-766D-AEC6587894E4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D38DEE56-3BD4-3079-3721-545DF4D07A24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E48A77C3-C4C6-3BC0-4776-D34A60BDA423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130C39A9-9C71-5897-B56C-1C96C116B6C3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95C015D5-7637-8C18-6884-FED06595BA6D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DFE34C87-21FA-5374-AC02-D943444CBF21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041422B4-C28F-DF6F-D6CB-D3BABA5C89D7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2C2041CC-C8AE-C50B-8AE8-FA393A3B5297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40" name="直接连接符 10239">
                <a:extLst>
                  <a:ext uri="{FF2B5EF4-FFF2-40B4-BE49-F238E27FC236}">
                    <a16:creationId xmlns:a16="http://schemas.microsoft.com/office/drawing/2014/main" id="{84647C8B-6BB3-A9A4-78D5-3C4D8AF0922E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41" name="直接连接符 10240">
                <a:extLst>
                  <a:ext uri="{FF2B5EF4-FFF2-40B4-BE49-F238E27FC236}">
                    <a16:creationId xmlns:a16="http://schemas.microsoft.com/office/drawing/2014/main" id="{F68A6A2B-6CD6-0962-7322-9DA67A340735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46" name="直接连接符 10245">
                <a:extLst>
                  <a:ext uri="{FF2B5EF4-FFF2-40B4-BE49-F238E27FC236}">
                    <a16:creationId xmlns:a16="http://schemas.microsoft.com/office/drawing/2014/main" id="{4B9F399E-3023-BD32-1668-95C1FAC24797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47" name="直接连接符 10246">
                <a:extLst>
                  <a:ext uri="{FF2B5EF4-FFF2-40B4-BE49-F238E27FC236}">
                    <a16:creationId xmlns:a16="http://schemas.microsoft.com/office/drawing/2014/main" id="{7250AA65-A15B-4FA6-DA04-1A53D2FA5B99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48" name="直接连接符 10247">
                <a:extLst>
                  <a:ext uri="{FF2B5EF4-FFF2-40B4-BE49-F238E27FC236}">
                    <a16:creationId xmlns:a16="http://schemas.microsoft.com/office/drawing/2014/main" id="{36A6174E-D005-BB2A-D891-A19FC07D3686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49" name="直接连接符 10248">
                <a:extLst>
                  <a:ext uri="{FF2B5EF4-FFF2-40B4-BE49-F238E27FC236}">
                    <a16:creationId xmlns:a16="http://schemas.microsoft.com/office/drawing/2014/main" id="{E2931E76-C787-E0E0-85CB-683EB9DBBF92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0" name="直接连接符 10249">
                <a:extLst>
                  <a:ext uri="{FF2B5EF4-FFF2-40B4-BE49-F238E27FC236}">
                    <a16:creationId xmlns:a16="http://schemas.microsoft.com/office/drawing/2014/main" id="{1E296AE1-F77B-F467-5B28-CAEAAC979CC8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1" name="直接连接符 10250">
                <a:extLst>
                  <a:ext uri="{FF2B5EF4-FFF2-40B4-BE49-F238E27FC236}">
                    <a16:creationId xmlns:a16="http://schemas.microsoft.com/office/drawing/2014/main" id="{DFB87BAB-5CC6-5CEB-E974-86C41FD5C491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2" name="直接连接符 10251">
                <a:extLst>
                  <a:ext uri="{FF2B5EF4-FFF2-40B4-BE49-F238E27FC236}">
                    <a16:creationId xmlns:a16="http://schemas.microsoft.com/office/drawing/2014/main" id="{E18B171C-0E68-52FC-3D0A-AC10E5E5CB84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3" name="直接连接符 10252">
                <a:extLst>
                  <a:ext uri="{FF2B5EF4-FFF2-40B4-BE49-F238E27FC236}">
                    <a16:creationId xmlns:a16="http://schemas.microsoft.com/office/drawing/2014/main" id="{71C67542-BD88-0FD4-3448-83F3BA5C7012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4" name="直接连接符 10253">
                <a:extLst>
                  <a:ext uri="{FF2B5EF4-FFF2-40B4-BE49-F238E27FC236}">
                    <a16:creationId xmlns:a16="http://schemas.microsoft.com/office/drawing/2014/main" id="{ED6A30C3-07F9-BE29-8719-9BD9041187D3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5" name="直接连接符 10254">
                <a:extLst>
                  <a:ext uri="{FF2B5EF4-FFF2-40B4-BE49-F238E27FC236}">
                    <a16:creationId xmlns:a16="http://schemas.microsoft.com/office/drawing/2014/main" id="{59027E79-17D4-2024-8BEE-B03A5C5940CD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6" name="直接连接符 10255">
                <a:extLst>
                  <a:ext uri="{FF2B5EF4-FFF2-40B4-BE49-F238E27FC236}">
                    <a16:creationId xmlns:a16="http://schemas.microsoft.com/office/drawing/2014/main" id="{543D8C15-7AC7-E85D-5826-40743909DDCC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7" name="直接连接符 10256">
                <a:extLst>
                  <a:ext uri="{FF2B5EF4-FFF2-40B4-BE49-F238E27FC236}">
                    <a16:creationId xmlns:a16="http://schemas.microsoft.com/office/drawing/2014/main" id="{20899CB5-F821-72AB-F6C5-D9EBA852C3BF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8" name="直接连接符 10257">
                <a:extLst>
                  <a:ext uri="{FF2B5EF4-FFF2-40B4-BE49-F238E27FC236}">
                    <a16:creationId xmlns:a16="http://schemas.microsoft.com/office/drawing/2014/main" id="{32135DBA-5665-8681-2A21-75CB1D9E1E93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9" name="直接连接符 10258">
                <a:extLst>
                  <a:ext uri="{FF2B5EF4-FFF2-40B4-BE49-F238E27FC236}">
                    <a16:creationId xmlns:a16="http://schemas.microsoft.com/office/drawing/2014/main" id="{B4E5F5A2-A5A9-3A05-1364-38EC4EA8CC65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60" name="直接连接符 10259">
                <a:extLst>
                  <a:ext uri="{FF2B5EF4-FFF2-40B4-BE49-F238E27FC236}">
                    <a16:creationId xmlns:a16="http://schemas.microsoft.com/office/drawing/2014/main" id="{0548DF1F-49B3-9ABB-39E4-832B474D6810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61" name="直接连接符 10260">
                <a:extLst>
                  <a:ext uri="{FF2B5EF4-FFF2-40B4-BE49-F238E27FC236}">
                    <a16:creationId xmlns:a16="http://schemas.microsoft.com/office/drawing/2014/main" id="{B1ACF63A-3BFF-B3B4-C157-EE3108AC9249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62" name="直接连接符 10261">
                <a:extLst>
                  <a:ext uri="{FF2B5EF4-FFF2-40B4-BE49-F238E27FC236}">
                    <a16:creationId xmlns:a16="http://schemas.microsoft.com/office/drawing/2014/main" id="{DC59758D-868A-2D1E-28A8-536F3B2B298F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63" name="直接连接符 10262">
                <a:extLst>
                  <a:ext uri="{FF2B5EF4-FFF2-40B4-BE49-F238E27FC236}">
                    <a16:creationId xmlns:a16="http://schemas.microsoft.com/office/drawing/2014/main" id="{5483FCCD-65BB-9CB8-AF7C-788D1A21E7E0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64" name="直接连接符 10263">
                <a:extLst>
                  <a:ext uri="{FF2B5EF4-FFF2-40B4-BE49-F238E27FC236}">
                    <a16:creationId xmlns:a16="http://schemas.microsoft.com/office/drawing/2014/main" id="{62E43C8D-F125-0201-98DD-EE4CB0FD0D92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65" name="直接连接符 10264">
                <a:extLst>
                  <a:ext uri="{FF2B5EF4-FFF2-40B4-BE49-F238E27FC236}">
                    <a16:creationId xmlns:a16="http://schemas.microsoft.com/office/drawing/2014/main" id="{619125DF-B92A-61D6-EBA3-6CA3079CD1A1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66" name="直接连接符 10265">
                <a:extLst>
                  <a:ext uri="{FF2B5EF4-FFF2-40B4-BE49-F238E27FC236}">
                    <a16:creationId xmlns:a16="http://schemas.microsoft.com/office/drawing/2014/main" id="{EAD8BB4F-E99D-14D4-958B-A5456DACC6B8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67" name="直接连接符 10266">
                <a:extLst>
                  <a:ext uri="{FF2B5EF4-FFF2-40B4-BE49-F238E27FC236}">
                    <a16:creationId xmlns:a16="http://schemas.microsoft.com/office/drawing/2014/main" id="{C581C258-A40A-621D-7199-D368C1CAC8F2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68" name="直接连接符 10267">
                <a:extLst>
                  <a:ext uri="{FF2B5EF4-FFF2-40B4-BE49-F238E27FC236}">
                    <a16:creationId xmlns:a16="http://schemas.microsoft.com/office/drawing/2014/main" id="{9437E07A-6488-1762-FE1F-9B7867A2A9D0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69" name="直接连接符 10268">
                <a:extLst>
                  <a:ext uri="{FF2B5EF4-FFF2-40B4-BE49-F238E27FC236}">
                    <a16:creationId xmlns:a16="http://schemas.microsoft.com/office/drawing/2014/main" id="{23F0C32B-5BE7-19BB-C631-FA5C140B06DE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0" name="直接连接符 10269">
                <a:extLst>
                  <a:ext uri="{FF2B5EF4-FFF2-40B4-BE49-F238E27FC236}">
                    <a16:creationId xmlns:a16="http://schemas.microsoft.com/office/drawing/2014/main" id="{0EF385D5-7598-F30F-7D5C-B84AD76AFE53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1" name="直接连接符 10270">
                <a:extLst>
                  <a:ext uri="{FF2B5EF4-FFF2-40B4-BE49-F238E27FC236}">
                    <a16:creationId xmlns:a16="http://schemas.microsoft.com/office/drawing/2014/main" id="{741378F5-F44A-A168-E2AF-5F464FB2B26E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2" name="直接连接符 10271">
                <a:extLst>
                  <a:ext uri="{FF2B5EF4-FFF2-40B4-BE49-F238E27FC236}">
                    <a16:creationId xmlns:a16="http://schemas.microsoft.com/office/drawing/2014/main" id="{408336C6-A40B-EE26-3D4E-C1C3B251E234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3" name="直接连接符 10272">
                <a:extLst>
                  <a:ext uri="{FF2B5EF4-FFF2-40B4-BE49-F238E27FC236}">
                    <a16:creationId xmlns:a16="http://schemas.microsoft.com/office/drawing/2014/main" id="{FE375093-5D7E-3BE3-F416-392E0B5E9833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4" name="直接连接符 10273">
                <a:extLst>
                  <a:ext uri="{FF2B5EF4-FFF2-40B4-BE49-F238E27FC236}">
                    <a16:creationId xmlns:a16="http://schemas.microsoft.com/office/drawing/2014/main" id="{0F0603DC-3898-8682-7A02-D13F04F13F7F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5" name="直接连接符 10274">
                <a:extLst>
                  <a:ext uri="{FF2B5EF4-FFF2-40B4-BE49-F238E27FC236}">
                    <a16:creationId xmlns:a16="http://schemas.microsoft.com/office/drawing/2014/main" id="{89A5C59F-6AAC-F475-F831-190B898D4B48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6" name="直接连接符 10275">
                <a:extLst>
                  <a:ext uri="{FF2B5EF4-FFF2-40B4-BE49-F238E27FC236}">
                    <a16:creationId xmlns:a16="http://schemas.microsoft.com/office/drawing/2014/main" id="{4B28ECCD-2BDD-7595-7892-B1F145FF9D30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7" name="直接连接符 10276">
                <a:extLst>
                  <a:ext uri="{FF2B5EF4-FFF2-40B4-BE49-F238E27FC236}">
                    <a16:creationId xmlns:a16="http://schemas.microsoft.com/office/drawing/2014/main" id="{7B2EA2F9-A7FE-98E2-078E-38C4F3CA9DB6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8" name="直接连接符 10277">
                <a:extLst>
                  <a:ext uri="{FF2B5EF4-FFF2-40B4-BE49-F238E27FC236}">
                    <a16:creationId xmlns:a16="http://schemas.microsoft.com/office/drawing/2014/main" id="{D5A6E016-EDB5-FB55-28C2-BB1FEBF10CFD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9" name="直接连接符 10278">
                <a:extLst>
                  <a:ext uri="{FF2B5EF4-FFF2-40B4-BE49-F238E27FC236}">
                    <a16:creationId xmlns:a16="http://schemas.microsoft.com/office/drawing/2014/main" id="{47245B40-2A88-9595-1325-1FC6686C2FF4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0" name="直接连接符 10279">
                <a:extLst>
                  <a:ext uri="{FF2B5EF4-FFF2-40B4-BE49-F238E27FC236}">
                    <a16:creationId xmlns:a16="http://schemas.microsoft.com/office/drawing/2014/main" id="{319211CA-90AA-712F-412B-0E78498676FE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1" name="直接连接符 10280">
                <a:extLst>
                  <a:ext uri="{FF2B5EF4-FFF2-40B4-BE49-F238E27FC236}">
                    <a16:creationId xmlns:a16="http://schemas.microsoft.com/office/drawing/2014/main" id="{39EC8E3E-6154-81E3-E810-3CD183CD7D8C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2" name="直接连接符 10281">
                <a:extLst>
                  <a:ext uri="{FF2B5EF4-FFF2-40B4-BE49-F238E27FC236}">
                    <a16:creationId xmlns:a16="http://schemas.microsoft.com/office/drawing/2014/main" id="{BCC98B33-766E-4D69-23D3-5C5DCD4A9300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3" name="直接连接符 10282">
                <a:extLst>
                  <a:ext uri="{FF2B5EF4-FFF2-40B4-BE49-F238E27FC236}">
                    <a16:creationId xmlns:a16="http://schemas.microsoft.com/office/drawing/2014/main" id="{982ABB58-EB23-078D-1003-2419BE2E3FF2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4" name="直接连接符 10283">
                <a:extLst>
                  <a:ext uri="{FF2B5EF4-FFF2-40B4-BE49-F238E27FC236}">
                    <a16:creationId xmlns:a16="http://schemas.microsoft.com/office/drawing/2014/main" id="{DBE0E4C4-5B67-E607-028C-768E99D04B87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5" name="直接连接符 10284">
                <a:extLst>
                  <a:ext uri="{FF2B5EF4-FFF2-40B4-BE49-F238E27FC236}">
                    <a16:creationId xmlns:a16="http://schemas.microsoft.com/office/drawing/2014/main" id="{7CFA9154-F81C-DC78-2B2A-847599AB4475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6" name="直接连接符 10285">
                <a:extLst>
                  <a:ext uri="{FF2B5EF4-FFF2-40B4-BE49-F238E27FC236}">
                    <a16:creationId xmlns:a16="http://schemas.microsoft.com/office/drawing/2014/main" id="{4496470D-4161-BC69-18A6-B1D835346F96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7" name="直接连接符 10286">
                <a:extLst>
                  <a:ext uri="{FF2B5EF4-FFF2-40B4-BE49-F238E27FC236}">
                    <a16:creationId xmlns:a16="http://schemas.microsoft.com/office/drawing/2014/main" id="{DE28FCB5-C499-8EFC-1393-CF78AAAD72EB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8" name="直接连接符 10287">
                <a:extLst>
                  <a:ext uri="{FF2B5EF4-FFF2-40B4-BE49-F238E27FC236}">
                    <a16:creationId xmlns:a16="http://schemas.microsoft.com/office/drawing/2014/main" id="{CB8F4288-1EAA-1180-FB2F-EE36446822D4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9" name="直接连接符 10288">
                <a:extLst>
                  <a:ext uri="{FF2B5EF4-FFF2-40B4-BE49-F238E27FC236}">
                    <a16:creationId xmlns:a16="http://schemas.microsoft.com/office/drawing/2014/main" id="{0FCD405C-D429-60CF-5014-8DE2663C50A4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0" name="直接连接符 10289">
                <a:extLst>
                  <a:ext uri="{FF2B5EF4-FFF2-40B4-BE49-F238E27FC236}">
                    <a16:creationId xmlns:a16="http://schemas.microsoft.com/office/drawing/2014/main" id="{23F58278-F44F-6691-2BE7-DAE3571D8F0A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1" name="直接连接符 10290">
                <a:extLst>
                  <a:ext uri="{FF2B5EF4-FFF2-40B4-BE49-F238E27FC236}">
                    <a16:creationId xmlns:a16="http://schemas.microsoft.com/office/drawing/2014/main" id="{43F10724-5E58-E2ED-3FD4-208503CFBC33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2" name="直接连接符 10291">
                <a:extLst>
                  <a:ext uri="{FF2B5EF4-FFF2-40B4-BE49-F238E27FC236}">
                    <a16:creationId xmlns:a16="http://schemas.microsoft.com/office/drawing/2014/main" id="{EAE77F8D-56E7-6BA5-ABA1-DE8584BD7DF5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3" name="直接连接符 10292">
                <a:extLst>
                  <a:ext uri="{FF2B5EF4-FFF2-40B4-BE49-F238E27FC236}">
                    <a16:creationId xmlns:a16="http://schemas.microsoft.com/office/drawing/2014/main" id="{91CC805A-E395-5253-89CB-D53E69C51322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4" name="直接连接符 10293">
                <a:extLst>
                  <a:ext uri="{FF2B5EF4-FFF2-40B4-BE49-F238E27FC236}">
                    <a16:creationId xmlns:a16="http://schemas.microsoft.com/office/drawing/2014/main" id="{83B59BCE-05D4-AFDF-9DAB-3D845D3626E3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5" name="直接连接符 10294">
                <a:extLst>
                  <a:ext uri="{FF2B5EF4-FFF2-40B4-BE49-F238E27FC236}">
                    <a16:creationId xmlns:a16="http://schemas.microsoft.com/office/drawing/2014/main" id="{A3D16906-6CBD-9B37-A491-0EEE5E405A79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6" name="直接连接符 10295">
                <a:extLst>
                  <a:ext uri="{FF2B5EF4-FFF2-40B4-BE49-F238E27FC236}">
                    <a16:creationId xmlns:a16="http://schemas.microsoft.com/office/drawing/2014/main" id="{26ED0811-E28B-67F3-5A3C-698C603EC088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7" name="直接连接符 10296">
                <a:extLst>
                  <a:ext uri="{FF2B5EF4-FFF2-40B4-BE49-F238E27FC236}">
                    <a16:creationId xmlns:a16="http://schemas.microsoft.com/office/drawing/2014/main" id="{18B680D7-9F05-0862-29C0-C1E5C679238A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8" name="直接连接符 10297">
                <a:extLst>
                  <a:ext uri="{FF2B5EF4-FFF2-40B4-BE49-F238E27FC236}">
                    <a16:creationId xmlns:a16="http://schemas.microsoft.com/office/drawing/2014/main" id="{63F4CDCA-D35F-3383-7F7D-FF6CE7E3EAB3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9" name="直接连接符 10298">
                <a:extLst>
                  <a:ext uri="{FF2B5EF4-FFF2-40B4-BE49-F238E27FC236}">
                    <a16:creationId xmlns:a16="http://schemas.microsoft.com/office/drawing/2014/main" id="{5E237C60-46D0-2471-0352-9BCB29DF0056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0" name="直接连接符 10299">
                <a:extLst>
                  <a:ext uri="{FF2B5EF4-FFF2-40B4-BE49-F238E27FC236}">
                    <a16:creationId xmlns:a16="http://schemas.microsoft.com/office/drawing/2014/main" id="{0817355A-EC45-1504-BB5A-55C892C95637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1" name="直接连接符 10300">
                <a:extLst>
                  <a:ext uri="{FF2B5EF4-FFF2-40B4-BE49-F238E27FC236}">
                    <a16:creationId xmlns:a16="http://schemas.microsoft.com/office/drawing/2014/main" id="{AEB6A110-874E-BEC2-FC37-7E7DBA201F27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2" name="直接连接符 10301">
                <a:extLst>
                  <a:ext uri="{FF2B5EF4-FFF2-40B4-BE49-F238E27FC236}">
                    <a16:creationId xmlns:a16="http://schemas.microsoft.com/office/drawing/2014/main" id="{C4B8F453-B6CB-E0A2-F315-8AB505D1EE54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3" name="直接连接符 10302">
                <a:extLst>
                  <a:ext uri="{FF2B5EF4-FFF2-40B4-BE49-F238E27FC236}">
                    <a16:creationId xmlns:a16="http://schemas.microsoft.com/office/drawing/2014/main" id="{B5F8DD1F-3249-FB08-A532-42E171391A65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4" name="直接连接符 10303">
                <a:extLst>
                  <a:ext uri="{FF2B5EF4-FFF2-40B4-BE49-F238E27FC236}">
                    <a16:creationId xmlns:a16="http://schemas.microsoft.com/office/drawing/2014/main" id="{9393C59B-E995-65A1-FE5C-75DF7AA91106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5" name="直接连接符 10304">
                <a:extLst>
                  <a:ext uri="{FF2B5EF4-FFF2-40B4-BE49-F238E27FC236}">
                    <a16:creationId xmlns:a16="http://schemas.microsoft.com/office/drawing/2014/main" id="{2CA9EF91-2501-008E-5863-273A22B120CA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6" name="直接连接符 10305">
                <a:extLst>
                  <a:ext uri="{FF2B5EF4-FFF2-40B4-BE49-F238E27FC236}">
                    <a16:creationId xmlns:a16="http://schemas.microsoft.com/office/drawing/2014/main" id="{C9771E41-4190-6AE9-DA3D-699611DAB88B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7" name="直接连接符 10306">
                <a:extLst>
                  <a:ext uri="{FF2B5EF4-FFF2-40B4-BE49-F238E27FC236}">
                    <a16:creationId xmlns:a16="http://schemas.microsoft.com/office/drawing/2014/main" id="{72ADB352-686D-473E-415F-635D97862C5F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8" name="直接连接符 10307">
                <a:extLst>
                  <a:ext uri="{FF2B5EF4-FFF2-40B4-BE49-F238E27FC236}">
                    <a16:creationId xmlns:a16="http://schemas.microsoft.com/office/drawing/2014/main" id="{26D8CB29-2B36-05E4-C68F-F0CB359F8787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9" name="直接连接符 10308">
                <a:extLst>
                  <a:ext uri="{FF2B5EF4-FFF2-40B4-BE49-F238E27FC236}">
                    <a16:creationId xmlns:a16="http://schemas.microsoft.com/office/drawing/2014/main" id="{137E96EC-9622-F82A-FC46-E66BA696ED06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10" name="直接连接符 10309">
                <a:extLst>
                  <a:ext uri="{FF2B5EF4-FFF2-40B4-BE49-F238E27FC236}">
                    <a16:creationId xmlns:a16="http://schemas.microsoft.com/office/drawing/2014/main" id="{7FAE65F5-7C47-489A-BA38-3638B20AACF3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11" name="直接连接符 10310">
                <a:extLst>
                  <a:ext uri="{FF2B5EF4-FFF2-40B4-BE49-F238E27FC236}">
                    <a16:creationId xmlns:a16="http://schemas.microsoft.com/office/drawing/2014/main" id="{0979E72A-7F3F-BE58-D3E1-3E7D8BDB3AAB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12" name="直接连接符 10311">
                <a:extLst>
                  <a:ext uri="{FF2B5EF4-FFF2-40B4-BE49-F238E27FC236}">
                    <a16:creationId xmlns:a16="http://schemas.microsoft.com/office/drawing/2014/main" id="{A78D0256-B5EC-C645-D322-E7535B9499F4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D214B8A-600F-4303-1192-1E7E941F1BAA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5FF643E2-9638-14F5-93A2-D8FF1CF642D5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EAA78244-1FC7-1711-56B9-40E3239AF433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056448FF-CCF8-B48C-6CD8-408E70A1F1FB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CA8B9BB2-BA02-8B1E-A558-217923C7028F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C201C170-C5CF-F0FD-749A-3B3D97F48EB3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AC642FA3-5A10-7354-E098-9059D0290660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0DDA91C7-99F2-DFA7-C24A-5D46A4D214BD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A7B993CF-145C-44A8-D586-565B447EF3ED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F0A08BE-1257-4D79-ED97-642CC98F3C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5E47D79C-F53D-42DB-B6A5-57D77E730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3.1 基本定义与应用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F921B3E5-B75B-41A5-8320-2EAAD5470A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6517" y="1628444"/>
            <a:ext cx="7772400" cy="4114800"/>
          </a:xfrm>
        </p:spPr>
        <p:txBody>
          <a:bodyPr/>
          <a:lstStyle/>
          <a:p>
            <a:pPr eaLnBrk="1" hangingPunct="1">
              <a:buClr>
                <a:schemeClr val="accent5">
                  <a:lumMod val="75000"/>
                </a:schemeClr>
              </a:buClr>
            </a:pPr>
            <a:r>
              <a:rPr lang="zh-CN" altLang="en-US" sz="2800" dirty="0"/>
              <a:t>食物生态链图</a:t>
            </a:r>
          </a:p>
          <a:p>
            <a:pPr marL="514350" indent="-514350" eaLnBrk="1" hangingPunct="1">
              <a:buClr>
                <a:schemeClr val="hlink"/>
              </a:buClr>
              <a:buSzPct val="80000"/>
              <a:buFont typeface="+mj-ea"/>
              <a:buAutoNum type="circleNumDbPlain"/>
            </a:pPr>
            <a:r>
              <a:rPr lang="en-US" altLang="zh-CN" sz="2400" dirty="0"/>
              <a:t>Node = </a:t>
            </a:r>
            <a:r>
              <a:rPr lang="zh-CN" altLang="en-US" sz="2400" dirty="0"/>
              <a:t>生物种类. </a:t>
            </a:r>
          </a:p>
          <a:p>
            <a:pPr marL="514350" indent="-514350" eaLnBrk="1" hangingPunct="1">
              <a:buClr>
                <a:schemeClr val="hlink"/>
              </a:buClr>
              <a:buSzPct val="80000"/>
              <a:buFont typeface="+mj-ea"/>
              <a:buAutoNum type="circleNumDbPlain"/>
            </a:pPr>
            <a:r>
              <a:rPr lang="en-US" altLang="zh-CN" sz="2400" dirty="0"/>
              <a:t>Edge = </a:t>
            </a:r>
            <a:r>
              <a:rPr lang="zh-CN" altLang="en-US" sz="2400" dirty="0"/>
              <a:t>从猎物到捕食者</a:t>
            </a:r>
            <a:r>
              <a:rPr lang="zh-CN" altLang="en-US" sz="2800" dirty="0"/>
              <a:t>.</a:t>
            </a:r>
          </a:p>
          <a:p>
            <a:pPr eaLnBrk="1" hangingPunct="1"/>
            <a:endParaRPr lang="zh-CN" altLang="en-US" sz="2800" dirty="0"/>
          </a:p>
        </p:txBody>
      </p:sp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87CF1530-3792-46D1-BC1E-20F44E90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9E72E0-4C98-4A6C-8064-03E424B33FF3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CN" sz="1400"/>
          </a:p>
        </p:txBody>
      </p:sp>
      <p:pic>
        <p:nvPicPr>
          <p:cNvPr id="11269" name="Picture 4" descr="salfoodweb">
            <a:extLst>
              <a:ext uri="{FF2B5EF4-FFF2-40B4-BE49-F238E27FC236}">
                <a16:creationId xmlns:a16="http://schemas.microsoft.com/office/drawing/2014/main" id="{DCB28D45-F09D-46DA-8C23-BA49A5F92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72"/>
          <a:stretch>
            <a:fillRect/>
          </a:stretch>
        </p:blipFill>
        <p:spPr bwMode="auto">
          <a:xfrm>
            <a:off x="4224799" y="1599952"/>
            <a:ext cx="4464172" cy="4847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B04D4A5-DA42-ACE0-9086-43EDCCB400C4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5C1B5A84-CB3C-7FD4-3410-ABB51DB2DCFE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5A5B9B8-7BE6-E31F-3C8D-9EA7D62DF43C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52BFD19-FBF8-79D3-5BD9-F5B5A70E02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02092133-6881-8D84-61E8-A1AA88001E79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553A44F-7D90-D1DB-EFCF-9D1D12CF4724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96D9740-DE67-3BC7-A299-6390441D57BB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C0D39A87-2FF1-D121-0A3D-81B61E72A9A5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D214542D-B888-ECE2-25B3-AFA231E31299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872EA842-7062-71D7-62DB-33EA3F1A6E16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8107A89-EEED-5C12-1B32-13FA8E6DBBE4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F5DCABC-6CBE-1012-DB91-78D92F260A21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CFCA007D-D409-33DC-A618-320BCAD41430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5C67C58-5F6D-6842-4097-0060C8945AE9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E8A27572-5EA0-6699-BCF4-6DA91C66A984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FECE1086-BF04-552F-FF4F-FC54ECC74181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3B508DA5-352F-A8F0-3381-4C1675EF8BD2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A1C1F64E-FBF3-8248-1E9D-068F85273575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DB2B50E9-44D2-50BB-EC96-2F4831DADF80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EAB3814-6EE2-437C-FF34-E3C971E58EF3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4D09B1EF-9648-0906-790E-AB1FED0381C4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9BE47985-634B-96DA-0AC2-A91F9C4D9D94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D289BE90-6667-68EA-9FB7-991FA3B6CD4D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8E6260A7-0171-E2D0-B638-E45BB5F1BA11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6876EADA-DDC8-0FD6-EDAF-B2648468A76B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71CB7C53-AF6F-3302-1D19-4F5E89ECF6ED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113D369F-743E-39D4-5095-0EC96ADA712D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2A870545-B9E7-E9DB-D3F7-2F8524F0ADD3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964C626B-5F67-9768-4246-ABBF13F1FE8F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52FC9BD8-ED55-E9A1-A499-57549672FB78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4BC6A3B2-4808-8A0F-C72B-C8F6203A9108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B6C9EB63-4758-C065-AE1B-5B16B8C82DD3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91CA1997-CDB8-B183-82AD-51DEB82E43D4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38C28335-20E1-8F2E-347B-031429CA449B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AE485E38-C0FB-C13F-267C-92BCE178DDAB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18424970-FE6F-F106-D6BE-BC56D3F0D3E0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9049EF4A-5624-CCF7-E19E-C1F80DF642DE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3DC7A315-4C55-D67C-E0CE-9BF34E4810CB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85808CD1-8B8F-C763-E22E-B9918E659925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4862C9F6-EB87-2F3B-34E3-0388A14DF14E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D6BE19B0-3C8C-ECD3-5077-8D4AA803B040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C5530EC0-A869-46A5-B9FB-8BE851864A6F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322D9086-AC3F-8A68-1F09-C48C27469BB4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02F34511-7DF2-F324-413C-90D642AA1E7C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05F874E9-8D44-C3CC-1C2A-02CD1513AAA8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2CF14EDF-00E3-4747-176F-CC3911D31943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B9C043E1-51C9-F9CD-A080-1792177F0207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BEFCFD1-E56E-6B55-FB55-308DF84C83DB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1CF2AB84-D31D-6F19-C6C2-9690BDB7FC2F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1004856F-ECF0-531C-FF02-07070DC014D7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B6380186-9695-E006-1896-67D3CE7A300B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54F98581-E9CF-F9A8-CEF8-72199A9C0001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64" name="直接连接符 11263">
                <a:extLst>
                  <a:ext uri="{FF2B5EF4-FFF2-40B4-BE49-F238E27FC236}">
                    <a16:creationId xmlns:a16="http://schemas.microsoft.com/office/drawing/2014/main" id="{88E404CC-A535-D4B7-1AF3-9E2E56770811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65" name="直接连接符 11264">
                <a:extLst>
                  <a:ext uri="{FF2B5EF4-FFF2-40B4-BE49-F238E27FC236}">
                    <a16:creationId xmlns:a16="http://schemas.microsoft.com/office/drawing/2014/main" id="{1AC3A298-FB79-ED9A-55CC-448F640F4440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70" name="直接连接符 11269">
                <a:extLst>
                  <a:ext uri="{FF2B5EF4-FFF2-40B4-BE49-F238E27FC236}">
                    <a16:creationId xmlns:a16="http://schemas.microsoft.com/office/drawing/2014/main" id="{07298BFA-7116-5783-FAFE-B21AAC1C3FB0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71" name="直接连接符 11270">
                <a:extLst>
                  <a:ext uri="{FF2B5EF4-FFF2-40B4-BE49-F238E27FC236}">
                    <a16:creationId xmlns:a16="http://schemas.microsoft.com/office/drawing/2014/main" id="{0A5F72EE-BFAB-719B-31F9-7A2FA1FB3904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72" name="直接连接符 11271">
                <a:extLst>
                  <a:ext uri="{FF2B5EF4-FFF2-40B4-BE49-F238E27FC236}">
                    <a16:creationId xmlns:a16="http://schemas.microsoft.com/office/drawing/2014/main" id="{306F40B4-A816-E439-6BF3-CD6F9F6D00A8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73" name="直接连接符 11272">
                <a:extLst>
                  <a:ext uri="{FF2B5EF4-FFF2-40B4-BE49-F238E27FC236}">
                    <a16:creationId xmlns:a16="http://schemas.microsoft.com/office/drawing/2014/main" id="{C2D67146-CBF1-5A8F-4BD8-A05FC89E951B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74" name="直接连接符 11273">
                <a:extLst>
                  <a:ext uri="{FF2B5EF4-FFF2-40B4-BE49-F238E27FC236}">
                    <a16:creationId xmlns:a16="http://schemas.microsoft.com/office/drawing/2014/main" id="{FAC588AF-585A-9F33-92C6-0D0CDFA1277C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75" name="直接连接符 11274">
                <a:extLst>
                  <a:ext uri="{FF2B5EF4-FFF2-40B4-BE49-F238E27FC236}">
                    <a16:creationId xmlns:a16="http://schemas.microsoft.com/office/drawing/2014/main" id="{C5363D58-F2A5-B819-39CF-264E381D0A7D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76" name="直接连接符 11275">
                <a:extLst>
                  <a:ext uri="{FF2B5EF4-FFF2-40B4-BE49-F238E27FC236}">
                    <a16:creationId xmlns:a16="http://schemas.microsoft.com/office/drawing/2014/main" id="{56CC4C16-633E-C6E9-A8D4-ACAC1D7488E7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77" name="直接连接符 11276">
                <a:extLst>
                  <a:ext uri="{FF2B5EF4-FFF2-40B4-BE49-F238E27FC236}">
                    <a16:creationId xmlns:a16="http://schemas.microsoft.com/office/drawing/2014/main" id="{EBAFD63A-0C7F-F6FF-3BBB-A64BE2F7F844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78" name="直接连接符 11277">
                <a:extLst>
                  <a:ext uri="{FF2B5EF4-FFF2-40B4-BE49-F238E27FC236}">
                    <a16:creationId xmlns:a16="http://schemas.microsoft.com/office/drawing/2014/main" id="{E28B7D9B-4122-3D07-6659-D45EBA852654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79" name="直接连接符 11278">
                <a:extLst>
                  <a:ext uri="{FF2B5EF4-FFF2-40B4-BE49-F238E27FC236}">
                    <a16:creationId xmlns:a16="http://schemas.microsoft.com/office/drawing/2014/main" id="{D1FD0797-319F-9D7F-FE1E-45FC3280BD93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80" name="直接连接符 11279">
                <a:extLst>
                  <a:ext uri="{FF2B5EF4-FFF2-40B4-BE49-F238E27FC236}">
                    <a16:creationId xmlns:a16="http://schemas.microsoft.com/office/drawing/2014/main" id="{E9842F79-4DEB-849F-84E8-BC93BE61BACF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81" name="直接连接符 11280">
                <a:extLst>
                  <a:ext uri="{FF2B5EF4-FFF2-40B4-BE49-F238E27FC236}">
                    <a16:creationId xmlns:a16="http://schemas.microsoft.com/office/drawing/2014/main" id="{5D10E799-8E3B-143D-5768-C8F627B2C64A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82" name="直接连接符 11281">
                <a:extLst>
                  <a:ext uri="{FF2B5EF4-FFF2-40B4-BE49-F238E27FC236}">
                    <a16:creationId xmlns:a16="http://schemas.microsoft.com/office/drawing/2014/main" id="{9D4F75BA-7428-233E-9851-74B8BCCEFA98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83" name="直接连接符 11282">
                <a:extLst>
                  <a:ext uri="{FF2B5EF4-FFF2-40B4-BE49-F238E27FC236}">
                    <a16:creationId xmlns:a16="http://schemas.microsoft.com/office/drawing/2014/main" id="{AD7EB570-F185-9C2E-BDA5-B196B8494CD3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84" name="直接连接符 11283">
                <a:extLst>
                  <a:ext uri="{FF2B5EF4-FFF2-40B4-BE49-F238E27FC236}">
                    <a16:creationId xmlns:a16="http://schemas.microsoft.com/office/drawing/2014/main" id="{F3A04D8F-F931-B145-A73B-0369262EBEDC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85" name="直接连接符 11284">
                <a:extLst>
                  <a:ext uri="{FF2B5EF4-FFF2-40B4-BE49-F238E27FC236}">
                    <a16:creationId xmlns:a16="http://schemas.microsoft.com/office/drawing/2014/main" id="{AAE5F6E3-1D3E-AB0A-0313-BFAD71E44610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86" name="直接连接符 11285">
                <a:extLst>
                  <a:ext uri="{FF2B5EF4-FFF2-40B4-BE49-F238E27FC236}">
                    <a16:creationId xmlns:a16="http://schemas.microsoft.com/office/drawing/2014/main" id="{62FA9375-86D1-247A-16BA-A57724A2D8F2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87" name="直接连接符 11286">
                <a:extLst>
                  <a:ext uri="{FF2B5EF4-FFF2-40B4-BE49-F238E27FC236}">
                    <a16:creationId xmlns:a16="http://schemas.microsoft.com/office/drawing/2014/main" id="{0F108536-6CA0-0C7D-25DB-81D13668BC94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88" name="直接连接符 11287">
                <a:extLst>
                  <a:ext uri="{FF2B5EF4-FFF2-40B4-BE49-F238E27FC236}">
                    <a16:creationId xmlns:a16="http://schemas.microsoft.com/office/drawing/2014/main" id="{62DA9A50-9265-B9C7-FBB1-B2707F070B18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89" name="直接连接符 11288">
                <a:extLst>
                  <a:ext uri="{FF2B5EF4-FFF2-40B4-BE49-F238E27FC236}">
                    <a16:creationId xmlns:a16="http://schemas.microsoft.com/office/drawing/2014/main" id="{48530D98-9F4B-5EB1-B3E0-4939FE5000A0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90" name="直接连接符 11289">
                <a:extLst>
                  <a:ext uri="{FF2B5EF4-FFF2-40B4-BE49-F238E27FC236}">
                    <a16:creationId xmlns:a16="http://schemas.microsoft.com/office/drawing/2014/main" id="{D0500869-FC84-2D21-08AA-0B1F07DC0248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91" name="直接连接符 11290">
                <a:extLst>
                  <a:ext uri="{FF2B5EF4-FFF2-40B4-BE49-F238E27FC236}">
                    <a16:creationId xmlns:a16="http://schemas.microsoft.com/office/drawing/2014/main" id="{A6CEA5FF-2A96-6216-BBCD-4A7C520874EE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92" name="直接连接符 11291">
                <a:extLst>
                  <a:ext uri="{FF2B5EF4-FFF2-40B4-BE49-F238E27FC236}">
                    <a16:creationId xmlns:a16="http://schemas.microsoft.com/office/drawing/2014/main" id="{8A0DB0C4-416D-5809-2497-3A8C6FA4D198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93" name="直接连接符 11292">
                <a:extLst>
                  <a:ext uri="{FF2B5EF4-FFF2-40B4-BE49-F238E27FC236}">
                    <a16:creationId xmlns:a16="http://schemas.microsoft.com/office/drawing/2014/main" id="{615E8705-8106-B2B5-3F82-4EDFE3A8D367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94" name="直接连接符 11293">
                <a:extLst>
                  <a:ext uri="{FF2B5EF4-FFF2-40B4-BE49-F238E27FC236}">
                    <a16:creationId xmlns:a16="http://schemas.microsoft.com/office/drawing/2014/main" id="{425FC551-4E1C-B045-7800-23E0BFE5E9FD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95" name="直接连接符 11294">
                <a:extLst>
                  <a:ext uri="{FF2B5EF4-FFF2-40B4-BE49-F238E27FC236}">
                    <a16:creationId xmlns:a16="http://schemas.microsoft.com/office/drawing/2014/main" id="{CF817517-92B9-AC2A-6DBF-72E131E9CFCD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96" name="直接连接符 11295">
                <a:extLst>
                  <a:ext uri="{FF2B5EF4-FFF2-40B4-BE49-F238E27FC236}">
                    <a16:creationId xmlns:a16="http://schemas.microsoft.com/office/drawing/2014/main" id="{1C7F3F4D-29B4-9C69-0689-E27E601934D7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97" name="直接连接符 11296">
                <a:extLst>
                  <a:ext uri="{FF2B5EF4-FFF2-40B4-BE49-F238E27FC236}">
                    <a16:creationId xmlns:a16="http://schemas.microsoft.com/office/drawing/2014/main" id="{2E3F52FD-DF9D-C9D1-E543-8BB24C31C06C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98" name="直接连接符 11297">
                <a:extLst>
                  <a:ext uri="{FF2B5EF4-FFF2-40B4-BE49-F238E27FC236}">
                    <a16:creationId xmlns:a16="http://schemas.microsoft.com/office/drawing/2014/main" id="{C3284F8B-FDAA-3C9A-1FF8-06F10C0100B7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99" name="直接连接符 11298">
                <a:extLst>
                  <a:ext uri="{FF2B5EF4-FFF2-40B4-BE49-F238E27FC236}">
                    <a16:creationId xmlns:a16="http://schemas.microsoft.com/office/drawing/2014/main" id="{140C121B-0157-0B7A-8A3E-FC5211B8FEDD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00" name="直接连接符 11299">
                <a:extLst>
                  <a:ext uri="{FF2B5EF4-FFF2-40B4-BE49-F238E27FC236}">
                    <a16:creationId xmlns:a16="http://schemas.microsoft.com/office/drawing/2014/main" id="{6EED311C-21D6-7EFD-559A-58A246BF5E40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01" name="直接连接符 11300">
                <a:extLst>
                  <a:ext uri="{FF2B5EF4-FFF2-40B4-BE49-F238E27FC236}">
                    <a16:creationId xmlns:a16="http://schemas.microsoft.com/office/drawing/2014/main" id="{FCD05057-F1DE-5F72-2774-62069A4500A8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02" name="直接连接符 11301">
                <a:extLst>
                  <a:ext uri="{FF2B5EF4-FFF2-40B4-BE49-F238E27FC236}">
                    <a16:creationId xmlns:a16="http://schemas.microsoft.com/office/drawing/2014/main" id="{9E1F1E74-5F65-368E-94B9-1572F7755BCB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03" name="直接连接符 11302">
                <a:extLst>
                  <a:ext uri="{FF2B5EF4-FFF2-40B4-BE49-F238E27FC236}">
                    <a16:creationId xmlns:a16="http://schemas.microsoft.com/office/drawing/2014/main" id="{D5A23112-3893-1BDB-3BF5-EDF506775A12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04" name="直接连接符 11303">
                <a:extLst>
                  <a:ext uri="{FF2B5EF4-FFF2-40B4-BE49-F238E27FC236}">
                    <a16:creationId xmlns:a16="http://schemas.microsoft.com/office/drawing/2014/main" id="{3AEC4AC9-3764-A149-10D0-2E463A08F216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05" name="直接连接符 11304">
                <a:extLst>
                  <a:ext uri="{FF2B5EF4-FFF2-40B4-BE49-F238E27FC236}">
                    <a16:creationId xmlns:a16="http://schemas.microsoft.com/office/drawing/2014/main" id="{37DC42AE-9F92-CCBA-CFBB-019D883C79D8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06" name="直接连接符 11305">
                <a:extLst>
                  <a:ext uri="{FF2B5EF4-FFF2-40B4-BE49-F238E27FC236}">
                    <a16:creationId xmlns:a16="http://schemas.microsoft.com/office/drawing/2014/main" id="{C85F0C05-3123-1292-AF7C-06B631F626AF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07" name="直接连接符 11306">
                <a:extLst>
                  <a:ext uri="{FF2B5EF4-FFF2-40B4-BE49-F238E27FC236}">
                    <a16:creationId xmlns:a16="http://schemas.microsoft.com/office/drawing/2014/main" id="{CAE9343B-D4A8-6E6E-5E99-6E1727BFA2B2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08" name="直接连接符 11307">
                <a:extLst>
                  <a:ext uri="{FF2B5EF4-FFF2-40B4-BE49-F238E27FC236}">
                    <a16:creationId xmlns:a16="http://schemas.microsoft.com/office/drawing/2014/main" id="{59330C6D-5B51-889A-137E-DB56DBF3E215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09" name="直接连接符 11308">
                <a:extLst>
                  <a:ext uri="{FF2B5EF4-FFF2-40B4-BE49-F238E27FC236}">
                    <a16:creationId xmlns:a16="http://schemas.microsoft.com/office/drawing/2014/main" id="{86AC95A8-81DD-BAAE-90C9-13A44F7AAA1D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10" name="直接连接符 11309">
                <a:extLst>
                  <a:ext uri="{FF2B5EF4-FFF2-40B4-BE49-F238E27FC236}">
                    <a16:creationId xmlns:a16="http://schemas.microsoft.com/office/drawing/2014/main" id="{12A311AC-0B3F-604B-F5CF-CC66B5FD03AA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11" name="直接连接符 11310">
                <a:extLst>
                  <a:ext uri="{FF2B5EF4-FFF2-40B4-BE49-F238E27FC236}">
                    <a16:creationId xmlns:a16="http://schemas.microsoft.com/office/drawing/2014/main" id="{7A908E22-AF30-7AA6-8EE2-1FEC40B95D9C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12" name="直接连接符 11311">
                <a:extLst>
                  <a:ext uri="{FF2B5EF4-FFF2-40B4-BE49-F238E27FC236}">
                    <a16:creationId xmlns:a16="http://schemas.microsoft.com/office/drawing/2014/main" id="{357FBBCD-3480-7F77-9CFD-4D529B41CBE6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13" name="直接连接符 11312">
                <a:extLst>
                  <a:ext uri="{FF2B5EF4-FFF2-40B4-BE49-F238E27FC236}">
                    <a16:creationId xmlns:a16="http://schemas.microsoft.com/office/drawing/2014/main" id="{6B94F7C6-5ABE-FF71-A6C6-DC747CDA7839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14" name="直接连接符 11313">
                <a:extLst>
                  <a:ext uri="{FF2B5EF4-FFF2-40B4-BE49-F238E27FC236}">
                    <a16:creationId xmlns:a16="http://schemas.microsoft.com/office/drawing/2014/main" id="{3FB8DE06-0ABE-D8F6-3BEC-176CD106110D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15" name="直接连接符 11314">
                <a:extLst>
                  <a:ext uri="{FF2B5EF4-FFF2-40B4-BE49-F238E27FC236}">
                    <a16:creationId xmlns:a16="http://schemas.microsoft.com/office/drawing/2014/main" id="{643C23D2-9CB6-885E-0A17-A49D5D210293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16" name="直接连接符 11315">
                <a:extLst>
                  <a:ext uri="{FF2B5EF4-FFF2-40B4-BE49-F238E27FC236}">
                    <a16:creationId xmlns:a16="http://schemas.microsoft.com/office/drawing/2014/main" id="{F559BAE1-066D-2D84-F48B-2A124E70DE6B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17" name="直接连接符 11316">
                <a:extLst>
                  <a:ext uri="{FF2B5EF4-FFF2-40B4-BE49-F238E27FC236}">
                    <a16:creationId xmlns:a16="http://schemas.microsoft.com/office/drawing/2014/main" id="{AC12F06B-A026-99BF-75B3-17A94356EAD2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18" name="直接连接符 11317">
                <a:extLst>
                  <a:ext uri="{FF2B5EF4-FFF2-40B4-BE49-F238E27FC236}">
                    <a16:creationId xmlns:a16="http://schemas.microsoft.com/office/drawing/2014/main" id="{BC06D10E-EA1F-A057-9965-D137E0BF0EF8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19" name="直接连接符 11318">
                <a:extLst>
                  <a:ext uri="{FF2B5EF4-FFF2-40B4-BE49-F238E27FC236}">
                    <a16:creationId xmlns:a16="http://schemas.microsoft.com/office/drawing/2014/main" id="{CA692DFD-19F8-2A7F-6E2E-8F13B5E1C1F0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20" name="直接连接符 11319">
                <a:extLst>
                  <a:ext uri="{FF2B5EF4-FFF2-40B4-BE49-F238E27FC236}">
                    <a16:creationId xmlns:a16="http://schemas.microsoft.com/office/drawing/2014/main" id="{7717D3AB-B890-1619-1717-C28B5396A51F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21" name="直接连接符 11320">
                <a:extLst>
                  <a:ext uri="{FF2B5EF4-FFF2-40B4-BE49-F238E27FC236}">
                    <a16:creationId xmlns:a16="http://schemas.microsoft.com/office/drawing/2014/main" id="{06E704D3-39AF-F678-6E1A-51E3DD955248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22" name="直接连接符 11321">
                <a:extLst>
                  <a:ext uri="{FF2B5EF4-FFF2-40B4-BE49-F238E27FC236}">
                    <a16:creationId xmlns:a16="http://schemas.microsoft.com/office/drawing/2014/main" id="{A80C6911-2B78-4066-5FA2-057B97D97D77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23" name="直接连接符 11322">
                <a:extLst>
                  <a:ext uri="{FF2B5EF4-FFF2-40B4-BE49-F238E27FC236}">
                    <a16:creationId xmlns:a16="http://schemas.microsoft.com/office/drawing/2014/main" id="{67F3715E-A1D6-8C91-1D0C-91C86AC28E2E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24" name="直接连接符 11323">
                <a:extLst>
                  <a:ext uri="{FF2B5EF4-FFF2-40B4-BE49-F238E27FC236}">
                    <a16:creationId xmlns:a16="http://schemas.microsoft.com/office/drawing/2014/main" id="{CAAFE749-8D71-756A-5ED5-4E586A36DEDB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25" name="直接连接符 11324">
                <a:extLst>
                  <a:ext uri="{FF2B5EF4-FFF2-40B4-BE49-F238E27FC236}">
                    <a16:creationId xmlns:a16="http://schemas.microsoft.com/office/drawing/2014/main" id="{486EDF4E-4086-BDCF-2BB6-79CB16391FD9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26" name="直接连接符 11325">
                <a:extLst>
                  <a:ext uri="{FF2B5EF4-FFF2-40B4-BE49-F238E27FC236}">
                    <a16:creationId xmlns:a16="http://schemas.microsoft.com/office/drawing/2014/main" id="{A56BE84C-0F28-493D-8451-B583B9244891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27" name="直接连接符 11326">
                <a:extLst>
                  <a:ext uri="{FF2B5EF4-FFF2-40B4-BE49-F238E27FC236}">
                    <a16:creationId xmlns:a16="http://schemas.microsoft.com/office/drawing/2014/main" id="{7F95D50A-E4F6-26C2-1DB0-7CBE0A214D66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28" name="直接连接符 11327">
                <a:extLst>
                  <a:ext uri="{FF2B5EF4-FFF2-40B4-BE49-F238E27FC236}">
                    <a16:creationId xmlns:a16="http://schemas.microsoft.com/office/drawing/2014/main" id="{978CD037-74F2-49EA-60A0-D6EC92565395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29" name="直接连接符 11328">
                <a:extLst>
                  <a:ext uri="{FF2B5EF4-FFF2-40B4-BE49-F238E27FC236}">
                    <a16:creationId xmlns:a16="http://schemas.microsoft.com/office/drawing/2014/main" id="{9AAD5634-6CD4-D9CC-C1F6-A34D0905504D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30" name="直接连接符 11329">
                <a:extLst>
                  <a:ext uri="{FF2B5EF4-FFF2-40B4-BE49-F238E27FC236}">
                    <a16:creationId xmlns:a16="http://schemas.microsoft.com/office/drawing/2014/main" id="{EC9A88DD-4F73-531D-544F-8A15033E1302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31" name="直接连接符 11330">
                <a:extLst>
                  <a:ext uri="{FF2B5EF4-FFF2-40B4-BE49-F238E27FC236}">
                    <a16:creationId xmlns:a16="http://schemas.microsoft.com/office/drawing/2014/main" id="{624A522F-C813-E3E0-9832-31597C7D6714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32" name="直接连接符 11331">
                <a:extLst>
                  <a:ext uri="{FF2B5EF4-FFF2-40B4-BE49-F238E27FC236}">
                    <a16:creationId xmlns:a16="http://schemas.microsoft.com/office/drawing/2014/main" id="{48FE2889-7D8B-D19A-8D4E-F6FE93DEB253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33" name="直接连接符 11332">
                <a:extLst>
                  <a:ext uri="{FF2B5EF4-FFF2-40B4-BE49-F238E27FC236}">
                    <a16:creationId xmlns:a16="http://schemas.microsoft.com/office/drawing/2014/main" id="{62B46BE8-0085-23E2-A165-EA231F6E2CAD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34" name="直接连接符 11333">
                <a:extLst>
                  <a:ext uri="{FF2B5EF4-FFF2-40B4-BE49-F238E27FC236}">
                    <a16:creationId xmlns:a16="http://schemas.microsoft.com/office/drawing/2014/main" id="{6E83EA78-3444-43FF-678F-10E94BC379C1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35" name="直接连接符 11334">
                <a:extLst>
                  <a:ext uri="{FF2B5EF4-FFF2-40B4-BE49-F238E27FC236}">
                    <a16:creationId xmlns:a16="http://schemas.microsoft.com/office/drawing/2014/main" id="{BA2C79D2-C50F-BC0E-555B-EC2242CD32BE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36" name="直接连接符 11335">
                <a:extLst>
                  <a:ext uri="{FF2B5EF4-FFF2-40B4-BE49-F238E27FC236}">
                    <a16:creationId xmlns:a16="http://schemas.microsoft.com/office/drawing/2014/main" id="{6D04D7E5-993D-BB86-B702-CE73C94ABE02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60FC188-32CA-46ED-E6D8-960636410FB5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0A76BFE7-FB27-FAE0-4247-EFEAB98CA485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B697244A-2C24-BD7A-4B8F-837277F1AD12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EC41D3FA-9BDD-0776-2F64-45ACCF78D70E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A172856F-0018-1675-CB6D-117DD524C6EC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8A7729B0-9260-DD96-61A0-853329DCA565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2CBEAB18-404B-F966-05A6-5194E064416C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CBBC4795-9C04-51E6-2249-F5C46BA757CE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77874441-9B8B-49D4-F6D6-144E2CEC2B5C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F4176A3-FB2B-9800-8D7F-43BD5DCA745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88A6EBE9-AB95-4770-9822-7210EEAAC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图的表示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F2FDE8F2-D4EC-4698-954F-FAA9939273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D5E2B5E4-A299-421E-9F0B-D9A5FA80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5937398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330A5C-0F77-4F16-8A5B-39207302E821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CN" sz="1400"/>
          </a:p>
        </p:txBody>
      </p:sp>
      <p:pic>
        <p:nvPicPr>
          <p:cNvPr id="12382" name="Picture 98" descr="kleinberg_03F02">
            <a:extLst>
              <a:ext uri="{FF2B5EF4-FFF2-40B4-BE49-F238E27FC236}">
                <a16:creationId xmlns:a16="http://schemas.microsoft.com/office/drawing/2014/main" id="{79C33946-B4C4-4BAB-A55D-F621A4C821ED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00" r="45515" b="20930"/>
          <a:stretch>
            <a:fillRect/>
          </a:stretch>
        </p:blipFill>
        <p:spPr bwMode="auto">
          <a:xfrm>
            <a:off x="1385481" y="3861048"/>
            <a:ext cx="24384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83" name="Line 99">
            <a:extLst>
              <a:ext uri="{FF2B5EF4-FFF2-40B4-BE49-F238E27FC236}">
                <a16:creationId xmlns:a16="http://schemas.microsoft.com/office/drawing/2014/main" id="{66CCB200-92D5-4960-A9BC-A81D86A317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2669" y="5013176"/>
            <a:ext cx="252412" cy="31908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12384" name="Rectangle 100">
            <a:extLst>
              <a:ext uri="{FF2B5EF4-FFF2-40B4-BE49-F238E27FC236}">
                <a16:creationId xmlns:a16="http://schemas.microsoft.com/office/drawing/2014/main" id="{66725A04-0BD2-442F-A899-851406419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2613" y="4077072"/>
            <a:ext cx="2273300" cy="2354263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3399"/>
                </a:solidFill>
                <a:latin typeface="Courier New" panose="02070309020205020404" pitchFamily="49" charset="0"/>
              </a:rPr>
              <a:t>  </a:t>
            </a:r>
            <a:r>
              <a:rPr lang="zh-CN" altLang="en-US" sz="1600" b="1" dirty="0">
                <a:solidFill>
                  <a:schemeClr val="hlink"/>
                </a:solidFill>
                <a:latin typeface="Courier New" panose="02070309020205020404" pitchFamily="49" charset="0"/>
              </a:rPr>
              <a:t>1 2 3 4 5 6 7 8</a:t>
            </a:r>
            <a:endParaRPr lang="zh-CN" altLang="en-US" sz="16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hlink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sz="1600" b="1" dirty="0">
                <a:latin typeface="Courier New" panose="02070309020205020404" pitchFamily="49" charset="0"/>
              </a:rPr>
              <a:t> 0 1 1 0 0 0 0 0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hlink"/>
                </a:solidFill>
                <a:latin typeface="Courier New" panose="02070309020205020404" pitchFamily="49" charset="0"/>
              </a:rPr>
              <a:t>2</a:t>
            </a:r>
            <a:r>
              <a:rPr lang="zh-CN" altLang="en-US" sz="1600" b="1" dirty="0">
                <a:latin typeface="Courier New" panose="02070309020205020404" pitchFamily="49" charset="0"/>
              </a:rPr>
              <a:t> 1 0 1 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sz="1600" b="1" dirty="0">
                <a:latin typeface="Courier New" panose="02070309020205020404" pitchFamily="49" charset="0"/>
              </a:rPr>
              <a:t> 1 0 0 0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hlink"/>
                </a:solidFill>
                <a:latin typeface="Courier New" panose="02070309020205020404" pitchFamily="49" charset="0"/>
              </a:rPr>
              <a:t>3</a:t>
            </a:r>
            <a:r>
              <a:rPr lang="zh-CN" altLang="en-US" sz="1600" b="1" dirty="0">
                <a:latin typeface="Courier New" panose="02070309020205020404" pitchFamily="49" charset="0"/>
              </a:rPr>
              <a:t> 1 1 0 0 1 0 1 1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hlink"/>
                </a:solidFill>
                <a:latin typeface="Courier New" panose="02070309020205020404" pitchFamily="49" charset="0"/>
              </a:rPr>
              <a:t>4</a:t>
            </a:r>
            <a:r>
              <a:rPr lang="zh-CN" altLang="en-US" sz="1600" b="1" dirty="0">
                <a:latin typeface="Courier New" panose="02070309020205020404" pitchFamily="49" charset="0"/>
              </a:rPr>
              <a:t> 0 </a:t>
            </a:r>
            <a:r>
              <a:rPr lang="zh-CN" altLang="en-US" sz="16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sz="1600" b="1" dirty="0">
                <a:latin typeface="Courier New" panose="02070309020205020404" pitchFamily="49" charset="0"/>
              </a:rPr>
              <a:t> 0 1 1 0 0 0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hlink"/>
                </a:solidFill>
                <a:latin typeface="Courier New" panose="02070309020205020404" pitchFamily="49" charset="0"/>
              </a:rPr>
              <a:t>5</a:t>
            </a:r>
            <a:r>
              <a:rPr lang="zh-CN" altLang="en-US" sz="1600" b="1" dirty="0">
                <a:latin typeface="Courier New" panose="02070309020205020404" pitchFamily="49" charset="0"/>
              </a:rPr>
              <a:t> 0 1 1 1 0 1 0 0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hlink"/>
                </a:solidFill>
                <a:latin typeface="Courier New" panose="02070309020205020404" pitchFamily="49" charset="0"/>
              </a:rPr>
              <a:t>6</a:t>
            </a:r>
            <a:r>
              <a:rPr lang="zh-CN" altLang="en-US" sz="1600" b="1" dirty="0">
                <a:latin typeface="Courier New" panose="02070309020205020404" pitchFamily="49" charset="0"/>
              </a:rPr>
              <a:t> 0 0 0 0 1 0 0 0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hlink"/>
                </a:solidFill>
                <a:latin typeface="Courier New" panose="02070309020205020404" pitchFamily="49" charset="0"/>
              </a:rPr>
              <a:t>7</a:t>
            </a:r>
            <a:r>
              <a:rPr lang="zh-CN" altLang="en-US" sz="1600" b="1" dirty="0">
                <a:latin typeface="Courier New" panose="02070309020205020404" pitchFamily="49" charset="0"/>
              </a:rPr>
              <a:t> 0 0 1 0 0 0 0 1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hlink"/>
                </a:solidFill>
                <a:latin typeface="Courier New" panose="02070309020205020404" pitchFamily="49" charset="0"/>
              </a:rPr>
              <a:t>8</a:t>
            </a:r>
            <a:r>
              <a:rPr lang="zh-CN" altLang="en-US" sz="1600" b="1" dirty="0">
                <a:latin typeface="Courier New" panose="02070309020205020404" pitchFamily="49" charset="0"/>
              </a:rPr>
              <a:t> 0 0 1 0 0 0 1 0</a:t>
            </a:r>
          </a:p>
        </p:txBody>
      </p:sp>
      <p:sp>
        <p:nvSpPr>
          <p:cNvPr id="12385" name="Line 101">
            <a:extLst>
              <a:ext uri="{FF2B5EF4-FFF2-40B4-BE49-F238E27FC236}">
                <a16:creationId xmlns:a16="http://schemas.microsoft.com/office/drawing/2014/main" id="{2C2B934A-5523-47FE-A483-0784E3F47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2105" y="4382060"/>
            <a:ext cx="2281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12386" name="Line 102">
            <a:extLst>
              <a:ext uri="{FF2B5EF4-FFF2-40B4-BE49-F238E27FC236}">
                <a16:creationId xmlns:a16="http://schemas.microsoft.com/office/drawing/2014/main" id="{3708E186-8E2A-441C-8405-4B090EF1D82E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611992" y="5285348"/>
            <a:ext cx="2359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12387" name="Text Box 103">
            <a:extLst>
              <a:ext uri="{FF2B5EF4-FFF2-40B4-BE49-F238E27FC236}">
                <a16:creationId xmlns:a16="http://schemas.microsoft.com/office/drawing/2014/main" id="{E0DF9728-A203-40FD-A410-FE841F8A1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4670" y="5113947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600" dirty="0"/>
              <a:t>邻接矩阵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4539D6-69B3-83CC-B043-A4C103F4785E}"/>
              </a:ext>
            </a:extLst>
          </p:cNvPr>
          <p:cNvSpPr txBox="1"/>
          <p:nvPr/>
        </p:nvSpPr>
        <p:spPr>
          <a:xfrm>
            <a:off x="641703" y="1510119"/>
            <a:ext cx="8255073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Inter"/>
              </a:rPr>
              <a:t>邻接矩阵：一个 </a:t>
            </a:r>
            <a:r>
              <a:rPr lang="en-US" altLang="zh-CN" sz="2400" dirty="0" err="1">
                <a:latin typeface="Inter"/>
              </a:rPr>
              <a:t>n×n</a:t>
            </a:r>
            <a:r>
              <a:rPr lang="en-US" altLang="zh-CN" sz="2400" dirty="0">
                <a:latin typeface="Inter"/>
              </a:rPr>
              <a:t> </a:t>
            </a:r>
            <a:r>
              <a:rPr lang="zh-CN" altLang="en-US" sz="2400" dirty="0">
                <a:latin typeface="Inter"/>
              </a:rPr>
              <a:t>的矩阵。如果 </a:t>
            </a:r>
            <a:r>
              <a:rPr lang="en-US" altLang="zh-CN" sz="2400" dirty="0">
                <a:latin typeface="Inter"/>
              </a:rPr>
              <a:t>(u, v) </a:t>
            </a:r>
            <a:r>
              <a:rPr lang="zh-CN" altLang="en-US" sz="2400" dirty="0">
                <a:latin typeface="Inter"/>
              </a:rPr>
              <a:t>是一条边</a:t>
            </a:r>
            <a:r>
              <a:rPr lang="en-US" altLang="zh-CN" sz="2400" dirty="0">
                <a:latin typeface="Inter"/>
              </a:rPr>
              <a:t>, </a:t>
            </a:r>
            <a:r>
              <a:rPr lang="zh-CN" altLang="en-US" sz="2400" dirty="0">
                <a:latin typeface="Inter"/>
              </a:rPr>
              <a:t>那么矩阵元素</a:t>
            </a:r>
            <a:r>
              <a:rPr lang="en-US" altLang="zh-CN" sz="2400" i="1" dirty="0" err="1">
                <a:latin typeface="KaTeX_Math"/>
              </a:rPr>
              <a:t>A</a:t>
            </a:r>
            <a:r>
              <a:rPr lang="en-US" altLang="zh-CN" sz="2400" i="1" baseline="-10000" dirty="0" err="1">
                <a:latin typeface="KaTeX_Math"/>
              </a:rPr>
              <a:t>uv</a:t>
            </a:r>
            <a:r>
              <a:rPr lang="zh-CN" altLang="en-US" sz="2400" dirty="0">
                <a:latin typeface="KaTeX_Main"/>
              </a:rPr>
              <a:t>​</a:t>
            </a:r>
            <a:r>
              <a:rPr lang="zh-CN" altLang="en-US" sz="2400" dirty="0">
                <a:latin typeface="Inter"/>
              </a:rPr>
              <a:t> </a:t>
            </a:r>
            <a:r>
              <a:rPr lang="en-US" altLang="zh-CN" sz="2400" dirty="0">
                <a:latin typeface="Inter"/>
              </a:rPr>
              <a:t>= 1,</a:t>
            </a:r>
            <a:r>
              <a:rPr lang="zh-CN" altLang="en-US" sz="2400" dirty="0">
                <a:solidFill>
                  <a:srgbClr val="404040"/>
                </a:solidFill>
                <a:latin typeface="Inter"/>
              </a:rPr>
              <a:t>适合存储稀疏图</a:t>
            </a:r>
            <a:r>
              <a:rPr lang="zh-CN" altLang="en-US" sz="2400" dirty="0">
                <a:latin typeface="Inter"/>
              </a:rPr>
              <a:t>。</a:t>
            </a:r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/>
              <a:t> </a:t>
            </a:r>
            <a:r>
              <a:rPr lang="zh-CN" altLang="en-US" sz="2400" dirty="0">
                <a:solidFill>
                  <a:srgbClr val="222222"/>
                </a:solidFill>
                <a:latin typeface="Inter"/>
              </a:rPr>
              <a:t>每条边有两种表示形式。</a:t>
            </a:r>
          </a:p>
          <a:p>
            <a:pPr marL="457200" indent="-457200"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400" dirty="0">
                <a:solidFill>
                  <a:srgbClr val="222222"/>
                </a:solidFill>
                <a:latin typeface="Inter"/>
              </a:rPr>
              <a:t> 所需空间与</a:t>
            </a:r>
            <a:r>
              <a:rPr lang="en-US" altLang="zh-CN" sz="2400" i="1" dirty="0">
                <a:solidFill>
                  <a:srgbClr val="222222"/>
                </a:solidFill>
                <a:latin typeface="KaTeX_Math"/>
              </a:rPr>
              <a:t>n</a:t>
            </a:r>
            <a:r>
              <a:rPr lang="en-US" altLang="zh-CN" sz="2400" baseline="30000" dirty="0">
                <a:solidFill>
                  <a:srgbClr val="222222"/>
                </a:solidFill>
                <a:latin typeface="KaTeX_Main"/>
              </a:rPr>
              <a:t>2</a:t>
            </a:r>
            <a:r>
              <a:rPr lang="zh-CN" altLang="en-US" sz="2400" dirty="0">
                <a:solidFill>
                  <a:srgbClr val="222222"/>
                </a:solidFill>
                <a:latin typeface="Inter"/>
              </a:rPr>
              <a:t>成正比。</a:t>
            </a:r>
          </a:p>
          <a:p>
            <a:pPr marL="457200" indent="-457200"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400" dirty="0">
                <a:solidFill>
                  <a:srgbClr val="222222"/>
                </a:solidFill>
                <a:latin typeface="Inter"/>
              </a:rPr>
              <a:t> 检查 </a:t>
            </a:r>
            <a:r>
              <a:rPr lang="en-US" altLang="zh-CN" sz="2400" dirty="0">
                <a:solidFill>
                  <a:srgbClr val="222222"/>
                </a:solidFill>
                <a:latin typeface="Inter"/>
              </a:rPr>
              <a:t>(u, v) </a:t>
            </a:r>
            <a:r>
              <a:rPr lang="zh-CN" altLang="en-US" sz="2400" dirty="0">
                <a:solidFill>
                  <a:srgbClr val="222222"/>
                </a:solidFill>
                <a:latin typeface="Inter"/>
              </a:rPr>
              <a:t>是否为边的时间复杂度为</a:t>
            </a:r>
            <a:r>
              <a:rPr lang="en-US" altLang="zh-CN" sz="2400" dirty="0">
                <a:solidFill>
                  <a:srgbClr val="222222"/>
                </a:solidFill>
                <a:latin typeface="KaTeX_Main"/>
              </a:rPr>
              <a:t>Θ(1)</a:t>
            </a:r>
            <a:r>
              <a:rPr lang="zh-CN" altLang="en-US" sz="2400" dirty="0">
                <a:solidFill>
                  <a:srgbClr val="222222"/>
                </a:solidFill>
                <a:latin typeface="Inter"/>
              </a:rPr>
              <a:t> 。</a:t>
            </a:r>
          </a:p>
          <a:p>
            <a:pPr marL="457200" indent="-457200"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400" dirty="0">
                <a:solidFill>
                  <a:srgbClr val="222222"/>
                </a:solidFill>
                <a:latin typeface="Inter"/>
              </a:rPr>
              <a:t> 识别所有边的时间复杂度为</a:t>
            </a:r>
            <a:r>
              <a:rPr lang="en-US" altLang="zh-CN" sz="2400" dirty="0">
                <a:solidFill>
                  <a:srgbClr val="222222"/>
                </a:solidFill>
                <a:latin typeface="KaTeX_Main"/>
              </a:rPr>
              <a:t>Θ(</a:t>
            </a:r>
            <a:r>
              <a:rPr lang="en-US" altLang="zh-CN" sz="2400" i="1" dirty="0">
                <a:solidFill>
                  <a:srgbClr val="222222"/>
                </a:solidFill>
                <a:latin typeface="KaTeX_Math"/>
              </a:rPr>
              <a:t>n</a:t>
            </a:r>
            <a:r>
              <a:rPr lang="en-US" altLang="zh-CN" sz="2400" baseline="30000" dirty="0">
                <a:solidFill>
                  <a:srgbClr val="222222"/>
                </a:solidFill>
                <a:latin typeface="KaTeX_Main"/>
              </a:rPr>
              <a:t>2</a:t>
            </a:r>
            <a:r>
              <a:rPr lang="en-US" altLang="zh-CN" sz="2400" dirty="0">
                <a:solidFill>
                  <a:srgbClr val="222222"/>
                </a:solidFill>
                <a:latin typeface="KaTeX_Main"/>
              </a:rPr>
              <a:t>)</a:t>
            </a:r>
            <a:r>
              <a:rPr lang="zh-CN" altLang="en-US" sz="2400" dirty="0">
                <a:solidFill>
                  <a:srgbClr val="222222"/>
                </a:solidFill>
                <a:latin typeface="Inter"/>
              </a:rPr>
              <a:t> 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BD36801-62FF-62FC-D41B-9C1A7EB31006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E252FB0B-03D6-86F6-80C7-B86280B020D5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16FAB47B-EA51-CC7E-A5A6-B8C9AE8913BA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AF916105-639E-46AB-8276-D95E1AD857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10E99F-34A0-0AA5-CA30-666A40FAF298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D54E64D-6079-D32E-D946-24BEA286860B}"/>
              </a:ext>
            </a:extLst>
          </p:cNvPr>
          <p:cNvGrpSpPr/>
          <p:nvPr/>
        </p:nvGrpSpPr>
        <p:grpSpPr>
          <a:xfrm>
            <a:off x="0" y="6143084"/>
            <a:ext cx="9036484" cy="362367"/>
            <a:chOff x="-31973" y="6359109"/>
            <a:chExt cx="12307321" cy="224782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2B52349-47E3-ED4A-E4DC-A0B381DF5670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C787667B-93CD-DA65-3990-1EA9442B4BCC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B618C525-894A-F0D6-5E12-975639640869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39BA619D-774C-6D9B-B31A-80F9EDB778E9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EB0A2BAA-280E-8C9E-3E14-EBADF3711004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B36103F-7A49-A3BA-58E9-3155E9DB0701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F80A8D09-6A2A-3629-B0AA-3733C145FD0E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01BDF5D-97E5-2656-082D-DAE79E8F6200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F7F28965-8B2D-254F-FEE9-2D3F499B5DC0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8AEB9271-B021-2E92-641A-1FFE2CD451F2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58C65CD1-7A6F-0915-B00D-41AF24BDFE3F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D27F30A6-DA7F-F1ED-A75B-918F45BCF152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F4FFD773-0AFA-2E08-92B5-B77ACB3BE958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67D2095B-C527-1115-A464-63BA777850F4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6C2D2B90-9D4C-0E0A-DDCA-C9A52490BA00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612D20E5-623C-7372-E271-D92565EFA557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329C7280-B851-D0B9-1D44-6EF71270AC41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C63B5BF3-0ADE-8BEF-0BF7-021C27622F54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C384B722-A76C-0355-E62C-C3F010C47FFD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5DA8F93C-CB6E-71F5-E953-2027EB848061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3F0AA279-E823-0449-4B2E-D1E7517CCEFC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F4E9C391-9F8E-F707-DDF1-B6965DEED673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09085827-C6BF-92A8-3CD8-05C82B2CDC77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D870ABA0-83DB-BF00-99E1-92E6B496259C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F47E92EF-A5B2-D3A8-1664-E469869A62BC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915AC5C7-2482-FAE5-3137-E7B81D37BD55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6261BD47-EC9A-5FD3-299D-CD7FF9AC3431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E663C940-7B6B-350F-5103-463D62B9A70A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FD26123A-DD17-79B3-0886-292B7C4A55B7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A92B85AC-2BB8-F8D8-52BA-EB862DC93F6A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2D513575-5C42-B5CD-F010-7CE6D0CEE217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0A94BB1B-5DC6-D11C-302A-52CBF9F950F8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8F4FCCF-F8B4-EFD6-76AA-6520B27D5247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9C2CADE4-D96A-788C-AD8D-20D09EE34D2D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8D866EB9-45EF-3303-350A-09FFAF3FA74C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DC9CFDAA-EF48-8F1D-3CA6-35B4FC0C397B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9ACBA478-FBFC-5C82-E95B-45BFE3170EF4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54B5E8A2-4486-DBDD-CFB3-9243728C7D95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8268D0BA-D3AF-508D-BA3B-743C03B0E73A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2401FA2A-593F-7944-B358-57467DB27D10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88" name="直接连接符 12287">
                <a:extLst>
                  <a:ext uri="{FF2B5EF4-FFF2-40B4-BE49-F238E27FC236}">
                    <a16:creationId xmlns:a16="http://schemas.microsoft.com/office/drawing/2014/main" id="{32B71970-D26F-5F01-32E0-7B4A60D63FEA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89" name="直接连接符 12288">
                <a:extLst>
                  <a:ext uri="{FF2B5EF4-FFF2-40B4-BE49-F238E27FC236}">
                    <a16:creationId xmlns:a16="http://schemas.microsoft.com/office/drawing/2014/main" id="{505D2304-C1C0-7DFC-3D71-5DB3E1CE77A4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89" name="直接连接符 12388">
                <a:extLst>
                  <a:ext uri="{FF2B5EF4-FFF2-40B4-BE49-F238E27FC236}">
                    <a16:creationId xmlns:a16="http://schemas.microsoft.com/office/drawing/2014/main" id="{407528EB-0C35-397C-CC03-2015D1CEB643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0" name="直接连接符 12389">
                <a:extLst>
                  <a:ext uri="{FF2B5EF4-FFF2-40B4-BE49-F238E27FC236}">
                    <a16:creationId xmlns:a16="http://schemas.microsoft.com/office/drawing/2014/main" id="{764AA50A-0EDC-9D8D-534C-6ED12C3D9203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1" name="直接连接符 12390">
                <a:extLst>
                  <a:ext uri="{FF2B5EF4-FFF2-40B4-BE49-F238E27FC236}">
                    <a16:creationId xmlns:a16="http://schemas.microsoft.com/office/drawing/2014/main" id="{F1C94FD8-E5AF-D874-FD34-C542C5738BC2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2" name="直接连接符 12391">
                <a:extLst>
                  <a:ext uri="{FF2B5EF4-FFF2-40B4-BE49-F238E27FC236}">
                    <a16:creationId xmlns:a16="http://schemas.microsoft.com/office/drawing/2014/main" id="{7A893F1D-FFB0-FA16-7580-F37AB0BD0B2C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3" name="直接连接符 12392">
                <a:extLst>
                  <a:ext uri="{FF2B5EF4-FFF2-40B4-BE49-F238E27FC236}">
                    <a16:creationId xmlns:a16="http://schemas.microsoft.com/office/drawing/2014/main" id="{5C73CDD1-A52E-C9C7-81A1-51DD87F45180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4" name="直接连接符 12393">
                <a:extLst>
                  <a:ext uri="{FF2B5EF4-FFF2-40B4-BE49-F238E27FC236}">
                    <a16:creationId xmlns:a16="http://schemas.microsoft.com/office/drawing/2014/main" id="{3427EFBA-4D5C-D099-DC8F-28BDF911D9AC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5" name="直接连接符 12394">
                <a:extLst>
                  <a:ext uri="{FF2B5EF4-FFF2-40B4-BE49-F238E27FC236}">
                    <a16:creationId xmlns:a16="http://schemas.microsoft.com/office/drawing/2014/main" id="{EF1E3ED4-5033-475D-F85F-26327E66C4DF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6" name="直接连接符 12395">
                <a:extLst>
                  <a:ext uri="{FF2B5EF4-FFF2-40B4-BE49-F238E27FC236}">
                    <a16:creationId xmlns:a16="http://schemas.microsoft.com/office/drawing/2014/main" id="{77F62DE9-5A1B-59BB-4567-B7B2DBF28C3A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7" name="直接连接符 12396">
                <a:extLst>
                  <a:ext uri="{FF2B5EF4-FFF2-40B4-BE49-F238E27FC236}">
                    <a16:creationId xmlns:a16="http://schemas.microsoft.com/office/drawing/2014/main" id="{2A7B6627-F948-036F-A5EF-DED9E8872D9A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8" name="直接连接符 12397">
                <a:extLst>
                  <a:ext uri="{FF2B5EF4-FFF2-40B4-BE49-F238E27FC236}">
                    <a16:creationId xmlns:a16="http://schemas.microsoft.com/office/drawing/2014/main" id="{AFF50D0C-1DC7-764A-D789-FFA18EEE3408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9" name="直接连接符 12398">
                <a:extLst>
                  <a:ext uri="{FF2B5EF4-FFF2-40B4-BE49-F238E27FC236}">
                    <a16:creationId xmlns:a16="http://schemas.microsoft.com/office/drawing/2014/main" id="{F7E306D8-C82C-B9C7-F93E-63B4681B0962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0" name="直接连接符 12399">
                <a:extLst>
                  <a:ext uri="{FF2B5EF4-FFF2-40B4-BE49-F238E27FC236}">
                    <a16:creationId xmlns:a16="http://schemas.microsoft.com/office/drawing/2014/main" id="{62A5F7FA-809A-2B0F-6E1B-D5FA45C4EA9E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1" name="直接连接符 12400">
                <a:extLst>
                  <a:ext uri="{FF2B5EF4-FFF2-40B4-BE49-F238E27FC236}">
                    <a16:creationId xmlns:a16="http://schemas.microsoft.com/office/drawing/2014/main" id="{51B680DA-FA0D-756C-E94F-84BA158014BC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2" name="直接连接符 12401">
                <a:extLst>
                  <a:ext uri="{FF2B5EF4-FFF2-40B4-BE49-F238E27FC236}">
                    <a16:creationId xmlns:a16="http://schemas.microsoft.com/office/drawing/2014/main" id="{411540BF-BF8E-0BC1-F6CD-DB5A1B433614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3" name="直接连接符 12402">
                <a:extLst>
                  <a:ext uri="{FF2B5EF4-FFF2-40B4-BE49-F238E27FC236}">
                    <a16:creationId xmlns:a16="http://schemas.microsoft.com/office/drawing/2014/main" id="{BF316120-4CCA-B6B7-DCC8-5D8F007B9096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4" name="直接连接符 12403">
                <a:extLst>
                  <a:ext uri="{FF2B5EF4-FFF2-40B4-BE49-F238E27FC236}">
                    <a16:creationId xmlns:a16="http://schemas.microsoft.com/office/drawing/2014/main" id="{8AC8815F-53F7-737C-0CDE-4915DCAC242C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5" name="直接连接符 12404">
                <a:extLst>
                  <a:ext uri="{FF2B5EF4-FFF2-40B4-BE49-F238E27FC236}">
                    <a16:creationId xmlns:a16="http://schemas.microsoft.com/office/drawing/2014/main" id="{1770AD63-98AD-35C2-54E7-F841DC12732F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6" name="直接连接符 12405">
                <a:extLst>
                  <a:ext uri="{FF2B5EF4-FFF2-40B4-BE49-F238E27FC236}">
                    <a16:creationId xmlns:a16="http://schemas.microsoft.com/office/drawing/2014/main" id="{8F51B60D-A5C3-1FEB-9034-CEDEB08FC1A8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7" name="直接连接符 12406">
                <a:extLst>
                  <a:ext uri="{FF2B5EF4-FFF2-40B4-BE49-F238E27FC236}">
                    <a16:creationId xmlns:a16="http://schemas.microsoft.com/office/drawing/2014/main" id="{1AD2CB01-9205-5930-E38D-FDC7C275BF63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8" name="直接连接符 12407">
                <a:extLst>
                  <a:ext uri="{FF2B5EF4-FFF2-40B4-BE49-F238E27FC236}">
                    <a16:creationId xmlns:a16="http://schemas.microsoft.com/office/drawing/2014/main" id="{8B63313A-8969-B84C-5175-2B29C34396A0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9" name="直接连接符 12408">
                <a:extLst>
                  <a:ext uri="{FF2B5EF4-FFF2-40B4-BE49-F238E27FC236}">
                    <a16:creationId xmlns:a16="http://schemas.microsoft.com/office/drawing/2014/main" id="{E5973303-34CD-789C-753B-81A148C35123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0" name="直接连接符 12409">
                <a:extLst>
                  <a:ext uri="{FF2B5EF4-FFF2-40B4-BE49-F238E27FC236}">
                    <a16:creationId xmlns:a16="http://schemas.microsoft.com/office/drawing/2014/main" id="{15E7023D-0478-0585-C263-9E800C5AAD93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1" name="直接连接符 12410">
                <a:extLst>
                  <a:ext uri="{FF2B5EF4-FFF2-40B4-BE49-F238E27FC236}">
                    <a16:creationId xmlns:a16="http://schemas.microsoft.com/office/drawing/2014/main" id="{C6E5006F-5A0C-FB01-3332-A320A3450C2C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2" name="直接连接符 12411">
                <a:extLst>
                  <a:ext uri="{FF2B5EF4-FFF2-40B4-BE49-F238E27FC236}">
                    <a16:creationId xmlns:a16="http://schemas.microsoft.com/office/drawing/2014/main" id="{B78C70F8-182B-CCEE-1B81-A01FADC2A501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3" name="直接连接符 12412">
                <a:extLst>
                  <a:ext uri="{FF2B5EF4-FFF2-40B4-BE49-F238E27FC236}">
                    <a16:creationId xmlns:a16="http://schemas.microsoft.com/office/drawing/2014/main" id="{2B2EC213-1C35-5E57-D9C3-CEACEAFBB27A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4" name="直接连接符 12413">
                <a:extLst>
                  <a:ext uri="{FF2B5EF4-FFF2-40B4-BE49-F238E27FC236}">
                    <a16:creationId xmlns:a16="http://schemas.microsoft.com/office/drawing/2014/main" id="{B7B7D106-698A-8531-D82B-6D53EEE6454F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5" name="直接连接符 12414">
                <a:extLst>
                  <a:ext uri="{FF2B5EF4-FFF2-40B4-BE49-F238E27FC236}">
                    <a16:creationId xmlns:a16="http://schemas.microsoft.com/office/drawing/2014/main" id="{3911D696-F0C4-A29F-C806-607AC0BE3DD0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6" name="直接连接符 12415">
                <a:extLst>
                  <a:ext uri="{FF2B5EF4-FFF2-40B4-BE49-F238E27FC236}">
                    <a16:creationId xmlns:a16="http://schemas.microsoft.com/office/drawing/2014/main" id="{38012FEF-1155-3607-B641-C532B4046B49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7" name="直接连接符 12416">
                <a:extLst>
                  <a:ext uri="{FF2B5EF4-FFF2-40B4-BE49-F238E27FC236}">
                    <a16:creationId xmlns:a16="http://schemas.microsoft.com/office/drawing/2014/main" id="{2BDBC8F8-58A7-CC77-B1B2-20A8715038E3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8" name="直接连接符 12417">
                <a:extLst>
                  <a:ext uri="{FF2B5EF4-FFF2-40B4-BE49-F238E27FC236}">
                    <a16:creationId xmlns:a16="http://schemas.microsoft.com/office/drawing/2014/main" id="{62582FF9-D624-BB27-31A2-C22D188C5315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9" name="直接连接符 12418">
                <a:extLst>
                  <a:ext uri="{FF2B5EF4-FFF2-40B4-BE49-F238E27FC236}">
                    <a16:creationId xmlns:a16="http://schemas.microsoft.com/office/drawing/2014/main" id="{801157A6-A311-2334-949E-D97AFBE8F91D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0" name="直接连接符 12419">
                <a:extLst>
                  <a:ext uri="{FF2B5EF4-FFF2-40B4-BE49-F238E27FC236}">
                    <a16:creationId xmlns:a16="http://schemas.microsoft.com/office/drawing/2014/main" id="{DF9754DF-F345-603D-449E-E4C809074DB3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1" name="直接连接符 12420">
                <a:extLst>
                  <a:ext uri="{FF2B5EF4-FFF2-40B4-BE49-F238E27FC236}">
                    <a16:creationId xmlns:a16="http://schemas.microsoft.com/office/drawing/2014/main" id="{A92A1A1F-28E0-EB65-A42E-A30D96373B70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2" name="直接连接符 12421">
                <a:extLst>
                  <a:ext uri="{FF2B5EF4-FFF2-40B4-BE49-F238E27FC236}">
                    <a16:creationId xmlns:a16="http://schemas.microsoft.com/office/drawing/2014/main" id="{24351757-28E7-0011-D0A7-8F5F234C27AC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3" name="直接连接符 12422">
                <a:extLst>
                  <a:ext uri="{FF2B5EF4-FFF2-40B4-BE49-F238E27FC236}">
                    <a16:creationId xmlns:a16="http://schemas.microsoft.com/office/drawing/2014/main" id="{3CA7F80F-53B7-1C19-382B-38A362160512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4" name="直接连接符 12423">
                <a:extLst>
                  <a:ext uri="{FF2B5EF4-FFF2-40B4-BE49-F238E27FC236}">
                    <a16:creationId xmlns:a16="http://schemas.microsoft.com/office/drawing/2014/main" id="{54A47943-5933-3B43-4218-DB395CCA5C77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5" name="直接连接符 12424">
                <a:extLst>
                  <a:ext uri="{FF2B5EF4-FFF2-40B4-BE49-F238E27FC236}">
                    <a16:creationId xmlns:a16="http://schemas.microsoft.com/office/drawing/2014/main" id="{7BBC534E-EA8B-0D82-208C-BC903DFDFA0C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6" name="直接连接符 12425">
                <a:extLst>
                  <a:ext uri="{FF2B5EF4-FFF2-40B4-BE49-F238E27FC236}">
                    <a16:creationId xmlns:a16="http://schemas.microsoft.com/office/drawing/2014/main" id="{19320CDD-630E-2F1C-27EC-B6E373810372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7" name="直接连接符 12426">
                <a:extLst>
                  <a:ext uri="{FF2B5EF4-FFF2-40B4-BE49-F238E27FC236}">
                    <a16:creationId xmlns:a16="http://schemas.microsoft.com/office/drawing/2014/main" id="{B28554F6-89B9-5F2E-A931-6ADA079A3A4F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8" name="直接连接符 12427">
                <a:extLst>
                  <a:ext uri="{FF2B5EF4-FFF2-40B4-BE49-F238E27FC236}">
                    <a16:creationId xmlns:a16="http://schemas.microsoft.com/office/drawing/2014/main" id="{21706E9A-34ED-C501-0D19-54823195E576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9" name="直接连接符 12428">
                <a:extLst>
                  <a:ext uri="{FF2B5EF4-FFF2-40B4-BE49-F238E27FC236}">
                    <a16:creationId xmlns:a16="http://schemas.microsoft.com/office/drawing/2014/main" id="{5B77C69F-1B87-D0B9-EBEA-FD386EE50AB1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0" name="直接连接符 12429">
                <a:extLst>
                  <a:ext uri="{FF2B5EF4-FFF2-40B4-BE49-F238E27FC236}">
                    <a16:creationId xmlns:a16="http://schemas.microsoft.com/office/drawing/2014/main" id="{4957F6B1-FD93-3D77-4B79-DC46C57E7B06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1" name="直接连接符 12430">
                <a:extLst>
                  <a:ext uri="{FF2B5EF4-FFF2-40B4-BE49-F238E27FC236}">
                    <a16:creationId xmlns:a16="http://schemas.microsoft.com/office/drawing/2014/main" id="{16B2C147-02CE-A145-D5FA-17611A44F228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2" name="直接连接符 12431">
                <a:extLst>
                  <a:ext uri="{FF2B5EF4-FFF2-40B4-BE49-F238E27FC236}">
                    <a16:creationId xmlns:a16="http://schemas.microsoft.com/office/drawing/2014/main" id="{963F6F14-E35B-E95B-758E-99B5620CEE28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3" name="直接连接符 12432">
                <a:extLst>
                  <a:ext uri="{FF2B5EF4-FFF2-40B4-BE49-F238E27FC236}">
                    <a16:creationId xmlns:a16="http://schemas.microsoft.com/office/drawing/2014/main" id="{AC1EA0DF-DB56-5BB1-EED5-28758447B941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4" name="直接连接符 12433">
                <a:extLst>
                  <a:ext uri="{FF2B5EF4-FFF2-40B4-BE49-F238E27FC236}">
                    <a16:creationId xmlns:a16="http://schemas.microsoft.com/office/drawing/2014/main" id="{C9289BED-89B4-3C41-3B42-6A242A8E6B1C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5" name="直接连接符 12434">
                <a:extLst>
                  <a:ext uri="{FF2B5EF4-FFF2-40B4-BE49-F238E27FC236}">
                    <a16:creationId xmlns:a16="http://schemas.microsoft.com/office/drawing/2014/main" id="{DB7C559A-C6DF-84BB-AB04-E4A644734758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6" name="直接连接符 12435">
                <a:extLst>
                  <a:ext uri="{FF2B5EF4-FFF2-40B4-BE49-F238E27FC236}">
                    <a16:creationId xmlns:a16="http://schemas.microsoft.com/office/drawing/2014/main" id="{FFAA97A2-2381-E6F5-2D13-D4E769DD6779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7" name="直接连接符 12436">
                <a:extLst>
                  <a:ext uri="{FF2B5EF4-FFF2-40B4-BE49-F238E27FC236}">
                    <a16:creationId xmlns:a16="http://schemas.microsoft.com/office/drawing/2014/main" id="{D7A379AB-ACC3-20FD-B2AD-22FD42CBB5C2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8" name="直接连接符 12437">
                <a:extLst>
                  <a:ext uri="{FF2B5EF4-FFF2-40B4-BE49-F238E27FC236}">
                    <a16:creationId xmlns:a16="http://schemas.microsoft.com/office/drawing/2014/main" id="{D4F17E3F-7459-114A-D052-4C733C2E0267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9" name="直接连接符 12438">
                <a:extLst>
                  <a:ext uri="{FF2B5EF4-FFF2-40B4-BE49-F238E27FC236}">
                    <a16:creationId xmlns:a16="http://schemas.microsoft.com/office/drawing/2014/main" id="{0FB2A3D9-8478-44CE-9246-CDB5BF959456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0" name="直接连接符 12439">
                <a:extLst>
                  <a:ext uri="{FF2B5EF4-FFF2-40B4-BE49-F238E27FC236}">
                    <a16:creationId xmlns:a16="http://schemas.microsoft.com/office/drawing/2014/main" id="{73B00C66-62B0-E4B1-E07C-8A5F8F1CB714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1" name="直接连接符 12440">
                <a:extLst>
                  <a:ext uri="{FF2B5EF4-FFF2-40B4-BE49-F238E27FC236}">
                    <a16:creationId xmlns:a16="http://schemas.microsoft.com/office/drawing/2014/main" id="{0E1BA135-325E-F9F8-B339-E4DD18262610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2" name="直接连接符 12441">
                <a:extLst>
                  <a:ext uri="{FF2B5EF4-FFF2-40B4-BE49-F238E27FC236}">
                    <a16:creationId xmlns:a16="http://schemas.microsoft.com/office/drawing/2014/main" id="{08ABD200-AB33-CC35-D248-668C51F1FECD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3" name="直接连接符 12442">
                <a:extLst>
                  <a:ext uri="{FF2B5EF4-FFF2-40B4-BE49-F238E27FC236}">
                    <a16:creationId xmlns:a16="http://schemas.microsoft.com/office/drawing/2014/main" id="{4521655B-BA4E-43DB-FC4A-DEBE3FCEB04A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4" name="直接连接符 12443">
                <a:extLst>
                  <a:ext uri="{FF2B5EF4-FFF2-40B4-BE49-F238E27FC236}">
                    <a16:creationId xmlns:a16="http://schemas.microsoft.com/office/drawing/2014/main" id="{0B00BDA6-78A9-858A-C990-CE5449DB6876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5" name="直接连接符 12444">
                <a:extLst>
                  <a:ext uri="{FF2B5EF4-FFF2-40B4-BE49-F238E27FC236}">
                    <a16:creationId xmlns:a16="http://schemas.microsoft.com/office/drawing/2014/main" id="{EF7F8787-21D3-6D00-8B92-805A0A7FD6DE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6" name="直接连接符 12445">
                <a:extLst>
                  <a:ext uri="{FF2B5EF4-FFF2-40B4-BE49-F238E27FC236}">
                    <a16:creationId xmlns:a16="http://schemas.microsoft.com/office/drawing/2014/main" id="{60B5FFB1-EDB2-D246-3DF4-EC86B76F9DD9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7" name="直接连接符 12446">
                <a:extLst>
                  <a:ext uri="{FF2B5EF4-FFF2-40B4-BE49-F238E27FC236}">
                    <a16:creationId xmlns:a16="http://schemas.microsoft.com/office/drawing/2014/main" id="{18D39950-000C-4998-1F24-965A230A454F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8" name="直接连接符 12447">
                <a:extLst>
                  <a:ext uri="{FF2B5EF4-FFF2-40B4-BE49-F238E27FC236}">
                    <a16:creationId xmlns:a16="http://schemas.microsoft.com/office/drawing/2014/main" id="{2E52E82D-4201-D8E2-4DAE-2816D80058FB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9" name="直接连接符 12448">
                <a:extLst>
                  <a:ext uri="{FF2B5EF4-FFF2-40B4-BE49-F238E27FC236}">
                    <a16:creationId xmlns:a16="http://schemas.microsoft.com/office/drawing/2014/main" id="{9042D189-E3CE-B0A2-1D70-3A035BF42E87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0" name="直接连接符 12449">
                <a:extLst>
                  <a:ext uri="{FF2B5EF4-FFF2-40B4-BE49-F238E27FC236}">
                    <a16:creationId xmlns:a16="http://schemas.microsoft.com/office/drawing/2014/main" id="{100AE457-94FD-3E2F-3A08-FD3F2A5C90C8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1" name="直接连接符 12450">
                <a:extLst>
                  <a:ext uri="{FF2B5EF4-FFF2-40B4-BE49-F238E27FC236}">
                    <a16:creationId xmlns:a16="http://schemas.microsoft.com/office/drawing/2014/main" id="{203F83B4-452C-F5B9-E4F8-9F4C06A6EBC9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2" name="直接连接符 12451">
                <a:extLst>
                  <a:ext uri="{FF2B5EF4-FFF2-40B4-BE49-F238E27FC236}">
                    <a16:creationId xmlns:a16="http://schemas.microsoft.com/office/drawing/2014/main" id="{A843373F-A96D-44BC-1A4C-721D193E53E3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3" name="直接连接符 12452">
                <a:extLst>
                  <a:ext uri="{FF2B5EF4-FFF2-40B4-BE49-F238E27FC236}">
                    <a16:creationId xmlns:a16="http://schemas.microsoft.com/office/drawing/2014/main" id="{AADEF20C-74A2-BD8C-1BD3-8C58C6A5C963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4" name="直接连接符 12453">
                <a:extLst>
                  <a:ext uri="{FF2B5EF4-FFF2-40B4-BE49-F238E27FC236}">
                    <a16:creationId xmlns:a16="http://schemas.microsoft.com/office/drawing/2014/main" id="{16EB2285-5DFA-20EA-C68C-C56729E6FDC8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5" name="直接连接符 12454">
                <a:extLst>
                  <a:ext uri="{FF2B5EF4-FFF2-40B4-BE49-F238E27FC236}">
                    <a16:creationId xmlns:a16="http://schemas.microsoft.com/office/drawing/2014/main" id="{5EE80A28-D839-4E2E-A1B3-7B60DE9C6E57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6" name="直接连接符 12455">
                <a:extLst>
                  <a:ext uri="{FF2B5EF4-FFF2-40B4-BE49-F238E27FC236}">
                    <a16:creationId xmlns:a16="http://schemas.microsoft.com/office/drawing/2014/main" id="{772458DF-4AD5-B180-A2D7-B446C138B9A7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7" name="直接连接符 12456">
                <a:extLst>
                  <a:ext uri="{FF2B5EF4-FFF2-40B4-BE49-F238E27FC236}">
                    <a16:creationId xmlns:a16="http://schemas.microsoft.com/office/drawing/2014/main" id="{A99557BD-B3B0-3F88-D40F-C1023604135D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8" name="直接连接符 12457">
                <a:extLst>
                  <a:ext uri="{FF2B5EF4-FFF2-40B4-BE49-F238E27FC236}">
                    <a16:creationId xmlns:a16="http://schemas.microsoft.com/office/drawing/2014/main" id="{2DD93CD5-79AA-759A-B6DF-CAE1909083EF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9" name="直接连接符 12458">
                <a:extLst>
                  <a:ext uri="{FF2B5EF4-FFF2-40B4-BE49-F238E27FC236}">
                    <a16:creationId xmlns:a16="http://schemas.microsoft.com/office/drawing/2014/main" id="{4C979871-0B97-CB53-0545-A8C9933D4DC8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60" name="直接连接符 12459">
                <a:extLst>
                  <a:ext uri="{FF2B5EF4-FFF2-40B4-BE49-F238E27FC236}">
                    <a16:creationId xmlns:a16="http://schemas.microsoft.com/office/drawing/2014/main" id="{D518B82D-1790-A7BC-03E9-CF4499769EAB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61" name="直接连接符 12460">
                <a:extLst>
                  <a:ext uri="{FF2B5EF4-FFF2-40B4-BE49-F238E27FC236}">
                    <a16:creationId xmlns:a16="http://schemas.microsoft.com/office/drawing/2014/main" id="{62A56B42-DC13-C5E5-2A16-1EC1DC34233D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CAFE6F4-F481-938F-7E9D-5074A2ED792B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D5C66419-9D0D-2D99-5C9B-F44D593AD0C2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619A394E-6C1C-B687-7D44-E9A65B7FF8C8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39CC7C50-120E-03B3-24BC-91092C0635AB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B6E619EB-E64F-3702-3D9B-B9EC772CE50D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A9FE09E4-FF11-B57C-5172-C6C8B8CF5E96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E0F4C215-78E5-AD82-0B12-2E25C6FFCDF1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00DC74A-52A8-C95A-C76D-032329946F0C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F0EF8263-6F8E-C135-0A02-E23847CF5A97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33862D9D-4E1D-F0EA-EC66-AFA3EE16FE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46A2D-7992-F777-C951-7948EEBC7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5D3E7182-1113-B972-AD67-93B68BC214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图的表示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67249454-FF9B-E586-9686-5EA0AF3F86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9750" y="1450619"/>
            <a:ext cx="7751763" cy="2624979"/>
          </a:xfrm>
        </p:spPr>
        <p:txBody>
          <a:bodyPr>
            <a:normAutofit fontScale="62500" lnSpcReduction="20000"/>
          </a:bodyPr>
          <a:lstStyle/>
          <a:p>
            <a:pPr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en-US" altLang="zh-CN" sz="3200" dirty="0">
                <a:latin typeface="+mj-ea"/>
                <a:ea typeface="+mj-ea"/>
              </a:rPr>
              <a:t> </a:t>
            </a:r>
            <a:r>
              <a:rPr lang="zh-CN" altLang="zh-CN" sz="3200" dirty="0">
                <a:latin typeface="+mj-ea"/>
                <a:ea typeface="+mj-ea"/>
              </a:rPr>
              <a:t>邻接</a:t>
            </a:r>
            <a:r>
              <a:rPr lang="zh-CN" altLang="zh-CN" sz="3400" dirty="0">
                <a:latin typeface="+mj-ea"/>
                <a:ea typeface="+mj-ea"/>
              </a:rPr>
              <a:t>表：一种由节点索引的列表数组</a:t>
            </a:r>
            <a:r>
              <a:rPr lang="en-US" altLang="zh-CN" sz="3400" dirty="0">
                <a:latin typeface="+mj-ea"/>
                <a:ea typeface="+mj-ea"/>
              </a:rPr>
              <a:t>,</a:t>
            </a:r>
            <a:r>
              <a:rPr lang="zh-CN" altLang="en-US" sz="3400" dirty="0">
                <a:latin typeface="+mj-ea"/>
                <a:ea typeface="+mj-ea"/>
              </a:rPr>
              <a:t>适合需要频繁遍历边的场景</a:t>
            </a:r>
            <a:r>
              <a:rPr lang="zh-CN" altLang="zh-CN" sz="3400" dirty="0">
                <a:latin typeface="+mj-ea"/>
                <a:ea typeface="+mj-ea"/>
              </a:rPr>
              <a:t>。</a:t>
            </a:r>
            <a:endParaRPr lang="zh-CN" altLang="zh-CN" sz="4000" dirty="0">
              <a:latin typeface="+mj-ea"/>
              <a:ea typeface="+mj-ea"/>
            </a:endParaRPr>
          </a:p>
          <a:p>
            <a:pPr marL="457200" indent="-457200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zh-CN" altLang="zh-CN" sz="3400" dirty="0">
                <a:solidFill>
                  <a:srgbClr val="222222"/>
                </a:solidFill>
                <a:latin typeface="+mj-ea"/>
                <a:ea typeface="+mj-ea"/>
              </a:rPr>
              <a:t>每条边有两种表示形式。</a:t>
            </a:r>
          </a:p>
          <a:p>
            <a:pPr marL="457200" indent="-457200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zh-CN" altLang="zh-CN" sz="3400" dirty="0">
                <a:solidFill>
                  <a:srgbClr val="222222"/>
                </a:solidFill>
                <a:latin typeface="+mj-ea"/>
                <a:ea typeface="+mj-ea"/>
              </a:rPr>
              <a:t>所需空间与m + n成正比 </a:t>
            </a:r>
            <a:endParaRPr lang="en-US" altLang="zh-CN" sz="3400" dirty="0">
              <a:solidFill>
                <a:srgbClr val="222222"/>
              </a:solidFill>
              <a:latin typeface="+mj-ea"/>
              <a:ea typeface="+mj-ea"/>
            </a:endParaRPr>
          </a:p>
          <a:p>
            <a:pPr marL="457200" indent="-457200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zh-CN" altLang="zh-CN" sz="3400" dirty="0">
                <a:solidFill>
                  <a:srgbClr val="222222"/>
                </a:solidFill>
                <a:latin typeface="+mj-ea"/>
                <a:ea typeface="+mj-ea"/>
              </a:rPr>
              <a:t>检查(u, v)是否为边的时间复杂度为O(deg(u)(表示节点u的度</a:t>
            </a:r>
            <a:r>
              <a:rPr lang="zh-CN" altLang="en-US" sz="3400" dirty="0">
                <a:solidFill>
                  <a:srgbClr val="222222"/>
                </a:solidFill>
                <a:latin typeface="+mj-ea"/>
                <a:ea typeface="+mj-ea"/>
              </a:rPr>
              <a:t>，节点</a:t>
            </a:r>
            <a:r>
              <a:rPr lang="en-US" altLang="zh-CN" sz="3400" dirty="0">
                <a:solidFill>
                  <a:srgbClr val="222222"/>
                </a:solidFill>
                <a:latin typeface="+mj-ea"/>
                <a:ea typeface="+mj-ea"/>
              </a:rPr>
              <a:t>u</a:t>
            </a:r>
            <a:r>
              <a:rPr lang="zh-CN" altLang="en-US" sz="3400" dirty="0">
                <a:solidFill>
                  <a:srgbClr val="222222"/>
                </a:solidFill>
                <a:latin typeface="+mj-ea"/>
                <a:ea typeface="+mj-ea"/>
              </a:rPr>
              <a:t>的邻居数量</a:t>
            </a:r>
            <a:r>
              <a:rPr lang="zh-CN" altLang="zh-CN" sz="3400" dirty="0">
                <a:solidFill>
                  <a:srgbClr val="222222"/>
                </a:solidFill>
                <a:latin typeface="+mj-ea"/>
                <a:ea typeface="+mj-ea"/>
              </a:rPr>
              <a:t>）。</a:t>
            </a:r>
          </a:p>
          <a:p>
            <a:pPr marL="457200" indent="-457200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zh-CN" altLang="zh-CN" sz="3400" dirty="0">
                <a:solidFill>
                  <a:srgbClr val="222222"/>
                </a:solidFill>
                <a:latin typeface="+mj-ea"/>
                <a:ea typeface="+mj-ea"/>
              </a:rPr>
              <a:t>识别所有边的时间复杂度为</a:t>
            </a:r>
            <a:r>
              <a:rPr lang="en-US" altLang="zh-CN" sz="3400" dirty="0">
                <a:solidFill>
                  <a:srgbClr val="222222"/>
                </a:solidFill>
                <a:latin typeface="+mj-ea"/>
                <a:ea typeface="+mj-ea"/>
              </a:rPr>
              <a:t>Θ</a:t>
            </a:r>
            <a:r>
              <a:rPr lang="zh-CN" altLang="zh-CN" sz="3400" dirty="0">
                <a:solidFill>
                  <a:srgbClr val="222222"/>
                </a:solidFill>
                <a:latin typeface="+mj-ea"/>
                <a:ea typeface="+mj-ea"/>
              </a:rPr>
              <a:t>(m + n) 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1800" dirty="0">
              <a:latin typeface="+mj-ea"/>
              <a:ea typeface="+mj-ea"/>
            </a:endParaRPr>
          </a:p>
        </p:txBody>
      </p:sp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ECBC9A37-1B17-6442-4303-1366C06A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058272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330A5C-0F77-4F16-8A5B-39207302E821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CN" sz="1400" dirty="0"/>
          </a:p>
        </p:txBody>
      </p:sp>
      <p:sp>
        <p:nvSpPr>
          <p:cNvPr id="12293" name="Rectangle 9">
            <a:extLst>
              <a:ext uri="{FF2B5EF4-FFF2-40B4-BE49-F238E27FC236}">
                <a16:creationId xmlns:a16="http://schemas.microsoft.com/office/drawing/2014/main" id="{87863FE8-7C54-9F94-A1D3-0826388B3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65" y="4149080"/>
            <a:ext cx="255587" cy="25558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solidFill>
                  <a:schemeClr val="hlink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12294" name="Rectangle 10">
            <a:extLst>
              <a:ext uri="{FF2B5EF4-FFF2-40B4-BE49-F238E27FC236}">
                <a16:creationId xmlns:a16="http://schemas.microsoft.com/office/drawing/2014/main" id="{60969D8C-38CE-DAF1-F323-2C955E053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149080"/>
            <a:ext cx="255588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12295" name="Rectangle 11">
            <a:extLst>
              <a:ext uri="{FF2B5EF4-FFF2-40B4-BE49-F238E27FC236}">
                <a16:creationId xmlns:a16="http://schemas.microsoft.com/office/drawing/2014/main" id="{158C5A75-82F6-358B-CC86-F91F0671E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90" y="4149080"/>
            <a:ext cx="255587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296" name="Oval 12">
            <a:extLst>
              <a:ext uri="{FF2B5EF4-FFF2-40B4-BE49-F238E27FC236}">
                <a16:creationId xmlns:a16="http://schemas.microsoft.com/office/drawing/2014/main" id="{78FF5D77-ECAF-870D-2B4D-987AFA581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0038" y="4244330"/>
            <a:ext cx="63500" cy="650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cxnSp>
        <p:nvCxnSpPr>
          <p:cNvPr id="12297" name="AutoShape 13">
            <a:extLst>
              <a:ext uri="{FF2B5EF4-FFF2-40B4-BE49-F238E27FC236}">
                <a16:creationId xmlns:a16="http://schemas.microsoft.com/office/drawing/2014/main" id="{D96C819D-CF22-8BAE-AD94-B2C5DDCAE97A}"/>
              </a:ext>
            </a:extLst>
          </p:cNvPr>
          <p:cNvCxnSpPr>
            <a:cxnSpLocks noChangeShapeType="1"/>
            <a:stCxn id="12296" idx="6"/>
          </p:cNvCxnSpPr>
          <p:nvPr/>
        </p:nvCxnSpPr>
        <p:spPr bwMode="auto">
          <a:xfrm>
            <a:off x="5443540" y="4277668"/>
            <a:ext cx="4794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298" name="Rectangle 14">
            <a:extLst>
              <a:ext uri="{FF2B5EF4-FFF2-40B4-BE49-F238E27FC236}">
                <a16:creationId xmlns:a16="http://schemas.microsoft.com/office/drawing/2014/main" id="{2A784011-32A4-CF43-89B1-66BF2E1FB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5" y="4149080"/>
            <a:ext cx="255588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12299" name="Rectangle 15">
            <a:extLst>
              <a:ext uri="{FF2B5EF4-FFF2-40B4-BE49-F238E27FC236}">
                <a16:creationId xmlns:a16="http://schemas.microsoft.com/office/drawing/2014/main" id="{5436C9EF-A218-4A45-78DD-D3B9A7977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2665" y="4149080"/>
            <a:ext cx="255587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00" name="Oval 16">
            <a:extLst>
              <a:ext uri="{FF2B5EF4-FFF2-40B4-BE49-F238E27FC236}">
                <a16:creationId xmlns:a16="http://schemas.microsoft.com/office/drawing/2014/main" id="{5F0C3083-4C97-572C-D1A1-A1560D8E5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7915" y="4244330"/>
            <a:ext cx="65087" cy="650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301" name="Rectangle 17">
            <a:extLst>
              <a:ext uri="{FF2B5EF4-FFF2-40B4-BE49-F238E27FC236}">
                <a16:creationId xmlns:a16="http://schemas.microsoft.com/office/drawing/2014/main" id="{1F67F10B-ADE3-B75D-C413-9F47CCD9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65" y="4468170"/>
            <a:ext cx="255587" cy="2555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solidFill>
                  <a:schemeClr val="hlink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12302" name="Rectangle 18">
            <a:extLst>
              <a:ext uri="{FF2B5EF4-FFF2-40B4-BE49-F238E27FC236}">
                <a16:creationId xmlns:a16="http://schemas.microsoft.com/office/drawing/2014/main" id="{33B129D3-1419-CAFD-0E0B-6B11C8F5B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65" y="4787255"/>
            <a:ext cx="255587" cy="25558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solidFill>
                  <a:schemeClr val="hlink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12303" name="Rectangle 19">
            <a:extLst>
              <a:ext uri="{FF2B5EF4-FFF2-40B4-BE49-F238E27FC236}">
                <a16:creationId xmlns:a16="http://schemas.microsoft.com/office/drawing/2014/main" id="{4D089441-4567-A2FF-AF5A-4AFD1892E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65" y="5106345"/>
            <a:ext cx="255587" cy="2555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solidFill>
                  <a:schemeClr val="hlink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12304" name="Rectangle 20">
            <a:extLst>
              <a:ext uri="{FF2B5EF4-FFF2-40B4-BE49-F238E27FC236}">
                <a16:creationId xmlns:a16="http://schemas.microsoft.com/office/drawing/2014/main" id="{8E0844FD-41C9-4101-12D2-34E4C493F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40" y="5106345"/>
            <a:ext cx="255587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solidFill>
                  <a:schemeClr val="bg1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12305" name="Rectangle 21">
            <a:extLst>
              <a:ext uri="{FF2B5EF4-FFF2-40B4-BE49-F238E27FC236}">
                <a16:creationId xmlns:a16="http://schemas.microsoft.com/office/drawing/2014/main" id="{9A0BAE06-5257-0FA0-BA07-FA01930BB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5106345"/>
            <a:ext cx="255588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06" name="Oval 22">
            <a:extLst>
              <a:ext uri="{FF2B5EF4-FFF2-40B4-BE49-F238E27FC236}">
                <a16:creationId xmlns:a16="http://schemas.microsoft.com/office/drawing/2014/main" id="{D6A4BE69-D6AE-EF99-6FFB-7DE4755A7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975" y="5201595"/>
            <a:ext cx="63500" cy="650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307" name="Rectangle 23">
            <a:extLst>
              <a:ext uri="{FF2B5EF4-FFF2-40B4-BE49-F238E27FC236}">
                <a16:creationId xmlns:a16="http://schemas.microsoft.com/office/drawing/2014/main" id="{2DAE8C3F-B302-9ED7-902E-2B62D9C4B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5106345"/>
            <a:ext cx="255588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12308" name="Rectangle 24">
            <a:extLst>
              <a:ext uri="{FF2B5EF4-FFF2-40B4-BE49-F238E27FC236}">
                <a16:creationId xmlns:a16="http://schemas.microsoft.com/office/drawing/2014/main" id="{20D0E9E5-13A1-10B3-ACD0-B91CD8969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5840" y="5106345"/>
            <a:ext cx="255587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09" name="Oval 25">
            <a:extLst>
              <a:ext uri="{FF2B5EF4-FFF2-40B4-BE49-F238E27FC236}">
                <a16:creationId xmlns:a16="http://schemas.microsoft.com/office/drawing/2014/main" id="{68FF72DB-EE5D-251C-27A2-5ADD979DA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1088" y="5201595"/>
            <a:ext cx="63500" cy="650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cxnSp>
        <p:nvCxnSpPr>
          <p:cNvPr id="12310" name="AutoShape 26">
            <a:extLst>
              <a:ext uri="{FF2B5EF4-FFF2-40B4-BE49-F238E27FC236}">
                <a16:creationId xmlns:a16="http://schemas.microsoft.com/office/drawing/2014/main" id="{0B32E191-01EA-A38A-53A2-9F11245759F2}"/>
              </a:ext>
            </a:extLst>
          </p:cNvPr>
          <p:cNvCxnSpPr>
            <a:cxnSpLocks noChangeShapeType="1"/>
            <a:stCxn id="12306" idx="6"/>
            <a:endCxn id="12307" idx="1"/>
          </p:cNvCxnSpPr>
          <p:nvPr/>
        </p:nvCxnSpPr>
        <p:spPr bwMode="auto">
          <a:xfrm>
            <a:off x="5451477" y="5234930"/>
            <a:ext cx="358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311" name="Rectangle 27">
            <a:extLst>
              <a:ext uri="{FF2B5EF4-FFF2-40B4-BE49-F238E27FC236}">
                <a16:creationId xmlns:a16="http://schemas.microsoft.com/office/drawing/2014/main" id="{B628A1A9-DFA1-4577-0C18-F18852FD8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65" y="5425430"/>
            <a:ext cx="255587" cy="25558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solidFill>
                  <a:schemeClr val="hlink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12312" name="Rectangle 28">
            <a:extLst>
              <a:ext uri="{FF2B5EF4-FFF2-40B4-BE49-F238E27FC236}">
                <a16:creationId xmlns:a16="http://schemas.microsoft.com/office/drawing/2014/main" id="{CD612050-7D51-27AF-9EC9-FDC38469E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65" y="5752455"/>
            <a:ext cx="255587" cy="25558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solidFill>
                  <a:schemeClr val="hlink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12313" name="Rectangle 29">
            <a:extLst>
              <a:ext uri="{FF2B5EF4-FFF2-40B4-BE49-F238E27FC236}">
                <a16:creationId xmlns:a16="http://schemas.microsoft.com/office/drawing/2014/main" id="{63F77A9E-79FB-DD57-662B-EB5F28B8E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65" y="6063605"/>
            <a:ext cx="255587" cy="25558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solidFill>
                  <a:schemeClr val="hlink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12314" name="Rectangle 30">
            <a:extLst>
              <a:ext uri="{FF2B5EF4-FFF2-40B4-BE49-F238E27FC236}">
                <a16:creationId xmlns:a16="http://schemas.microsoft.com/office/drawing/2014/main" id="{EC930571-1185-2465-2349-E07746F40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40" y="6063605"/>
            <a:ext cx="255587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12315" name="Rectangle 31">
            <a:extLst>
              <a:ext uri="{FF2B5EF4-FFF2-40B4-BE49-F238E27FC236}">
                <a16:creationId xmlns:a16="http://schemas.microsoft.com/office/drawing/2014/main" id="{357B42E0-E176-1CFC-AAAA-49C7F3255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6063605"/>
            <a:ext cx="255588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16" name="Oval 32">
            <a:extLst>
              <a:ext uri="{FF2B5EF4-FFF2-40B4-BE49-F238E27FC236}">
                <a16:creationId xmlns:a16="http://schemas.microsoft.com/office/drawing/2014/main" id="{57AF2012-4BCF-D6F6-EF71-5FB566694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975" y="6158855"/>
            <a:ext cx="63500" cy="650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317" name="Rectangle 33">
            <a:extLst>
              <a:ext uri="{FF2B5EF4-FFF2-40B4-BE49-F238E27FC236}">
                <a16:creationId xmlns:a16="http://schemas.microsoft.com/office/drawing/2014/main" id="{0A90E20C-669E-F66E-8A25-9626D504F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6063605"/>
            <a:ext cx="255588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12318" name="Rectangle 34">
            <a:extLst>
              <a:ext uri="{FF2B5EF4-FFF2-40B4-BE49-F238E27FC236}">
                <a16:creationId xmlns:a16="http://schemas.microsoft.com/office/drawing/2014/main" id="{5F2EA731-3BEB-820A-7461-4764734EC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5840" y="6063605"/>
            <a:ext cx="255587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19" name="Oval 35">
            <a:extLst>
              <a:ext uri="{FF2B5EF4-FFF2-40B4-BE49-F238E27FC236}">
                <a16:creationId xmlns:a16="http://schemas.microsoft.com/office/drawing/2014/main" id="{92802D93-BBEA-66A0-5005-95C51975D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1088" y="6158855"/>
            <a:ext cx="63500" cy="650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cxnSp>
        <p:nvCxnSpPr>
          <p:cNvPr id="12320" name="AutoShape 36">
            <a:extLst>
              <a:ext uri="{FF2B5EF4-FFF2-40B4-BE49-F238E27FC236}">
                <a16:creationId xmlns:a16="http://schemas.microsoft.com/office/drawing/2014/main" id="{ECDB4F91-668E-492B-2A86-F2B46DCA6AC1}"/>
              </a:ext>
            </a:extLst>
          </p:cNvPr>
          <p:cNvCxnSpPr>
            <a:cxnSpLocks noChangeShapeType="1"/>
            <a:stCxn id="12316" idx="6"/>
            <a:endCxn id="12317" idx="1"/>
          </p:cNvCxnSpPr>
          <p:nvPr/>
        </p:nvCxnSpPr>
        <p:spPr bwMode="auto">
          <a:xfrm>
            <a:off x="5451477" y="6192193"/>
            <a:ext cx="358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321" name="Rectangle 37">
            <a:extLst>
              <a:ext uri="{FF2B5EF4-FFF2-40B4-BE49-F238E27FC236}">
                <a16:creationId xmlns:a16="http://schemas.microsoft.com/office/drawing/2014/main" id="{D52E3133-D1AF-2C78-A931-3D57D395A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65" y="6405837"/>
            <a:ext cx="255587" cy="2555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solidFill>
                  <a:schemeClr val="hlink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12322" name="Rectangle 38">
            <a:extLst>
              <a:ext uri="{FF2B5EF4-FFF2-40B4-BE49-F238E27FC236}">
                <a16:creationId xmlns:a16="http://schemas.microsoft.com/office/drawing/2014/main" id="{70256798-6427-9CA2-98A6-EDA5B4FEC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3965" y="4463405"/>
            <a:ext cx="255587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12323" name="Rectangle 39">
            <a:extLst>
              <a:ext uri="{FF2B5EF4-FFF2-40B4-BE49-F238E27FC236}">
                <a16:creationId xmlns:a16="http://schemas.microsoft.com/office/drawing/2014/main" id="{92582BC1-B88B-F46B-3E31-098E4722F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550" y="4463405"/>
            <a:ext cx="255588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24" name="Oval 40">
            <a:extLst>
              <a:ext uri="{FF2B5EF4-FFF2-40B4-BE49-F238E27FC236}">
                <a16:creationId xmlns:a16="http://schemas.microsoft.com/office/drawing/2014/main" id="{EE481EA1-E245-8379-76BF-7F08715A5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4558655"/>
            <a:ext cx="63500" cy="650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325" name="Rectangle 41">
            <a:extLst>
              <a:ext uri="{FF2B5EF4-FFF2-40B4-BE49-F238E27FC236}">
                <a16:creationId xmlns:a16="http://schemas.microsoft.com/office/drawing/2014/main" id="{FB5FA1B0-11E8-EC37-E6D0-9DE28248F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5" y="4463405"/>
            <a:ext cx="255588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12326" name="Rectangle 42">
            <a:extLst>
              <a:ext uri="{FF2B5EF4-FFF2-40B4-BE49-F238E27FC236}">
                <a16:creationId xmlns:a16="http://schemas.microsoft.com/office/drawing/2014/main" id="{27C556AE-B470-C7E2-4900-5A93FC02C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2665" y="4463405"/>
            <a:ext cx="261937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27" name="Oval 43">
            <a:extLst>
              <a:ext uri="{FF2B5EF4-FFF2-40B4-BE49-F238E27FC236}">
                <a16:creationId xmlns:a16="http://schemas.microsoft.com/office/drawing/2014/main" id="{7010794E-8394-4933-9191-B11590A61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7913" y="4558655"/>
            <a:ext cx="63500" cy="650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328" name="Rectangle 44">
            <a:extLst>
              <a:ext uri="{FF2B5EF4-FFF2-40B4-BE49-F238E27FC236}">
                <a16:creationId xmlns:a16="http://schemas.microsoft.com/office/drawing/2014/main" id="{390732C2-A9AF-7864-D740-C643199F4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890" y="4463405"/>
            <a:ext cx="255587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solidFill>
                  <a:schemeClr val="bg1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12329" name="Rectangle 45">
            <a:extLst>
              <a:ext uri="{FF2B5EF4-FFF2-40B4-BE49-F238E27FC236}">
                <a16:creationId xmlns:a16="http://schemas.microsoft.com/office/drawing/2014/main" id="{4544CD0E-494B-683B-CC58-1E5964927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4463405"/>
            <a:ext cx="255588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30" name="Oval 46">
            <a:extLst>
              <a:ext uri="{FF2B5EF4-FFF2-40B4-BE49-F238E27FC236}">
                <a16:creationId xmlns:a16="http://schemas.microsoft.com/office/drawing/2014/main" id="{E8E331D3-7A83-BF47-D33D-3E006FEF7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725" y="4558655"/>
            <a:ext cx="63500" cy="650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cxnSp>
        <p:nvCxnSpPr>
          <p:cNvPr id="12331" name="AutoShape 47">
            <a:extLst>
              <a:ext uri="{FF2B5EF4-FFF2-40B4-BE49-F238E27FC236}">
                <a16:creationId xmlns:a16="http://schemas.microsoft.com/office/drawing/2014/main" id="{4FE0CF1D-890D-A2E8-FE8C-3D44F75036DA}"/>
              </a:ext>
            </a:extLst>
          </p:cNvPr>
          <p:cNvCxnSpPr>
            <a:cxnSpLocks noChangeShapeType="1"/>
            <a:stCxn id="12327" idx="6"/>
            <a:endCxn id="12328" idx="1"/>
          </p:cNvCxnSpPr>
          <p:nvPr/>
        </p:nvCxnSpPr>
        <p:spPr bwMode="auto">
          <a:xfrm>
            <a:off x="6221415" y="4591993"/>
            <a:ext cx="3714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32" name="AutoShape 48">
            <a:extLst>
              <a:ext uri="{FF2B5EF4-FFF2-40B4-BE49-F238E27FC236}">
                <a16:creationId xmlns:a16="http://schemas.microsoft.com/office/drawing/2014/main" id="{38F34F9D-749B-ADFF-7215-5EB1E29D5DBF}"/>
              </a:ext>
            </a:extLst>
          </p:cNvPr>
          <p:cNvCxnSpPr>
            <a:cxnSpLocks noChangeShapeType="1"/>
            <a:stCxn id="12324" idx="6"/>
            <a:endCxn id="12325" idx="1"/>
          </p:cNvCxnSpPr>
          <p:nvPr/>
        </p:nvCxnSpPr>
        <p:spPr bwMode="auto">
          <a:xfrm>
            <a:off x="5448302" y="4591993"/>
            <a:ext cx="358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333" name="Rectangle 49">
            <a:extLst>
              <a:ext uri="{FF2B5EF4-FFF2-40B4-BE49-F238E27FC236}">
                <a16:creationId xmlns:a16="http://schemas.microsoft.com/office/drawing/2014/main" id="{397C7226-2A24-17A8-B266-6348B58D6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840" y="4463405"/>
            <a:ext cx="255587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12334" name="Rectangle 50">
            <a:extLst>
              <a:ext uri="{FF2B5EF4-FFF2-40B4-BE49-F238E27FC236}">
                <a16:creationId xmlns:a16="http://schemas.microsoft.com/office/drawing/2014/main" id="{D9FF0087-76D0-901B-067E-73F09464E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4463405"/>
            <a:ext cx="255588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35" name="Oval 51">
            <a:extLst>
              <a:ext uri="{FF2B5EF4-FFF2-40B4-BE49-F238E27FC236}">
                <a16:creationId xmlns:a16="http://schemas.microsoft.com/office/drawing/2014/main" id="{D32A2514-21C2-E75E-7137-A1EB01D9B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5" y="4558655"/>
            <a:ext cx="65088" cy="650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cxnSp>
        <p:nvCxnSpPr>
          <p:cNvPr id="12336" name="AutoShape 52">
            <a:extLst>
              <a:ext uri="{FF2B5EF4-FFF2-40B4-BE49-F238E27FC236}">
                <a16:creationId xmlns:a16="http://schemas.microsoft.com/office/drawing/2014/main" id="{63C68CF5-A9CD-37D7-BBAA-B3CEE2B80387}"/>
              </a:ext>
            </a:extLst>
          </p:cNvPr>
          <p:cNvCxnSpPr>
            <a:cxnSpLocks noChangeShapeType="1"/>
            <a:stCxn id="12330" idx="6"/>
            <a:endCxn id="12333" idx="1"/>
          </p:cNvCxnSpPr>
          <p:nvPr/>
        </p:nvCxnSpPr>
        <p:spPr bwMode="auto">
          <a:xfrm>
            <a:off x="7007227" y="4591993"/>
            <a:ext cx="3286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337" name="Rectangle 53">
            <a:extLst>
              <a:ext uri="{FF2B5EF4-FFF2-40B4-BE49-F238E27FC236}">
                <a16:creationId xmlns:a16="http://schemas.microsoft.com/office/drawing/2014/main" id="{025803A3-841E-7F72-26AF-5AD244FAC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3965" y="4784080"/>
            <a:ext cx="255587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12338" name="Rectangle 54">
            <a:extLst>
              <a:ext uri="{FF2B5EF4-FFF2-40B4-BE49-F238E27FC236}">
                <a16:creationId xmlns:a16="http://schemas.microsoft.com/office/drawing/2014/main" id="{DE2FD801-10AC-D748-5E78-C7C00AA9C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550" y="4784080"/>
            <a:ext cx="255588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39" name="Oval 55">
            <a:extLst>
              <a:ext uri="{FF2B5EF4-FFF2-40B4-BE49-F238E27FC236}">
                <a16:creationId xmlns:a16="http://schemas.microsoft.com/office/drawing/2014/main" id="{424228FA-73BB-7F3B-C749-C467FEF5A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4879330"/>
            <a:ext cx="63500" cy="650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340" name="Rectangle 56">
            <a:extLst>
              <a:ext uri="{FF2B5EF4-FFF2-40B4-BE49-F238E27FC236}">
                <a16:creationId xmlns:a16="http://schemas.microsoft.com/office/drawing/2014/main" id="{F525A543-8528-2F40-B04B-7F8FD95D5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5" y="4784080"/>
            <a:ext cx="255588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12341" name="Rectangle 57">
            <a:extLst>
              <a:ext uri="{FF2B5EF4-FFF2-40B4-BE49-F238E27FC236}">
                <a16:creationId xmlns:a16="http://schemas.microsoft.com/office/drawing/2014/main" id="{4229670C-18A8-4545-0B3E-C2F5C140C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2665" y="4784080"/>
            <a:ext cx="255587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42" name="Oval 58">
            <a:extLst>
              <a:ext uri="{FF2B5EF4-FFF2-40B4-BE49-F238E27FC236}">
                <a16:creationId xmlns:a16="http://schemas.microsoft.com/office/drawing/2014/main" id="{03363F64-40F4-779B-BDED-04D76022B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7913" y="4879330"/>
            <a:ext cx="63500" cy="650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343" name="Rectangle 59">
            <a:extLst>
              <a:ext uri="{FF2B5EF4-FFF2-40B4-BE49-F238E27FC236}">
                <a16:creationId xmlns:a16="http://schemas.microsoft.com/office/drawing/2014/main" id="{82FC64A6-B4BA-1806-3899-4922D1994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890" y="4784080"/>
            <a:ext cx="255587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12344" name="Rectangle 60">
            <a:extLst>
              <a:ext uri="{FF2B5EF4-FFF2-40B4-BE49-F238E27FC236}">
                <a16:creationId xmlns:a16="http://schemas.microsoft.com/office/drawing/2014/main" id="{C090116A-C578-497E-806A-06BA02DD5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4784080"/>
            <a:ext cx="255588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45" name="Oval 61">
            <a:extLst>
              <a:ext uri="{FF2B5EF4-FFF2-40B4-BE49-F238E27FC236}">
                <a16:creationId xmlns:a16="http://schemas.microsoft.com/office/drawing/2014/main" id="{FFBB9B80-FB8B-C670-5A42-E0BB49F7A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725" y="4879330"/>
            <a:ext cx="63500" cy="650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cxnSp>
        <p:nvCxnSpPr>
          <p:cNvPr id="12346" name="AutoShape 62">
            <a:extLst>
              <a:ext uri="{FF2B5EF4-FFF2-40B4-BE49-F238E27FC236}">
                <a16:creationId xmlns:a16="http://schemas.microsoft.com/office/drawing/2014/main" id="{D669DA12-7205-98B1-394C-6311B7FC364B}"/>
              </a:ext>
            </a:extLst>
          </p:cNvPr>
          <p:cNvCxnSpPr>
            <a:cxnSpLocks noChangeShapeType="1"/>
            <a:stCxn id="12342" idx="6"/>
            <a:endCxn id="12343" idx="1"/>
          </p:cNvCxnSpPr>
          <p:nvPr/>
        </p:nvCxnSpPr>
        <p:spPr bwMode="auto">
          <a:xfrm>
            <a:off x="6221415" y="4912668"/>
            <a:ext cx="3714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47" name="AutoShape 63">
            <a:extLst>
              <a:ext uri="{FF2B5EF4-FFF2-40B4-BE49-F238E27FC236}">
                <a16:creationId xmlns:a16="http://schemas.microsoft.com/office/drawing/2014/main" id="{C470F250-A3C8-E7B4-22CC-526523F511F4}"/>
              </a:ext>
            </a:extLst>
          </p:cNvPr>
          <p:cNvCxnSpPr>
            <a:cxnSpLocks noChangeShapeType="1"/>
            <a:stCxn id="12339" idx="6"/>
            <a:endCxn id="12340" idx="1"/>
          </p:cNvCxnSpPr>
          <p:nvPr/>
        </p:nvCxnSpPr>
        <p:spPr bwMode="auto">
          <a:xfrm>
            <a:off x="5448302" y="4912668"/>
            <a:ext cx="358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48" name="AutoShape 64">
            <a:extLst>
              <a:ext uri="{FF2B5EF4-FFF2-40B4-BE49-F238E27FC236}">
                <a16:creationId xmlns:a16="http://schemas.microsoft.com/office/drawing/2014/main" id="{E2B5EECD-A4D0-B363-BCE9-48EBC3555C1D}"/>
              </a:ext>
            </a:extLst>
          </p:cNvPr>
          <p:cNvCxnSpPr>
            <a:cxnSpLocks noChangeShapeType="1"/>
            <a:stCxn id="12345" idx="6"/>
          </p:cNvCxnSpPr>
          <p:nvPr/>
        </p:nvCxnSpPr>
        <p:spPr bwMode="auto">
          <a:xfrm>
            <a:off x="7007227" y="4912668"/>
            <a:ext cx="4794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349" name="Rectangle 65">
            <a:extLst>
              <a:ext uri="{FF2B5EF4-FFF2-40B4-BE49-F238E27FC236}">
                <a16:creationId xmlns:a16="http://schemas.microsoft.com/office/drawing/2014/main" id="{10B03989-BC20-4BAE-69E5-622FEAC11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240" y="4774555"/>
            <a:ext cx="255587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12350" name="Rectangle 66">
            <a:extLst>
              <a:ext uri="{FF2B5EF4-FFF2-40B4-BE49-F238E27FC236}">
                <a16:creationId xmlns:a16="http://schemas.microsoft.com/office/drawing/2014/main" id="{6BD6B086-D254-3DF8-AACC-8A141AF41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5" y="4774555"/>
            <a:ext cx="255588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51" name="Oval 67">
            <a:extLst>
              <a:ext uri="{FF2B5EF4-FFF2-40B4-BE49-F238E27FC236}">
                <a16:creationId xmlns:a16="http://schemas.microsoft.com/office/drawing/2014/main" id="{59314FCE-0270-4885-CE76-C27F006F2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4075" y="4869805"/>
            <a:ext cx="65088" cy="650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cxnSp>
        <p:nvCxnSpPr>
          <p:cNvPr id="12352" name="AutoShape 68">
            <a:extLst>
              <a:ext uri="{FF2B5EF4-FFF2-40B4-BE49-F238E27FC236}">
                <a16:creationId xmlns:a16="http://schemas.microsoft.com/office/drawing/2014/main" id="{83EF1C16-50A3-5325-A4F2-C42B4D46F397}"/>
              </a:ext>
            </a:extLst>
          </p:cNvPr>
          <p:cNvCxnSpPr>
            <a:cxnSpLocks noChangeShapeType="1"/>
            <a:stCxn id="12355" idx="3"/>
            <a:endCxn id="12349" idx="1"/>
          </p:cNvCxnSpPr>
          <p:nvPr/>
        </p:nvCxnSpPr>
        <p:spPr bwMode="auto">
          <a:xfrm flipV="1">
            <a:off x="7847015" y="4903143"/>
            <a:ext cx="276225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353" name="Rectangle 69">
            <a:extLst>
              <a:ext uri="{FF2B5EF4-FFF2-40B4-BE49-F238E27FC236}">
                <a16:creationId xmlns:a16="http://schemas.microsoft.com/office/drawing/2014/main" id="{604A88FD-F35D-8539-FD79-0AFCEC057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477" y="4758682"/>
            <a:ext cx="186013" cy="277641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54" name="Rectangle 70">
            <a:extLst>
              <a:ext uri="{FF2B5EF4-FFF2-40B4-BE49-F238E27FC236}">
                <a16:creationId xmlns:a16="http://schemas.microsoft.com/office/drawing/2014/main" id="{64D06996-DADC-1D47-9A8C-9C5E9A7CC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840" y="4779320"/>
            <a:ext cx="255587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12355" name="Rectangle 71">
            <a:extLst>
              <a:ext uri="{FF2B5EF4-FFF2-40B4-BE49-F238E27FC236}">
                <a16:creationId xmlns:a16="http://schemas.microsoft.com/office/drawing/2014/main" id="{C589233D-9C24-8EE7-1EC6-9E62AB3B0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4779320"/>
            <a:ext cx="255588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56" name="Oval 72">
            <a:extLst>
              <a:ext uri="{FF2B5EF4-FFF2-40B4-BE49-F238E27FC236}">
                <a16:creationId xmlns:a16="http://schemas.microsoft.com/office/drawing/2014/main" id="{3199251A-DB13-ECFA-C4AB-96DBE662A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5" y="4874570"/>
            <a:ext cx="63500" cy="650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357" name="Rectangle 73">
            <a:extLst>
              <a:ext uri="{FF2B5EF4-FFF2-40B4-BE49-F238E27FC236}">
                <a16:creationId xmlns:a16="http://schemas.microsoft.com/office/drawing/2014/main" id="{9193CF63-F4DD-7EB3-0C6D-880C51F49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5423845"/>
            <a:ext cx="255588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12358" name="Rectangle 74">
            <a:extLst>
              <a:ext uri="{FF2B5EF4-FFF2-40B4-BE49-F238E27FC236}">
                <a16:creationId xmlns:a16="http://schemas.microsoft.com/office/drawing/2014/main" id="{3EA516DB-8983-A361-1DA3-CAA2A43EF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7965" y="5423845"/>
            <a:ext cx="255587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59" name="Oval 75">
            <a:extLst>
              <a:ext uri="{FF2B5EF4-FFF2-40B4-BE49-F238E27FC236}">
                <a16:creationId xmlns:a16="http://schemas.microsoft.com/office/drawing/2014/main" id="{2A385F53-9654-79EA-7BF3-6956192B3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3213" y="5519095"/>
            <a:ext cx="63500" cy="650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360" name="Rectangle 76">
            <a:extLst>
              <a:ext uri="{FF2B5EF4-FFF2-40B4-BE49-F238E27FC236}">
                <a16:creationId xmlns:a16="http://schemas.microsoft.com/office/drawing/2014/main" id="{7C0B8842-A12B-AEA1-4AA8-A43DA6B05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015" y="5423845"/>
            <a:ext cx="255587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12361" name="Rectangle 77">
            <a:extLst>
              <a:ext uri="{FF2B5EF4-FFF2-40B4-BE49-F238E27FC236}">
                <a16:creationId xmlns:a16="http://schemas.microsoft.com/office/drawing/2014/main" id="{7353953C-7096-C205-25BA-D1BF5EB54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5423845"/>
            <a:ext cx="254000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62" name="Oval 78">
            <a:extLst>
              <a:ext uri="{FF2B5EF4-FFF2-40B4-BE49-F238E27FC236}">
                <a16:creationId xmlns:a16="http://schemas.microsoft.com/office/drawing/2014/main" id="{AC2752A2-C6E3-DEF3-AD32-BDCB0D322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5850" y="5519095"/>
            <a:ext cx="63500" cy="650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363" name="Rectangle 79">
            <a:extLst>
              <a:ext uri="{FF2B5EF4-FFF2-40B4-BE49-F238E27FC236}">
                <a16:creationId xmlns:a16="http://schemas.microsoft.com/office/drawing/2014/main" id="{0EE63F01-7A55-51D7-0951-81FA85273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5423845"/>
            <a:ext cx="255588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12364" name="Rectangle 80">
            <a:extLst>
              <a:ext uri="{FF2B5EF4-FFF2-40B4-BE49-F238E27FC236}">
                <a16:creationId xmlns:a16="http://schemas.microsoft.com/office/drawing/2014/main" id="{0C9FAA31-01FD-A538-1327-F98497AD5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6890" y="5423845"/>
            <a:ext cx="255587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65" name="Oval 81">
            <a:extLst>
              <a:ext uri="{FF2B5EF4-FFF2-40B4-BE49-F238E27FC236}">
                <a16:creationId xmlns:a16="http://schemas.microsoft.com/office/drawing/2014/main" id="{47B1E5D3-F3BC-251D-997B-6C839039E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138" y="5519095"/>
            <a:ext cx="63500" cy="650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cxnSp>
        <p:nvCxnSpPr>
          <p:cNvPr id="12366" name="AutoShape 82">
            <a:extLst>
              <a:ext uri="{FF2B5EF4-FFF2-40B4-BE49-F238E27FC236}">
                <a16:creationId xmlns:a16="http://schemas.microsoft.com/office/drawing/2014/main" id="{56B85317-76B3-2E12-323A-B4DE898495F2}"/>
              </a:ext>
            </a:extLst>
          </p:cNvPr>
          <p:cNvCxnSpPr>
            <a:cxnSpLocks noChangeShapeType="1"/>
            <a:stCxn id="12362" idx="6"/>
            <a:endCxn id="12363" idx="1"/>
          </p:cNvCxnSpPr>
          <p:nvPr/>
        </p:nvCxnSpPr>
        <p:spPr bwMode="auto">
          <a:xfrm>
            <a:off x="6229350" y="5552430"/>
            <a:ext cx="3619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67" name="AutoShape 83">
            <a:extLst>
              <a:ext uri="{FF2B5EF4-FFF2-40B4-BE49-F238E27FC236}">
                <a16:creationId xmlns:a16="http://schemas.microsoft.com/office/drawing/2014/main" id="{790A6914-3847-4D6B-F678-2657E2D9D110}"/>
              </a:ext>
            </a:extLst>
          </p:cNvPr>
          <p:cNvCxnSpPr>
            <a:cxnSpLocks noChangeShapeType="1"/>
            <a:stCxn id="12359" idx="6"/>
            <a:endCxn id="12360" idx="1"/>
          </p:cNvCxnSpPr>
          <p:nvPr/>
        </p:nvCxnSpPr>
        <p:spPr bwMode="auto">
          <a:xfrm>
            <a:off x="5446713" y="5552430"/>
            <a:ext cx="3683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368" name="Rectangle 84">
            <a:extLst>
              <a:ext uri="{FF2B5EF4-FFF2-40B4-BE49-F238E27FC236}">
                <a16:creationId xmlns:a16="http://schemas.microsoft.com/office/drawing/2014/main" id="{ED30D8EA-D939-0376-84CA-6D106BA6D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0" y="5423845"/>
            <a:ext cx="255588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12369" name="Rectangle 85">
            <a:extLst>
              <a:ext uri="{FF2B5EF4-FFF2-40B4-BE49-F238E27FC236}">
                <a16:creationId xmlns:a16="http://schemas.microsoft.com/office/drawing/2014/main" id="{41727FCE-53BD-F5C4-3182-398B6117E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40" y="5423845"/>
            <a:ext cx="255587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70" name="Oval 86">
            <a:extLst>
              <a:ext uri="{FF2B5EF4-FFF2-40B4-BE49-F238E27FC236}">
                <a16:creationId xmlns:a16="http://schemas.microsoft.com/office/drawing/2014/main" id="{14D7502E-AB16-EE8E-3981-E94B2D7F7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5090" y="5519095"/>
            <a:ext cx="65087" cy="650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cxnSp>
        <p:nvCxnSpPr>
          <p:cNvPr id="12371" name="AutoShape 87">
            <a:extLst>
              <a:ext uri="{FF2B5EF4-FFF2-40B4-BE49-F238E27FC236}">
                <a16:creationId xmlns:a16="http://schemas.microsoft.com/office/drawing/2014/main" id="{05AC6F90-F4AF-98E1-F2A3-395DB165B255}"/>
              </a:ext>
            </a:extLst>
          </p:cNvPr>
          <p:cNvCxnSpPr>
            <a:cxnSpLocks noChangeShapeType="1"/>
            <a:stCxn id="12365" idx="6"/>
            <a:endCxn id="12368" idx="1"/>
          </p:cNvCxnSpPr>
          <p:nvPr/>
        </p:nvCxnSpPr>
        <p:spPr bwMode="auto">
          <a:xfrm>
            <a:off x="7005638" y="5552430"/>
            <a:ext cx="3286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372" name="Rectangle 88">
            <a:extLst>
              <a:ext uri="{FF2B5EF4-FFF2-40B4-BE49-F238E27FC236}">
                <a16:creationId xmlns:a16="http://schemas.microsoft.com/office/drawing/2014/main" id="{6DB29EDF-AF96-9670-681A-C66036B1A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40" y="5741345"/>
            <a:ext cx="255587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12373" name="Rectangle 89">
            <a:extLst>
              <a:ext uri="{FF2B5EF4-FFF2-40B4-BE49-F238E27FC236}">
                <a16:creationId xmlns:a16="http://schemas.microsoft.com/office/drawing/2014/main" id="{EAE415F2-CB69-B1EC-E9B9-D562FBF21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5741345"/>
            <a:ext cx="255588" cy="2555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74" name="Oval 90">
            <a:extLst>
              <a:ext uri="{FF2B5EF4-FFF2-40B4-BE49-F238E27FC236}">
                <a16:creationId xmlns:a16="http://schemas.microsoft.com/office/drawing/2014/main" id="{AD115751-6B76-914B-0E09-FEC6D40C0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975" y="5836595"/>
            <a:ext cx="63500" cy="650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375" name="Rectangle 91">
            <a:extLst>
              <a:ext uri="{FF2B5EF4-FFF2-40B4-BE49-F238E27FC236}">
                <a16:creationId xmlns:a16="http://schemas.microsoft.com/office/drawing/2014/main" id="{B4BB466F-E866-FFB1-F19C-1F402BCF9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0790" y="6413772"/>
            <a:ext cx="255587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12376" name="Rectangle 92">
            <a:extLst>
              <a:ext uri="{FF2B5EF4-FFF2-40B4-BE49-F238E27FC236}">
                <a16:creationId xmlns:a16="http://schemas.microsoft.com/office/drawing/2014/main" id="{563E2B79-0D25-6F1E-4FE8-AF64A3FD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75" y="6413772"/>
            <a:ext cx="255588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77" name="Oval 93">
            <a:extLst>
              <a:ext uri="{FF2B5EF4-FFF2-40B4-BE49-F238E27FC236}">
                <a16:creationId xmlns:a16="http://schemas.microsoft.com/office/drawing/2014/main" id="{0B306D7B-A5E7-F91E-5788-B1C009B13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25" y="6485880"/>
            <a:ext cx="63500" cy="650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378" name="Rectangle 94">
            <a:extLst>
              <a:ext uri="{FF2B5EF4-FFF2-40B4-BE49-F238E27FC236}">
                <a16:creationId xmlns:a16="http://schemas.microsoft.com/office/drawing/2014/main" id="{873F40FE-BA82-150A-6BFF-BF7BD1E0D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5" y="6413772"/>
            <a:ext cx="255588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12379" name="Rectangle 95">
            <a:extLst>
              <a:ext uri="{FF2B5EF4-FFF2-40B4-BE49-F238E27FC236}">
                <a16:creationId xmlns:a16="http://schemas.microsoft.com/office/drawing/2014/main" id="{5B56F575-7072-20E4-EDAC-D56BF44E0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015" y="6413772"/>
            <a:ext cx="255587" cy="2555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Comic Sans MS" panose="030F0702030302020204" pitchFamily="66" charset="0"/>
            </a:endParaRPr>
          </a:p>
        </p:txBody>
      </p:sp>
      <p:sp>
        <p:nvSpPr>
          <p:cNvPr id="12380" name="Oval 96">
            <a:extLst>
              <a:ext uri="{FF2B5EF4-FFF2-40B4-BE49-F238E27FC236}">
                <a16:creationId xmlns:a16="http://schemas.microsoft.com/office/drawing/2014/main" id="{4F2087E4-E6D2-833A-2041-9C864984E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4263" y="6485880"/>
            <a:ext cx="63500" cy="650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cxnSp>
        <p:nvCxnSpPr>
          <p:cNvPr id="12381" name="AutoShape 97">
            <a:extLst>
              <a:ext uri="{FF2B5EF4-FFF2-40B4-BE49-F238E27FC236}">
                <a16:creationId xmlns:a16="http://schemas.microsoft.com/office/drawing/2014/main" id="{4D03430C-ACCD-9DD7-F7A9-062C7A8E498B}"/>
              </a:ext>
            </a:extLst>
          </p:cNvPr>
          <p:cNvCxnSpPr>
            <a:cxnSpLocks noChangeShapeType="1"/>
            <a:stCxn id="12377" idx="6"/>
          </p:cNvCxnSpPr>
          <p:nvPr/>
        </p:nvCxnSpPr>
        <p:spPr bwMode="auto">
          <a:xfrm>
            <a:off x="5445125" y="6519218"/>
            <a:ext cx="3683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12382" name="Picture 98" descr="kleinberg_03F02">
            <a:extLst>
              <a:ext uri="{FF2B5EF4-FFF2-40B4-BE49-F238E27FC236}">
                <a16:creationId xmlns:a16="http://schemas.microsoft.com/office/drawing/2014/main" id="{7EE162EF-6288-5E79-0B7A-3E51D54657DA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00" r="45515" b="20930"/>
          <a:stretch>
            <a:fillRect/>
          </a:stretch>
        </p:blipFill>
        <p:spPr bwMode="auto">
          <a:xfrm>
            <a:off x="982585" y="4172322"/>
            <a:ext cx="2173764" cy="230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83" name="Line 99">
            <a:extLst>
              <a:ext uri="{FF2B5EF4-FFF2-40B4-BE49-F238E27FC236}">
                <a16:creationId xmlns:a16="http://schemas.microsoft.com/office/drawing/2014/main" id="{89553B59-808E-BD15-ECBB-97A8750C05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64762" y="5235255"/>
            <a:ext cx="252412" cy="31908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12388" name="Text Box 104">
            <a:extLst>
              <a:ext uri="{FF2B5EF4-FFF2-40B4-BE49-F238E27FC236}">
                <a16:creationId xmlns:a16="http://schemas.microsoft.com/office/drawing/2014/main" id="{BE973440-6383-E279-8964-BE3215E08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63480"/>
            <a:ext cx="1143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600"/>
              <a:t>邻接链表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FBB070-82A7-5415-1C1C-963A7AD02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Arial" panose="020B060402020202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083A65C-8639-6319-7765-28B80082232A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2A5D5928-B9A8-9934-3BCE-94C4789561AB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C5C5E721-A34F-9CFB-1736-1522CFC83F38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BDB065E8-04D3-9E8E-F33F-1F5FC687E5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E0291441-ADB3-2D47-4325-29ED02A82C1F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0ED90D-F08B-C0C4-53E7-2A6F8F06CD72}"/>
              </a:ext>
            </a:extLst>
          </p:cNvPr>
          <p:cNvGrpSpPr/>
          <p:nvPr/>
        </p:nvGrpSpPr>
        <p:grpSpPr>
          <a:xfrm>
            <a:off x="0" y="6480240"/>
            <a:ext cx="9036484" cy="362367"/>
            <a:chOff x="-31973" y="6359109"/>
            <a:chExt cx="12307321" cy="22478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21CA30A-DCFD-CCBA-8168-CA4270810B2D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B2E03D58-3EB9-5763-49BA-C07190730EBF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75592B6E-3F86-CF7A-DF3C-B3525F42ADAC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6C7BA8D8-F6F7-8265-FA2A-DA5E1427A183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58C29E9-0AAE-0105-9CB1-E8F3C304F6C4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6BC07135-AEAF-F74E-8C4D-622EDC7A95A6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00E4F57B-B4D4-DD72-6A90-5CA8FA7F18FB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97406442-5E74-4812-0343-3E64E8A2C9E1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CA92777C-4F26-9B5B-0AE2-683DA569E034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5753F6B2-1A80-6190-7E8A-B53169873D04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033EA3C9-4434-996F-3942-53E16CFB33F3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FCD5F1D6-6DCB-56F6-334C-8BF984E91F72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9280F39F-EDF8-C473-5B2B-031EEA3151BD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F1D9CA10-EBEE-4BD7-C800-91DD72FA54DC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88100301-F964-DCD8-0CBD-ED1911961887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37C1FC2F-EBA7-7206-CDAD-0A173C5396C8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F1DD31F6-5A5D-A67E-33DE-10AF91790CBA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7695E871-3BC1-7613-8CE4-D0A2839558CD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20BB5D2A-8DFF-EAD3-1238-BDB922179D9E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6BD37F96-12E3-567B-6492-FB7E21F0987E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04C3A5E5-F9E1-CE99-FCC8-D6268CDAE911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F29B31C0-693A-057F-7A37-154AB1E5AA7A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7A1BBB05-458F-9B43-A613-F1A9B1A752E1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F7B2CCDB-2DB5-D4FC-44C2-829F279A7DE5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1DFCEAC3-1F39-F7BB-42C4-7F7679AD1E79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2ED6E350-7EFD-9494-2BDF-4547E2686116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3BFA3838-3B1F-F685-1BF2-E53A1CB1D5AA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B323221C-DB8F-402A-D225-835E25F11770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B26A0C7A-7A78-0686-6EBF-F3FA9BA1E0D0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9295E110-FFCC-4FB7-8DA7-997B7D22E0AD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EDBA818C-29A7-950F-E307-7E234A250D37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61D9031D-B1B1-1574-4BEE-5A3F39374905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61870ABA-5638-2A81-4418-4213ABAD3059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C541C341-7966-98E7-DD16-61E07AD82D7E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9B6F8059-F2F7-1259-EEE4-D95816FBED85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835CE7FF-8A6C-D94B-84D0-3F788F8C9C38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67C99D80-E980-2840-B94C-34FBCF39E219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C7311EB6-BFA6-131D-DE0E-219F0A9FB446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D85205DF-2940-C07D-A675-0CB650D5AB5B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95849382-DE5C-2797-C9D4-151D82D811D1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98468F43-5BD4-AD84-4FF6-D3F9CB32133A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1AA04FC3-B362-F017-F0E5-7A0E55E2F2D4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47F78D2C-5FD8-CA00-D42B-02D5F42CBE99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8F29FE13-2279-6D2F-CB93-C04DB7CC45DD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241CEDEB-5DEE-98AD-66BF-CE612048F99A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88" name="直接连接符 12287">
                <a:extLst>
                  <a:ext uri="{FF2B5EF4-FFF2-40B4-BE49-F238E27FC236}">
                    <a16:creationId xmlns:a16="http://schemas.microsoft.com/office/drawing/2014/main" id="{1B9DA5BB-D05A-E278-9D06-37F453CCDDF4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89" name="直接连接符 12288">
                <a:extLst>
                  <a:ext uri="{FF2B5EF4-FFF2-40B4-BE49-F238E27FC236}">
                    <a16:creationId xmlns:a16="http://schemas.microsoft.com/office/drawing/2014/main" id="{0B712F0C-FF5B-EE6F-3868-C6F3798FE985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89" name="直接连接符 12388">
                <a:extLst>
                  <a:ext uri="{FF2B5EF4-FFF2-40B4-BE49-F238E27FC236}">
                    <a16:creationId xmlns:a16="http://schemas.microsoft.com/office/drawing/2014/main" id="{AF5A140C-78FD-F52B-8FF8-93A1088BF4B9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0" name="直接连接符 12389">
                <a:extLst>
                  <a:ext uri="{FF2B5EF4-FFF2-40B4-BE49-F238E27FC236}">
                    <a16:creationId xmlns:a16="http://schemas.microsoft.com/office/drawing/2014/main" id="{D4ECA21B-FB1F-3006-222B-8F5FE14D4733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1" name="直接连接符 12390">
                <a:extLst>
                  <a:ext uri="{FF2B5EF4-FFF2-40B4-BE49-F238E27FC236}">
                    <a16:creationId xmlns:a16="http://schemas.microsoft.com/office/drawing/2014/main" id="{57EE2F5E-F11D-1C35-29A5-6CD3B142FAB8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2" name="直接连接符 12391">
                <a:extLst>
                  <a:ext uri="{FF2B5EF4-FFF2-40B4-BE49-F238E27FC236}">
                    <a16:creationId xmlns:a16="http://schemas.microsoft.com/office/drawing/2014/main" id="{C07F2D1E-2D0A-2DD6-D76B-2781BC7AF139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3" name="直接连接符 12392">
                <a:extLst>
                  <a:ext uri="{FF2B5EF4-FFF2-40B4-BE49-F238E27FC236}">
                    <a16:creationId xmlns:a16="http://schemas.microsoft.com/office/drawing/2014/main" id="{2187EF4A-28DF-447D-656A-38D3CA3D8019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4" name="直接连接符 12393">
                <a:extLst>
                  <a:ext uri="{FF2B5EF4-FFF2-40B4-BE49-F238E27FC236}">
                    <a16:creationId xmlns:a16="http://schemas.microsoft.com/office/drawing/2014/main" id="{F4BCF1F5-0F75-7F52-A4A3-F6F1FBA5A508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5" name="直接连接符 12394">
                <a:extLst>
                  <a:ext uri="{FF2B5EF4-FFF2-40B4-BE49-F238E27FC236}">
                    <a16:creationId xmlns:a16="http://schemas.microsoft.com/office/drawing/2014/main" id="{11FE3AD3-DB4E-5E48-9B1C-CA14D649403E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6" name="直接连接符 12395">
                <a:extLst>
                  <a:ext uri="{FF2B5EF4-FFF2-40B4-BE49-F238E27FC236}">
                    <a16:creationId xmlns:a16="http://schemas.microsoft.com/office/drawing/2014/main" id="{02D98956-FEFD-0532-BA8D-2F53FF50239E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7" name="直接连接符 12396">
                <a:extLst>
                  <a:ext uri="{FF2B5EF4-FFF2-40B4-BE49-F238E27FC236}">
                    <a16:creationId xmlns:a16="http://schemas.microsoft.com/office/drawing/2014/main" id="{F37C8EF0-24EC-85C0-2041-E3FFE02D82A9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8" name="直接连接符 12397">
                <a:extLst>
                  <a:ext uri="{FF2B5EF4-FFF2-40B4-BE49-F238E27FC236}">
                    <a16:creationId xmlns:a16="http://schemas.microsoft.com/office/drawing/2014/main" id="{92205BB0-D9EA-B4D7-331F-25686AB8EB5D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9" name="直接连接符 12398">
                <a:extLst>
                  <a:ext uri="{FF2B5EF4-FFF2-40B4-BE49-F238E27FC236}">
                    <a16:creationId xmlns:a16="http://schemas.microsoft.com/office/drawing/2014/main" id="{E56AFADE-57F4-84B2-FC77-2137193C3ED6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0" name="直接连接符 12399">
                <a:extLst>
                  <a:ext uri="{FF2B5EF4-FFF2-40B4-BE49-F238E27FC236}">
                    <a16:creationId xmlns:a16="http://schemas.microsoft.com/office/drawing/2014/main" id="{4050277D-CCEA-0CD1-68E8-58DBAEE60A1A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1" name="直接连接符 12400">
                <a:extLst>
                  <a:ext uri="{FF2B5EF4-FFF2-40B4-BE49-F238E27FC236}">
                    <a16:creationId xmlns:a16="http://schemas.microsoft.com/office/drawing/2014/main" id="{FD100380-6510-E448-5EC4-D320C7E9FE68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2" name="直接连接符 12401">
                <a:extLst>
                  <a:ext uri="{FF2B5EF4-FFF2-40B4-BE49-F238E27FC236}">
                    <a16:creationId xmlns:a16="http://schemas.microsoft.com/office/drawing/2014/main" id="{373EBDFF-842D-5C3F-FD25-98FBD361499F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3" name="直接连接符 12402">
                <a:extLst>
                  <a:ext uri="{FF2B5EF4-FFF2-40B4-BE49-F238E27FC236}">
                    <a16:creationId xmlns:a16="http://schemas.microsoft.com/office/drawing/2014/main" id="{089D81C6-97EC-4F1B-A576-C2724016A61A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4" name="直接连接符 12403">
                <a:extLst>
                  <a:ext uri="{FF2B5EF4-FFF2-40B4-BE49-F238E27FC236}">
                    <a16:creationId xmlns:a16="http://schemas.microsoft.com/office/drawing/2014/main" id="{2EA44E96-D1BC-E98E-074B-777CD784CC73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5" name="直接连接符 12404">
                <a:extLst>
                  <a:ext uri="{FF2B5EF4-FFF2-40B4-BE49-F238E27FC236}">
                    <a16:creationId xmlns:a16="http://schemas.microsoft.com/office/drawing/2014/main" id="{3E5F50E3-8CA3-1FFB-39C3-A5DC0D034C73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6" name="直接连接符 12405">
                <a:extLst>
                  <a:ext uri="{FF2B5EF4-FFF2-40B4-BE49-F238E27FC236}">
                    <a16:creationId xmlns:a16="http://schemas.microsoft.com/office/drawing/2014/main" id="{E980377F-37B6-82C6-E5C8-9276EE810998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7" name="直接连接符 12406">
                <a:extLst>
                  <a:ext uri="{FF2B5EF4-FFF2-40B4-BE49-F238E27FC236}">
                    <a16:creationId xmlns:a16="http://schemas.microsoft.com/office/drawing/2014/main" id="{5D12F418-D1A9-1332-C1F4-3FCD9A742751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8" name="直接连接符 12407">
                <a:extLst>
                  <a:ext uri="{FF2B5EF4-FFF2-40B4-BE49-F238E27FC236}">
                    <a16:creationId xmlns:a16="http://schemas.microsoft.com/office/drawing/2014/main" id="{2D86B462-045F-323B-363A-DBBD8777669B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9" name="直接连接符 12408">
                <a:extLst>
                  <a:ext uri="{FF2B5EF4-FFF2-40B4-BE49-F238E27FC236}">
                    <a16:creationId xmlns:a16="http://schemas.microsoft.com/office/drawing/2014/main" id="{A0AC2505-09C7-211F-9DA1-2D62C9BEA885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0" name="直接连接符 12409">
                <a:extLst>
                  <a:ext uri="{FF2B5EF4-FFF2-40B4-BE49-F238E27FC236}">
                    <a16:creationId xmlns:a16="http://schemas.microsoft.com/office/drawing/2014/main" id="{46AD6ADF-F64A-3A92-78B5-2A6125D521D8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1" name="直接连接符 12410">
                <a:extLst>
                  <a:ext uri="{FF2B5EF4-FFF2-40B4-BE49-F238E27FC236}">
                    <a16:creationId xmlns:a16="http://schemas.microsoft.com/office/drawing/2014/main" id="{AFEAE9C2-022F-461B-9744-9D5CFBF93EF7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2" name="直接连接符 12411">
                <a:extLst>
                  <a:ext uri="{FF2B5EF4-FFF2-40B4-BE49-F238E27FC236}">
                    <a16:creationId xmlns:a16="http://schemas.microsoft.com/office/drawing/2014/main" id="{1C84C782-AA3A-95AD-062A-CB6CE68202FB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3" name="直接连接符 12412">
                <a:extLst>
                  <a:ext uri="{FF2B5EF4-FFF2-40B4-BE49-F238E27FC236}">
                    <a16:creationId xmlns:a16="http://schemas.microsoft.com/office/drawing/2014/main" id="{E4D366B1-F8FB-6C8F-193A-0159112FA009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4" name="直接连接符 12413">
                <a:extLst>
                  <a:ext uri="{FF2B5EF4-FFF2-40B4-BE49-F238E27FC236}">
                    <a16:creationId xmlns:a16="http://schemas.microsoft.com/office/drawing/2014/main" id="{57F4F010-948E-E986-D2F5-E989D7D91B55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5" name="直接连接符 12414">
                <a:extLst>
                  <a:ext uri="{FF2B5EF4-FFF2-40B4-BE49-F238E27FC236}">
                    <a16:creationId xmlns:a16="http://schemas.microsoft.com/office/drawing/2014/main" id="{47263845-D681-DB80-1A66-0A12FEB05867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6" name="直接连接符 12415">
                <a:extLst>
                  <a:ext uri="{FF2B5EF4-FFF2-40B4-BE49-F238E27FC236}">
                    <a16:creationId xmlns:a16="http://schemas.microsoft.com/office/drawing/2014/main" id="{219D85DD-E764-35AF-1B9E-7EAAAFEA6474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7" name="直接连接符 12416">
                <a:extLst>
                  <a:ext uri="{FF2B5EF4-FFF2-40B4-BE49-F238E27FC236}">
                    <a16:creationId xmlns:a16="http://schemas.microsoft.com/office/drawing/2014/main" id="{C16EA6FD-CB37-1D6F-ACDB-EE92E64F91FF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8" name="直接连接符 12417">
                <a:extLst>
                  <a:ext uri="{FF2B5EF4-FFF2-40B4-BE49-F238E27FC236}">
                    <a16:creationId xmlns:a16="http://schemas.microsoft.com/office/drawing/2014/main" id="{92315370-ACDF-C7ED-9984-A17B55EA006C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9" name="直接连接符 12418">
                <a:extLst>
                  <a:ext uri="{FF2B5EF4-FFF2-40B4-BE49-F238E27FC236}">
                    <a16:creationId xmlns:a16="http://schemas.microsoft.com/office/drawing/2014/main" id="{6E3698AF-7F89-AC89-D405-D12CF1189E2A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0" name="直接连接符 12419">
                <a:extLst>
                  <a:ext uri="{FF2B5EF4-FFF2-40B4-BE49-F238E27FC236}">
                    <a16:creationId xmlns:a16="http://schemas.microsoft.com/office/drawing/2014/main" id="{90FD271F-4687-E5DE-D88C-127FBEEDC618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1" name="直接连接符 12420">
                <a:extLst>
                  <a:ext uri="{FF2B5EF4-FFF2-40B4-BE49-F238E27FC236}">
                    <a16:creationId xmlns:a16="http://schemas.microsoft.com/office/drawing/2014/main" id="{4675775B-6A46-D750-B610-31180126DE3F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2" name="直接连接符 12421">
                <a:extLst>
                  <a:ext uri="{FF2B5EF4-FFF2-40B4-BE49-F238E27FC236}">
                    <a16:creationId xmlns:a16="http://schemas.microsoft.com/office/drawing/2014/main" id="{6EE53859-B115-A83B-12C6-0106EA8BB149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3" name="直接连接符 12422">
                <a:extLst>
                  <a:ext uri="{FF2B5EF4-FFF2-40B4-BE49-F238E27FC236}">
                    <a16:creationId xmlns:a16="http://schemas.microsoft.com/office/drawing/2014/main" id="{55C42A06-7B43-D31D-4744-FE81F3274929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4" name="直接连接符 12423">
                <a:extLst>
                  <a:ext uri="{FF2B5EF4-FFF2-40B4-BE49-F238E27FC236}">
                    <a16:creationId xmlns:a16="http://schemas.microsoft.com/office/drawing/2014/main" id="{F50E2984-DE0B-E0B0-FDB3-D073C8E93154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5" name="直接连接符 12424">
                <a:extLst>
                  <a:ext uri="{FF2B5EF4-FFF2-40B4-BE49-F238E27FC236}">
                    <a16:creationId xmlns:a16="http://schemas.microsoft.com/office/drawing/2014/main" id="{2752FBE2-80B2-ABAA-A082-225311499113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6" name="直接连接符 12425">
                <a:extLst>
                  <a:ext uri="{FF2B5EF4-FFF2-40B4-BE49-F238E27FC236}">
                    <a16:creationId xmlns:a16="http://schemas.microsoft.com/office/drawing/2014/main" id="{A550BD66-FF8A-2B20-9A41-29A12C95A161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7" name="直接连接符 12426">
                <a:extLst>
                  <a:ext uri="{FF2B5EF4-FFF2-40B4-BE49-F238E27FC236}">
                    <a16:creationId xmlns:a16="http://schemas.microsoft.com/office/drawing/2014/main" id="{BDCF01A0-49EE-7F2C-D8CD-A957D21ABCF1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8" name="直接连接符 12427">
                <a:extLst>
                  <a:ext uri="{FF2B5EF4-FFF2-40B4-BE49-F238E27FC236}">
                    <a16:creationId xmlns:a16="http://schemas.microsoft.com/office/drawing/2014/main" id="{1419BBCD-D9DA-83E1-D6B2-B212D6373423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9" name="直接连接符 12428">
                <a:extLst>
                  <a:ext uri="{FF2B5EF4-FFF2-40B4-BE49-F238E27FC236}">
                    <a16:creationId xmlns:a16="http://schemas.microsoft.com/office/drawing/2014/main" id="{33681D67-F694-B982-BC17-CFD647F6FC30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0" name="直接连接符 12429">
                <a:extLst>
                  <a:ext uri="{FF2B5EF4-FFF2-40B4-BE49-F238E27FC236}">
                    <a16:creationId xmlns:a16="http://schemas.microsoft.com/office/drawing/2014/main" id="{8B695DBE-464A-6E57-6DE7-8AF954C0E0BD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1" name="直接连接符 12430">
                <a:extLst>
                  <a:ext uri="{FF2B5EF4-FFF2-40B4-BE49-F238E27FC236}">
                    <a16:creationId xmlns:a16="http://schemas.microsoft.com/office/drawing/2014/main" id="{BDD4BBA7-8C24-A40A-B2B2-9BCA91FB8528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2" name="直接连接符 12431">
                <a:extLst>
                  <a:ext uri="{FF2B5EF4-FFF2-40B4-BE49-F238E27FC236}">
                    <a16:creationId xmlns:a16="http://schemas.microsoft.com/office/drawing/2014/main" id="{043F0BCA-B856-00C0-71BF-82ECC695F8DD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3" name="直接连接符 12432">
                <a:extLst>
                  <a:ext uri="{FF2B5EF4-FFF2-40B4-BE49-F238E27FC236}">
                    <a16:creationId xmlns:a16="http://schemas.microsoft.com/office/drawing/2014/main" id="{54C089B3-3EDE-595F-D4C6-AE60D40259CC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4" name="直接连接符 12433">
                <a:extLst>
                  <a:ext uri="{FF2B5EF4-FFF2-40B4-BE49-F238E27FC236}">
                    <a16:creationId xmlns:a16="http://schemas.microsoft.com/office/drawing/2014/main" id="{93A797F3-F84F-D202-2037-273E78858AFC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5" name="直接连接符 12434">
                <a:extLst>
                  <a:ext uri="{FF2B5EF4-FFF2-40B4-BE49-F238E27FC236}">
                    <a16:creationId xmlns:a16="http://schemas.microsoft.com/office/drawing/2014/main" id="{18CE5D36-E4A6-075E-F19E-7031F1C1B619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6" name="直接连接符 12435">
                <a:extLst>
                  <a:ext uri="{FF2B5EF4-FFF2-40B4-BE49-F238E27FC236}">
                    <a16:creationId xmlns:a16="http://schemas.microsoft.com/office/drawing/2014/main" id="{968BFC87-0871-2010-5FED-80EAAA8E4772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7" name="直接连接符 12436">
                <a:extLst>
                  <a:ext uri="{FF2B5EF4-FFF2-40B4-BE49-F238E27FC236}">
                    <a16:creationId xmlns:a16="http://schemas.microsoft.com/office/drawing/2014/main" id="{E7644765-5954-91FC-8C84-31FEEB561C1F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8" name="直接连接符 12437">
                <a:extLst>
                  <a:ext uri="{FF2B5EF4-FFF2-40B4-BE49-F238E27FC236}">
                    <a16:creationId xmlns:a16="http://schemas.microsoft.com/office/drawing/2014/main" id="{126F8473-9E1E-A520-7482-4425EAD1606C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9" name="直接连接符 12438">
                <a:extLst>
                  <a:ext uri="{FF2B5EF4-FFF2-40B4-BE49-F238E27FC236}">
                    <a16:creationId xmlns:a16="http://schemas.microsoft.com/office/drawing/2014/main" id="{84742497-373F-2316-2264-66B67AE61F7E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0" name="直接连接符 12439">
                <a:extLst>
                  <a:ext uri="{FF2B5EF4-FFF2-40B4-BE49-F238E27FC236}">
                    <a16:creationId xmlns:a16="http://schemas.microsoft.com/office/drawing/2014/main" id="{0600F3AD-5CD1-7F41-1723-AE17A1759E41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1" name="直接连接符 12440">
                <a:extLst>
                  <a:ext uri="{FF2B5EF4-FFF2-40B4-BE49-F238E27FC236}">
                    <a16:creationId xmlns:a16="http://schemas.microsoft.com/office/drawing/2014/main" id="{E129E1CF-BAAA-29D4-2358-9FFF7E3710AC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5" name="直接连接符 12444">
                <a:extLst>
                  <a:ext uri="{FF2B5EF4-FFF2-40B4-BE49-F238E27FC236}">
                    <a16:creationId xmlns:a16="http://schemas.microsoft.com/office/drawing/2014/main" id="{75577559-17F1-B251-B23E-34A7F7174ABE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6" name="直接连接符 12445">
                <a:extLst>
                  <a:ext uri="{FF2B5EF4-FFF2-40B4-BE49-F238E27FC236}">
                    <a16:creationId xmlns:a16="http://schemas.microsoft.com/office/drawing/2014/main" id="{3817AE94-FBD0-E10C-6562-3FC56F0261BD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7" name="直接连接符 12446">
                <a:extLst>
                  <a:ext uri="{FF2B5EF4-FFF2-40B4-BE49-F238E27FC236}">
                    <a16:creationId xmlns:a16="http://schemas.microsoft.com/office/drawing/2014/main" id="{A83942C3-9426-6B52-66CA-CAF8B710C017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8" name="直接连接符 12447">
                <a:extLst>
                  <a:ext uri="{FF2B5EF4-FFF2-40B4-BE49-F238E27FC236}">
                    <a16:creationId xmlns:a16="http://schemas.microsoft.com/office/drawing/2014/main" id="{6F5ADF3C-73D5-BA9A-2D5B-02504BDC424C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9" name="直接连接符 12448">
                <a:extLst>
                  <a:ext uri="{FF2B5EF4-FFF2-40B4-BE49-F238E27FC236}">
                    <a16:creationId xmlns:a16="http://schemas.microsoft.com/office/drawing/2014/main" id="{4FFAC975-8844-9A10-3462-3430C64613C5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0" name="直接连接符 12449">
                <a:extLst>
                  <a:ext uri="{FF2B5EF4-FFF2-40B4-BE49-F238E27FC236}">
                    <a16:creationId xmlns:a16="http://schemas.microsoft.com/office/drawing/2014/main" id="{CFD1FD40-8C77-1DC4-1DB1-CC5585D2C6A9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1" name="直接连接符 12450">
                <a:extLst>
                  <a:ext uri="{FF2B5EF4-FFF2-40B4-BE49-F238E27FC236}">
                    <a16:creationId xmlns:a16="http://schemas.microsoft.com/office/drawing/2014/main" id="{81BF20C9-8329-3E20-08DE-DD60119C24E6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2" name="直接连接符 12451">
                <a:extLst>
                  <a:ext uri="{FF2B5EF4-FFF2-40B4-BE49-F238E27FC236}">
                    <a16:creationId xmlns:a16="http://schemas.microsoft.com/office/drawing/2014/main" id="{98D38538-1098-CF93-DB97-BE301AB7ACE9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3" name="直接连接符 12452">
                <a:extLst>
                  <a:ext uri="{FF2B5EF4-FFF2-40B4-BE49-F238E27FC236}">
                    <a16:creationId xmlns:a16="http://schemas.microsoft.com/office/drawing/2014/main" id="{81E64CA5-3A41-A46D-BD62-E02B87E5E4F0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4" name="直接连接符 12453">
                <a:extLst>
                  <a:ext uri="{FF2B5EF4-FFF2-40B4-BE49-F238E27FC236}">
                    <a16:creationId xmlns:a16="http://schemas.microsoft.com/office/drawing/2014/main" id="{55D20CAE-B1EE-D062-707D-B41A21F316B8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5" name="直接连接符 12454">
                <a:extLst>
                  <a:ext uri="{FF2B5EF4-FFF2-40B4-BE49-F238E27FC236}">
                    <a16:creationId xmlns:a16="http://schemas.microsoft.com/office/drawing/2014/main" id="{F3A5D413-F375-35FE-BD72-AE4F6BDD9670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6" name="直接连接符 12455">
                <a:extLst>
                  <a:ext uri="{FF2B5EF4-FFF2-40B4-BE49-F238E27FC236}">
                    <a16:creationId xmlns:a16="http://schemas.microsoft.com/office/drawing/2014/main" id="{6F1396FA-7D33-D466-7671-0303042B7436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3E6BCDA-A048-D253-1B87-2EAE3C8C76E9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AB6CF48A-AC9C-1C1C-FD90-2EA5450BC8FD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440563A1-752F-4A0D-EDE0-D909D51E8C4A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40B3432C-47CD-2079-684F-86E5753A68FB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32A128EC-4485-44B4-A05D-9D05D680F0EF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BD6DF640-7123-A773-8285-F06F1E454DE3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0E41B11B-5001-C285-F013-6E378826D43A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75DC47EB-B126-A9A7-55F0-4BA6D45F0371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40754AFC-C13C-6BCD-3600-A932C4B4910D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D07FE819-D7C6-2A10-6796-AE97B6B5E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  <p:sp>
        <p:nvSpPr>
          <p:cNvPr id="12387" name="文本框 12386">
            <a:extLst>
              <a:ext uri="{FF2B5EF4-FFF2-40B4-BE49-F238E27FC236}">
                <a16:creationId xmlns:a16="http://schemas.microsoft.com/office/drawing/2014/main" id="{1133A2D6-02FE-3D20-F6DB-CFC0D40B68CA}"/>
              </a:ext>
            </a:extLst>
          </p:cNvPr>
          <p:cNvSpPr txBox="1"/>
          <p:nvPr/>
        </p:nvSpPr>
        <p:spPr>
          <a:xfrm>
            <a:off x="2530477" y="442821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https://www.bilibili.com/video/BV1iHstefEaf?spm_id_from=333.788.videopod.sections&amp;vd_source=5b312e5aac65e2287383b8eb8444ed24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二者对比</a:t>
            </a:r>
          </a:p>
        </p:txBody>
      </p:sp>
    </p:spTree>
    <p:extLst>
      <p:ext uri="{BB962C8B-B14F-4D97-AF65-F5344CB8AC3E}">
        <p14:creationId xmlns:p14="http://schemas.microsoft.com/office/powerpoint/2010/main" val="3858491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2EEEA924-8E3D-4E19-80A9-424359C66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路径与连通性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6091DAFF-6C20-4A7E-822D-82CBFF06BE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9020" y="1441037"/>
            <a:ext cx="8461451" cy="4351338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dirty="0"/>
              <a:t>Def.  </a:t>
            </a:r>
            <a:r>
              <a:rPr lang="zh-CN" altLang="en-US" sz="2800" dirty="0"/>
              <a:t>无向图 </a:t>
            </a:r>
            <a:r>
              <a:rPr lang="en-US" altLang="zh-CN" sz="2800" dirty="0"/>
              <a:t>G = (V, E) </a:t>
            </a:r>
            <a:r>
              <a:rPr lang="zh-CN" altLang="en-US" sz="2800" dirty="0"/>
              <a:t>的一条</a:t>
            </a:r>
            <a:r>
              <a:rPr lang="zh-CN" altLang="en-US" sz="2800" dirty="0">
                <a:solidFill>
                  <a:schemeClr val="hlink"/>
                </a:solidFill>
              </a:rPr>
              <a:t>路径</a:t>
            </a:r>
            <a:r>
              <a:rPr lang="en-US" altLang="zh-CN" sz="2800" dirty="0"/>
              <a:t>P</a:t>
            </a:r>
            <a:r>
              <a:rPr lang="zh-CN" altLang="en-US" sz="2800" dirty="0"/>
              <a:t>定义为如下的结点序列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</a:t>
            </a:r>
            <a:r>
              <a:rPr lang="en-US" altLang="zh-CN" sz="2800" dirty="0">
                <a:latin typeface="Comic Sans MS" panose="030F0702030302020204" pitchFamily="66" charset="0"/>
              </a:rPr>
              <a:t>…</a:t>
            </a:r>
            <a:r>
              <a:rPr lang="en-US" altLang="zh-CN" sz="2800" dirty="0"/>
              <a:t>, v</a:t>
            </a:r>
            <a:r>
              <a:rPr lang="en-US" altLang="zh-CN" sz="2800" baseline="-25000" dirty="0"/>
              <a:t>k-1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k</a:t>
            </a:r>
            <a:r>
              <a:rPr lang="en-US" altLang="zh-CN" sz="2800" baseline="-25000" dirty="0"/>
              <a:t>，</a:t>
            </a:r>
            <a:r>
              <a:rPr lang="zh-CN" altLang="en-US" sz="2800" dirty="0"/>
              <a:t>其中 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, v</a:t>
            </a:r>
            <a:r>
              <a:rPr lang="en-US" altLang="zh-CN" sz="2800" baseline="-25000" dirty="0"/>
              <a:t>i+1</a:t>
            </a:r>
            <a:r>
              <a:rPr lang="en-US" altLang="zh-CN" sz="2800" dirty="0"/>
              <a:t> </a:t>
            </a:r>
            <a:r>
              <a:rPr lang="zh-CN" altLang="en-US" sz="2800" dirty="0"/>
              <a:t>是 </a:t>
            </a:r>
            <a:r>
              <a:rPr lang="en-US" altLang="zh-CN" sz="2800" dirty="0"/>
              <a:t>E</a:t>
            </a:r>
            <a:r>
              <a:rPr lang="zh-CN" altLang="en-US" sz="2800" dirty="0"/>
              <a:t>中的一条边. </a:t>
            </a:r>
            <a:r>
              <a:rPr lang="en-US" altLang="zh-CN" sz="2800" dirty="0"/>
              <a:t>P</a:t>
            </a:r>
            <a:r>
              <a:rPr lang="zh-CN" altLang="en-US" sz="2800" dirty="0"/>
              <a:t>被称为从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到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k</a:t>
            </a:r>
            <a:r>
              <a:rPr lang="zh-CN" altLang="en-US" sz="2800" dirty="0"/>
              <a:t>的路径。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dirty="0"/>
              <a:t>Def.  </a:t>
            </a:r>
            <a:r>
              <a:rPr lang="zh-CN" altLang="en-US" sz="2800" dirty="0"/>
              <a:t>如果一条路径</a:t>
            </a:r>
            <a:r>
              <a:rPr lang="zh-CN" altLang="en-US" sz="2800" dirty="0">
                <a:solidFill>
                  <a:schemeClr val="hlink"/>
                </a:solidFill>
              </a:rPr>
              <a:t>所有的结点</a:t>
            </a:r>
            <a:r>
              <a:rPr lang="zh-CN" altLang="en-US" sz="2800" dirty="0"/>
              <a:t>都是相互不同的，就称为</a:t>
            </a:r>
            <a:r>
              <a:rPr lang="zh-CN" altLang="en-US" sz="2800" dirty="0">
                <a:solidFill>
                  <a:schemeClr val="hlink"/>
                </a:solidFill>
              </a:rPr>
              <a:t>简单</a:t>
            </a:r>
            <a:r>
              <a:rPr lang="zh-CN" altLang="en-US" sz="2800" dirty="0"/>
              <a:t>的。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800" dirty="0"/>
              <a:t>Def.  </a:t>
            </a:r>
            <a:r>
              <a:rPr lang="zh-CN" altLang="en-US" sz="2800" dirty="0"/>
              <a:t>如果对于无向图中</a:t>
            </a:r>
            <a:r>
              <a:rPr lang="zh-CN" altLang="en-US" sz="2800" dirty="0">
                <a:solidFill>
                  <a:schemeClr val="hlink"/>
                </a:solidFill>
              </a:rPr>
              <a:t>任意两个顶点</a:t>
            </a:r>
            <a:r>
              <a:rPr lang="en-US" altLang="zh-CN" sz="2800" dirty="0" err="1">
                <a:solidFill>
                  <a:schemeClr val="hlink"/>
                </a:solidFill>
              </a:rPr>
              <a:t>u,v</a:t>
            </a:r>
            <a:r>
              <a:rPr lang="en-US" altLang="zh-CN" sz="2800" dirty="0">
                <a:solidFill>
                  <a:schemeClr val="hlink"/>
                </a:solidFill>
              </a:rPr>
              <a:t>, </a:t>
            </a:r>
            <a:r>
              <a:rPr lang="zh-CN" altLang="en-US" sz="2800" dirty="0">
                <a:solidFill>
                  <a:schemeClr val="hlink"/>
                </a:solidFill>
              </a:rPr>
              <a:t>都存在一条路径</a:t>
            </a:r>
            <a:r>
              <a:rPr lang="zh-CN" altLang="en-US" sz="2800" dirty="0"/>
              <a:t>，那么无向图被称为是</a:t>
            </a:r>
            <a:r>
              <a:rPr lang="zh-CN" altLang="en-US" sz="2800" dirty="0">
                <a:solidFill>
                  <a:schemeClr val="hlink"/>
                </a:solidFill>
              </a:rPr>
              <a:t>连通</a:t>
            </a:r>
            <a:r>
              <a:rPr lang="zh-CN" altLang="en-US" sz="2800" dirty="0"/>
              <a:t>的</a:t>
            </a:r>
            <a:r>
              <a:rPr lang="en-US" altLang="zh-CN" sz="2800" dirty="0"/>
              <a:t>.</a:t>
            </a:r>
            <a:endParaRPr lang="zh-CN" altLang="en-US" sz="2800" dirty="0"/>
          </a:p>
        </p:txBody>
      </p:sp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6734E165-31C4-45B7-838A-B6C5327F1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8AEA6D-F523-4ED2-B36B-27F66AD0B506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6DB2C6B-C5C3-82D5-83E9-762D48F8070A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54BCDF2-89E8-8C06-D8C6-AFE2BC47D909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13508AC0-72F1-0EB4-7260-11F0BD600540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BD12B5D-D844-7B2A-B097-278B101AE4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C419885-5B13-26CF-388D-1153A0043538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3C80467-14A0-F158-FA90-6610B078ECC7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F7844B0-5255-24EE-F2C9-7E76E2E9AC22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F9B49E7A-4FCF-B4A7-1CA6-944960A734F6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0C7920AB-E3FC-715D-B833-AC8E2C3C3DA3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5873F4F3-2DC1-A192-7F43-126CD83DC0DF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9CA18EB5-551E-4BA4-F25B-155467FDD483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B3E766E3-2ED5-9279-CF67-E735754A48FB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54E63745-39CC-11F6-EAC9-1306EEACE83E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E25E98C-BF1F-A6EF-3788-351D52204FA4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81048F07-5CC3-B9D5-9590-D07A76604273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FD1076F0-E83B-AF6C-3A7D-3FE5CF73BB63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894D3A84-CEB8-8126-54D8-2FC3FBF3D45E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2A722BFD-2B32-58DB-72D2-315ACAE8FD0F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A35193D9-DDFD-7405-B6E7-4D56DFACCBCC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781A0A2-AD49-F6EA-0193-D2F1507CB72D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83352E07-CBE9-0299-339F-05A880D3CE25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A0733B87-2106-1690-F09E-2A5E97333CFB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E3A2BF15-BF51-89A1-090E-94F54ED25151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0191A3B2-BBEB-0B7A-8A2E-43FF310A919E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D81C5AD-87E5-FF01-6300-DC260D4FD8FC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4565EC9-FBCF-C300-9E6B-10E2A277E880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93C81399-0EA0-36EE-62CD-1013EC44647F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967CD14E-B400-CEB0-DEC2-2B4D355D3793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DC7E4D0F-C9E8-EA79-EBDA-841A973041AF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8EDBABE9-E261-66C7-F4D9-7C847BF91C20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784CEE74-0C7C-B552-1A1C-A3582E7C39E2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A63306A9-FBB6-30A1-F0B9-056D8DCC2F37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7FADDFEF-16A4-F28F-C3F1-8D1D744325F7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89F1F5DE-D78B-4638-C29C-697503C5836A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19D041FC-A11A-8943-CA81-A7829D64AA68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6406CAD1-19B0-44A8-B13D-CC9887DC37F7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8BBEBFCE-BB47-801A-4326-55567155B7D9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7CA45E33-A702-FB61-878F-5D5B18916B38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8AAD0D38-2260-A054-800F-7C8C2DBBC09F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6937D6CB-68C8-D7EC-A158-30F7621CC6EC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CD971864-998F-038F-BC20-59D032200BBB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AB267928-521F-D4A3-BF04-45468D64F9ED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A528BB74-EC97-36B8-EA9F-8129C615F8D0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7247ADAC-0BED-3A4E-B83C-2134E32DE114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A0942D27-8884-C14F-3AE7-DF0997990E1B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13C1E4E9-0E9A-7456-5E9B-57B994D64AC3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ED29E3E2-9C52-EFC0-B581-6D8E1B055F60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D0BCA96D-260E-BAEC-5FC5-B2B16AEF19DE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D09813F6-77C3-86ED-77A1-C1252F789FAB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726A47A6-4BA3-62E2-1DA1-02CFEBD72AE5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176FD11B-F64D-626A-4408-20491F92D751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9CC39720-6AC2-D200-54D0-587E6936CD03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12" name="直接连接符 13311">
                <a:extLst>
                  <a:ext uri="{FF2B5EF4-FFF2-40B4-BE49-F238E27FC236}">
                    <a16:creationId xmlns:a16="http://schemas.microsoft.com/office/drawing/2014/main" id="{84F1E80D-5191-2198-7C75-431E13CE7449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13" name="直接连接符 13312">
                <a:extLst>
                  <a:ext uri="{FF2B5EF4-FFF2-40B4-BE49-F238E27FC236}">
                    <a16:creationId xmlns:a16="http://schemas.microsoft.com/office/drawing/2014/main" id="{DD0A7CE1-14DC-D855-5978-878DAA76EF66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17" name="直接连接符 13316">
                <a:extLst>
                  <a:ext uri="{FF2B5EF4-FFF2-40B4-BE49-F238E27FC236}">
                    <a16:creationId xmlns:a16="http://schemas.microsoft.com/office/drawing/2014/main" id="{7BD2CC48-BB72-8A0E-1A64-633161A96271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18" name="直接连接符 13317">
                <a:extLst>
                  <a:ext uri="{FF2B5EF4-FFF2-40B4-BE49-F238E27FC236}">
                    <a16:creationId xmlns:a16="http://schemas.microsoft.com/office/drawing/2014/main" id="{5A63C50E-663B-F113-46ED-ECACA509E8C8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19" name="直接连接符 13318">
                <a:extLst>
                  <a:ext uri="{FF2B5EF4-FFF2-40B4-BE49-F238E27FC236}">
                    <a16:creationId xmlns:a16="http://schemas.microsoft.com/office/drawing/2014/main" id="{95472845-E70E-E5F5-8AA4-6140A210A7C5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0" name="直接连接符 13319">
                <a:extLst>
                  <a:ext uri="{FF2B5EF4-FFF2-40B4-BE49-F238E27FC236}">
                    <a16:creationId xmlns:a16="http://schemas.microsoft.com/office/drawing/2014/main" id="{DA22E82E-5408-F2CC-4396-33E62880DEF0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1" name="直接连接符 13320">
                <a:extLst>
                  <a:ext uri="{FF2B5EF4-FFF2-40B4-BE49-F238E27FC236}">
                    <a16:creationId xmlns:a16="http://schemas.microsoft.com/office/drawing/2014/main" id="{AE9D7012-1A9E-1BA2-749C-4CC1B31CBBE4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2" name="直接连接符 13321">
                <a:extLst>
                  <a:ext uri="{FF2B5EF4-FFF2-40B4-BE49-F238E27FC236}">
                    <a16:creationId xmlns:a16="http://schemas.microsoft.com/office/drawing/2014/main" id="{CF51EC6D-81D6-8E30-E909-7AF0CE982580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3" name="直接连接符 13322">
                <a:extLst>
                  <a:ext uri="{FF2B5EF4-FFF2-40B4-BE49-F238E27FC236}">
                    <a16:creationId xmlns:a16="http://schemas.microsoft.com/office/drawing/2014/main" id="{01940FFA-C2EB-3067-1FAE-D63222D295D8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4" name="直接连接符 13323">
                <a:extLst>
                  <a:ext uri="{FF2B5EF4-FFF2-40B4-BE49-F238E27FC236}">
                    <a16:creationId xmlns:a16="http://schemas.microsoft.com/office/drawing/2014/main" id="{B0EEE1E5-93BE-1250-5C6D-9D42DD82B5E1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5" name="直接连接符 13324">
                <a:extLst>
                  <a:ext uri="{FF2B5EF4-FFF2-40B4-BE49-F238E27FC236}">
                    <a16:creationId xmlns:a16="http://schemas.microsoft.com/office/drawing/2014/main" id="{BE8C1533-F9C5-82DC-D864-9D9881EA2088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6" name="直接连接符 13325">
                <a:extLst>
                  <a:ext uri="{FF2B5EF4-FFF2-40B4-BE49-F238E27FC236}">
                    <a16:creationId xmlns:a16="http://schemas.microsoft.com/office/drawing/2014/main" id="{B8FC5D92-20C4-FC85-BEBA-C4305754D689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7" name="直接连接符 13326">
                <a:extLst>
                  <a:ext uri="{FF2B5EF4-FFF2-40B4-BE49-F238E27FC236}">
                    <a16:creationId xmlns:a16="http://schemas.microsoft.com/office/drawing/2014/main" id="{F049A52A-256B-8F2F-9677-58E917A8304D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8" name="直接连接符 13327">
                <a:extLst>
                  <a:ext uri="{FF2B5EF4-FFF2-40B4-BE49-F238E27FC236}">
                    <a16:creationId xmlns:a16="http://schemas.microsoft.com/office/drawing/2014/main" id="{EF2E37D4-CF51-4EE2-BD0B-4AF85F7B0608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9" name="直接连接符 13328">
                <a:extLst>
                  <a:ext uri="{FF2B5EF4-FFF2-40B4-BE49-F238E27FC236}">
                    <a16:creationId xmlns:a16="http://schemas.microsoft.com/office/drawing/2014/main" id="{A082E18F-190F-C064-8366-F103411B1306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0" name="直接连接符 13329">
                <a:extLst>
                  <a:ext uri="{FF2B5EF4-FFF2-40B4-BE49-F238E27FC236}">
                    <a16:creationId xmlns:a16="http://schemas.microsoft.com/office/drawing/2014/main" id="{599FC1B4-17B0-F6CD-162E-4B4A105F05FB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1" name="直接连接符 13330">
                <a:extLst>
                  <a:ext uri="{FF2B5EF4-FFF2-40B4-BE49-F238E27FC236}">
                    <a16:creationId xmlns:a16="http://schemas.microsoft.com/office/drawing/2014/main" id="{560ACAC4-A2A6-3C0A-7374-A3C34156B2B2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2" name="直接连接符 13331">
                <a:extLst>
                  <a:ext uri="{FF2B5EF4-FFF2-40B4-BE49-F238E27FC236}">
                    <a16:creationId xmlns:a16="http://schemas.microsoft.com/office/drawing/2014/main" id="{32410C0A-BF4F-5369-A2EB-DC24D5A2BC93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3" name="直接连接符 13332">
                <a:extLst>
                  <a:ext uri="{FF2B5EF4-FFF2-40B4-BE49-F238E27FC236}">
                    <a16:creationId xmlns:a16="http://schemas.microsoft.com/office/drawing/2014/main" id="{F99FB829-52AC-5716-9218-9B4D2771EF1A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4" name="直接连接符 13333">
                <a:extLst>
                  <a:ext uri="{FF2B5EF4-FFF2-40B4-BE49-F238E27FC236}">
                    <a16:creationId xmlns:a16="http://schemas.microsoft.com/office/drawing/2014/main" id="{0CCDF663-9428-C114-D59E-D5E275BEC376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5" name="直接连接符 13334">
                <a:extLst>
                  <a:ext uri="{FF2B5EF4-FFF2-40B4-BE49-F238E27FC236}">
                    <a16:creationId xmlns:a16="http://schemas.microsoft.com/office/drawing/2014/main" id="{7E2E6A2D-DAE4-063B-92ED-69543DF77380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6" name="直接连接符 13335">
                <a:extLst>
                  <a:ext uri="{FF2B5EF4-FFF2-40B4-BE49-F238E27FC236}">
                    <a16:creationId xmlns:a16="http://schemas.microsoft.com/office/drawing/2014/main" id="{11BF5E85-75FC-09C0-E587-C5AC162C3EA2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7" name="直接连接符 13336">
                <a:extLst>
                  <a:ext uri="{FF2B5EF4-FFF2-40B4-BE49-F238E27FC236}">
                    <a16:creationId xmlns:a16="http://schemas.microsoft.com/office/drawing/2014/main" id="{1060A3BC-9F70-8ECE-D26F-9A420EE5BAAE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8" name="直接连接符 13337">
                <a:extLst>
                  <a:ext uri="{FF2B5EF4-FFF2-40B4-BE49-F238E27FC236}">
                    <a16:creationId xmlns:a16="http://schemas.microsoft.com/office/drawing/2014/main" id="{F82FEA0E-BBDC-1EA2-B281-D435A7CE41DE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9" name="直接连接符 13338">
                <a:extLst>
                  <a:ext uri="{FF2B5EF4-FFF2-40B4-BE49-F238E27FC236}">
                    <a16:creationId xmlns:a16="http://schemas.microsoft.com/office/drawing/2014/main" id="{7D9ACB69-D81F-2958-20FA-28E3B0353FC0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0" name="直接连接符 13339">
                <a:extLst>
                  <a:ext uri="{FF2B5EF4-FFF2-40B4-BE49-F238E27FC236}">
                    <a16:creationId xmlns:a16="http://schemas.microsoft.com/office/drawing/2014/main" id="{03E402E2-51A5-EB2C-2CBF-5738D96D7F28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1" name="直接连接符 13340">
                <a:extLst>
                  <a:ext uri="{FF2B5EF4-FFF2-40B4-BE49-F238E27FC236}">
                    <a16:creationId xmlns:a16="http://schemas.microsoft.com/office/drawing/2014/main" id="{386D0822-94C8-FB4E-8657-3116A58ADFA0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2" name="直接连接符 13341">
                <a:extLst>
                  <a:ext uri="{FF2B5EF4-FFF2-40B4-BE49-F238E27FC236}">
                    <a16:creationId xmlns:a16="http://schemas.microsoft.com/office/drawing/2014/main" id="{9D3EBCAF-1A37-3DED-034B-E9A84D6A33C3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3" name="直接连接符 13342">
                <a:extLst>
                  <a:ext uri="{FF2B5EF4-FFF2-40B4-BE49-F238E27FC236}">
                    <a16:creationId xmlns:a16="http://schemas.microsoft.com/office/drawing/2014/main" id="{41070FC4-99CC-624B-A556-532A0906D1BE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4" name="直接连接符 13343">
                <a:extLst>
                  <a:ext uri="{FF2B5EF4-FFF2-40B4-BE49-F238E27FC236}">
                    <a16:creationId xmlns:a16="http://schemas.microsoft.com/office/drawing/2014/main" id="{D0C4245C-F6FA-173B-F7D3-3B5663F27E29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5" name="直接连接符 13344">
                <a:extLst>
                  <a:ext uri="{FF2B5EF4-FFF2-40B4-BE49-F238E27FC236}">
                    <a16:creationId xmlns:a16="http://schemas.microsoft.com/office/drawing/2014/main" id="{69CF9CF3-D1E7-8A2E-B26B-25D40F26C1E6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6" name="直接连接符 13345">
                <a:extLst>
                  <a:ext uri="{FF2B5EF4-FFF2-40B4-BE49-F238E27FC236}">
                    <a16:creationId xmlns:a16="http://schemas.microsoft.com/office/drawing/2014/main" id="{09B65A61-7124-1F81-9FA8-1E8C15DF8CEF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7" name="直接连接符 13346">
                <a:extLst>
                  <a:ext uri="{FF2B5EF4-FFF2-40B4-BE49-F238E27FC236}">
                    <a16:creationId xmlns:a16="http://schemas.microsoft.com/office/drawing/2014/main" id="{D8BEA42E-FE57-BD10-6554-2C332C3D6065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8" name="直接连接符 13347">
                <a:extLst>
                  <a:ext uri="{FF2B5EF4-FFF2-40B4-BE49-F238E27FC236}">
                    <a16:creationId xmlns:a16="http://schemas.microsoft.com/office/drawing/2014/main" id="{ED365357-F8FB-7160-7FBC-37B5438365CE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9" name="直接连接符 13348">
                <a:extLst>
                  <a:ext uri="{FF2B5EF4-FFF2-40B4-BE49-F238E27FC236}">
                    <a16:creationId xmlns:a16="http://schemas.microsoft.com/office/drawing/2014/main" id="{AD8C453C-6667-309B-4645-68A6341F2D3A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0" name="直接连接符 13349">
                <a:extLst>
                  <a:ext uri="{FF2B5EF4-FFF2-40B4-BE49-F238E27FC236}">
                    <a16:creationId xmlns:a16="http://schemas.microsoft.com/office/drawing/2014/main" id="{F03B39CF-519B-2D19-98DE-3BAEC1E24288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1" name="直接连接符 13350">
                <a:extLst>
                  <a:ext uri="{FF2B5EF4-FFF2-40B4-BE49-F238E27FC236}">
                    <a16:creationId xmlns:a16="http://schemas.microsoft.com/office/drawing/2014/main" id="{A196C6EF-DAC1-42AF-DD76-C51CAEC10197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2" name="直接连接符 13351">
                <a:extLst>
                  <a:ext uri="{FF2B5EF4-FFF2-40B4-BE49-F238E27FC236}">
                    <a16:creationId xmlns:a16="http://schemas.microsoft.com/office/drawing/2014/main" id="{32EE4016-CD45-A0A6-78E5-55FDD8935153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3" name="直接连接符 13352">
                <a:extLst>
                  <a:ext uri="{FF2B5EF4-FFF2-40B4-BE49-F238E27FC236}">
                    <a16:creationId xmlns:a16="http://schemas.microsoft.com/office/drawing/2014/main" id="{7037EF0D-B9A8-E82B-7945-D26295617FED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4" name="直接连接符 13353">
                <a:extLst>
                  <a:ext uri="{FF2B5EF4-FFF2-40B4-BE49-F238E27FC236}">
                    <a16:creationId xmlns:a16="http://schemas.microsoft.com/office/drawing/2014/main" id="{61F0AD68-7DDD-EC28-36F9-2170407C275C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5" name="直接连接符 13354">
                <a:extLst>
                  <a:ext uri="{FF2B5EF4-FFF2-40B4-BE49-F238E27FC236}">
                    <a16:creationId xmlns:a16="http://schemas.microsoft.com/office/drawing/2014/main" id="{0EE21B7B-0B8A-6A4A-C11C-C1F0880AC42E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6" name="直接连接符 13355">
                <a:extLst>
                  <a:ext uri="{FF2B5EF4-FFF2-40B4-BE49-F238E27FC236}">
                    <a16:creationId xmlns:a16="http://schemas.microsoft.com/office/drawing/2014/main" id="{8F7F0A9D-A655-BB12-77BC-01B2789D364F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7" name="直接连接符 13356">
                <a:extLst>
                  <a:ext uri="{FF2B5EF4-FFF2-40B4-BE49-F238E27FC236}">
                    <a16:creationId xmlns:a16="http://schemas.microsoft.com/office/drawing/2014/main" id="{5BB9B924-7BD5-6026-0979-0626BCCDD875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8" name="直接连接符 13357">
                <a:extLst>
                  <a:ext uri="{FF2B5EF4-FFF2-40B4-BE49-F238E27FC236}">
                    <a16:creationId xmlns:a16="http://schemas.microsoft.com/office/drawing/2014/main" id="{A2470FD8-D01F-60E1-7440-49E9284767F3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9" name="直接连接符 13358">
                <a:extLst>
                  <a:ext uri="{FF2B5EF4-FFF2-40B4-BE49-F238E27FC236}">
                    <a16:creationId xmlns:a16="http://schemas.microsoft.com/office/drawing/2014/main" id="{8B4654E1-BD68-CC14-1040-B76DAF376045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60" name="直接连接符 13359">
                <a:extLst>
                  <a:ext uri="{FF2B5EF4-FFF2-40B4-BE49-F238E27FC236}">
                    <a16:creationId xmlns:a16="http://schemas.microsoft.com/office/drawing/2014/main" id="{ED81F7C8-AA99-4132-FA49-589DB66520D5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61" name="直接连接符 13360">
                <a:extLst>
                  <a:ext uri="{FF2B5EF4-FFF2-40B4-BE49-F238E27FC236}">
                    <a16:creationId xmlns:a16="http://schemas.microsoft.com/office/drawing/2014/main" id="{1C7EB18A-1D07-2D63-E65A-993DD2CA43EA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62" name="直接连接符 13361">
                <a:extLst>
                  <a:ext uri="{FF2B5EF4-FFF2-40B4-BE49-F238E27FC236}">
                    <a16:creationId xmlns:a16="http://schemas.microsoft.com/office/drawing/2014/main" id="{6DD06D12-3E17-85D6-CC5C-A8FF1EFA96DB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63" name="直接连接符 13362">
                <a:extLst>
                  <a:ext uri="{FF2B5EF4-FFF2-40B4-BE49-F238E27FC236}">
                    <a16:creationId xmlns:a16="http://schemas.microsoft.com/office/drawing/2014/main" id="{71C0901C-3602-AA07-F53F-0CD8D7BFCE2D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64" name="直接连接符 13363">
                <a:extLst>
                  <a:ext uri="{FF2B5EF4-FFF2-40B4-BE49-F238E27FC236}">
                    <a16:creationId xmlns:a16="http://schemas.microsoft.com/office/drawing/2014/main" id="{4A3B4701-5693-EEDC-8BA2-1160739D8790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65" name="直接连接符 13364">
                <a:extLst>
                  <a:ext uri="{FF2B5EF4-FFF2-40B4-BE49-F238E27FC236}">
                    <a16:creationId xmlns:a16="http://schemas.microsoft.com/office/drawing/2014/main" id="{A6A178EA-11C1-0202-1E76-C92C6426FB55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66" name="直接连接符 13365">
                <a:extLst>
                  <a:ext uri="{FF2B5EF4-FFF2-40B4-BE49-F238E27FC236}">
                    <a16:creationId xmlns:a16="http://schemas.microsoft.com/office/drawing/2014/main" id="{B4EDD4D9-C73B-6AD2-2FD6-CA9B742DA34E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67" name="直接连接符 13366">
                <a:extLst>
                  <a:ext uri="{FF2B5EF4-FFF2-40B4-BE49-F238E27FC236}">
                    <a16:creationId xmlns:a16="http://schemas.microsoft.com/office/drawing/2014/main" id="{E53065C0-9766-5430-D1A5-E0412E4EACCE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68" name="直接连接符 13367">
                <a:extLst>
                  <a:ext uri="{FF2B5EF4-FFF2-40B4-BE49-F238E27FC236}">
                    <a16:creationId xmlns:a16="http://schemas.microsoft.com/office/drawing/2014/main" id="{D02333FE-C2AC-37D0-F21F-76550CC2CD3D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69" name="直接连接符 13368">
                <a:extLst>
                  <a:ext uri="{FF2B5EF4-FFF2-40B4-BE49-F238E27FC236}">
                    <a16:creationId xmlns:a16="http://schemas.microsoft.com/office/drawing/2014/main" id="{670DF594-4814-B591-C85E-4B901A6B2F99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70" name="直接连接符 13369">
                <a:extLst>
                  <a:ext uri="{FF2B5EF4-FFF2-40B4-BE49-F238E27FC236}">
                    <a16:creationId xmlns:a16="http://schemas.microsoft.com/office/drawing/2014/main" id="{5430C29B-7D4C-CC04-9540-52ED56D7D89C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71" name="直接连接符 13370">
                <a:extLst>
                  <a:ext uri="{FF2B5EF4-FFF2-40B4-BE49-F238E27FC236}">
                    <a16:creationId xmlns:a16="http://schemas.microsoft.com/office/drawing/2014/main" id="{3472D907-74FC-0C53-8982-8BE8003465EE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72" name="直接连接符 13371">
                <a:extLst>
                  <a:ext uri="{FF2B5EF4-FFF2-40B4-BE49-F238E27FC236}">
                    <a16:creationId xmlns:a16="http://schemas.microsoft.com/office/drawing/2014/main" id="{B49C36D3-13B5-AA90-DA5A-1C9A76A61F82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73" name="直接连接符 13372">
                <a:extLst>
                  <a:ext uri="{FF2B5EF4-FFF2-40B4-BE49-F238E27FC236}">
                    <a16:creationId xmlns:a16="http://schemas.microsoft.com/office/drawing/2014/main" id="{00DB448B-B95B-92CC-CB38-E078980FC798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74" name="直接连接符 13373">
                <a:extLst>
                  <a:ext uri="{FF2B5EF4-FFF2-40B4-BE49-F238E27FC236}">
                    <a16:creationId xmlns:a16="http://schemas.microsoft.com/office/drawing/2014/main" id="{41F57640-7C6B-D019-3683-D944FD421269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75" name="直接连接符 13374">
                <a:extLst>
                  <a:ext uri="{FF2B5EF4-FFF2-40B4-BE49-F238E27FC236}">
                    <a16:creationId xmlns:a16="http://schemas.microsoft.com/office/drawing/2014/main" id="{02DC1CE6-CF1D-B701-31A9-AB7A4B5ACA90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76" name="直接连接符 13375">
                <a:extLst>
                  <a:ext uri="{FF2B5EF4-FFF2-40B4-BE49-F238E27FC236}">
                    <a16:creationId xmlns:a16="http://schemas.microsoft.com/office/drawing/2014/main" id="{9E85D2A7-CFB3-8FAC-98DB-E5156C9E83E2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77" name="直接连接符 13376">
                <a:extLst>
                  <a:ext uri="{FF2B5EF4-FFF2-40B4-BE49-F238E27FC236}">
                    <a16:creationId xmlns:a16="http://schemas.microsoft.com/office/drawing/2014/main" id="{2BDB7D17-7E01-5261-C194-25FA88539CC6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78" name="直接连接符 13377">
                <a:extLst>
                  <a:ext uri="{FF2B5EF4-FFF2-40B4-BE49-F238E27FC236}">
                    <a16:creationId xmlns:a16="http://schemas.microsoft.com/office/drawing/2014/main" id="{4761D813-6550-7B57-AA7C-EA2FA511527E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79" name="直接连接符 13378">
                <a:extLst>
                  <a:ext uri="{FF2B5EF4-FFF2-40B4-BE49-F238E27FC236}">
                    <a16:creationId xmlns:a16="http://schemas.microsoft.com/office/drawing/2014/main" id="{304D6D8F-2412-F237-DC35-EC7F0D2066B2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80" name="直接连接符 13379">
                <a:extLst>
                  <a:ext uri="{FF2B5EF4-FFF2-40B4-BE49-F238E27FC236}">
                    <a16:creationId xmlns:a16="http://schemas.microsoft.com/office/drawing/2014/main" id="{F20A1D30-EA18-216F-6F46-518FDCAF00F9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81" name="直接连接符 13380">
                <a:extLst>
                  <a:ext uri="{FF2B5EF4-FFF2-40B4-BE49-F238E27FC236}">
                    <a16:creationId xmlns:a16="http://schemas.microsoft.com/office/drawing/2014/main" id="{2398B35F-309C-5CBE-76A8-9D8D017D659E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82" name="直接连接符 13381">
                <a:extLst>
                  <a:ext uri="{FF2B5EF4-FFF2-40B4-BE49-F238E27FC236}">
                    <a16:creationId xmlns:a16="http://schemas.microsoft.com/office/drawing/2014/main" id="{1F36DAFF-4BAF-E507-E47A-1A9544A68AFA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83" name="直接连接符 13382">
                <a:extLst>
                  <a:ext uri="{FF2B5EF4-FFF2-40B4-BE49-F238E27FC236}">
                    <a16:creationId xmlns:a16="http://schemas.microsoft.com/office/drawing/2014/main" id="{ED45CE70-BE7E-ECFB-146E-3C879467764D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17CE0A38-E2ED-F9AA-7366-D52EFE4D44D0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FC36EDBF-DC2E-921B-153D-C090AF66FDE5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B532F567-D464-2A81-9A6D-8D930CC05D54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D2A74C14-2A44-DFB9-09C5-A2C256F93D08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97870EBA-C39C-8D7C-4F86-0CD5623A5278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76DDC5CD-F9A5-E33F-6B7C-033025635C61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D02D5630-55DE-8ED5-6C67-C142EC160071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7485FA43-B8F7-DDD0-8C15-1665939D1C5D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C2AE84C8-0305-4F2F-CB3F-0A6EE621C319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6FE0DD8-A643-9C48-60E0-567E29E18F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E6C20308-41D9-4032-9275-3498FAD4C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圈的定义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E25261F3-3B50-441A-A4C4-8F465419BC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5869" y="1429765"/>
            <a:ext cx="8485987" cy="491747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dirty="0"/>
              <a:t>Def. </a:t>
            </a:r>
            <a:r>
              <a:rPr lang="zh-CN" altLang="en-US" sz="2800" dirty="0"/>
              <a:t>如果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k</a:t>
            </a:r>
            <a:r>
              <a:rPr lang="en-US" altLang="zh-CN" sz="2800" dirty="0"/>
              <a:t>, </a:t>
            </a:r>
            <a:r>
              <a:rPr lang="en-US" altLang="zh-CN" sz="2800" dirty="0">
                <a:solidFill>
                  <a:schemeClr val="hlink"/>
                </a:solidFill>
              </a:rPr>
              <a:t>k &gt; 2，</a:t>
            </a:r>
            <a:r>
              <a:rPr lang="zh-CN" altLang="en-US" sz="2800" dirty="0">
                <a:solidFill>
                  <a:schemeClr val="hlink"/>
                </a:solidFill>
              </a:rPr>
              <a:t>而且前</a:t>
            </a:r>
            <a:r>
              <a:rPr lang="en-US" altLang="zh-CN" sz="2800" dirty="0">
                <a:solidFill>
                  <a:schemeClr val="hlink"/>
                </a:solidFill>
              </a:rPr>
              <a:t>k-1</a:t>
            </a:r>
            <a:r>
              <a:rPr lang="zh-CN" altLang="en-US" sz="2800" dirty="0">
                <a:solidFill>
                  <a:schemeClr val="hlink"/>
                </a:solidFill>
              </a:rPr>
              <a:t>个顶点两两不同</a:t>
            </a:r>
            <a:r>
              <a:rPr lang="en-US" altLang="zh-CN" sz="2800" dirty="0"/>
              <a:t>, </a:t>
            </a:r>
            <a:r>
              <a:rPr lang="zh-CN" altLang="en-US" sz="2800" dirty="0"/>
              <a:t>路径 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</a:t>
            </a:r>
            <a:r>
              <a:rPr lang="en-US" altLang="zh-CN" sz="2800" dirty="0">
                <a:latin typeface="Comic Sans MS" panose="030F0702030302020204" pitchFamily="66" charset="0"/>
              </a:rPr>
              <a:t>…</a:t>
            </a:r>
            <a:r>
              <a:rPr lang="en-US" altLang="zh-CN" sz="2800" dirty="0"/>
              <a:t>, v</a:t>
            </a:r>
            <a:r>
              <a:rPr lang="en-US" altLang="zh-CN" sz="2800" baseline="-25000" dirty="0"/>
              <a:t>k-1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k</a:t>
            </a:r>
            <a:r>
              <a:rPr lang="en-US" altLang="zh-CN" sz="2800" dirty="0"/>
              <a:t> </a:t>
            </a:r>
            <a:r>
              <a:rPr lang="zh-CN" altLang="en-US" sz="2800" dirty="0"/>
              <a:t>被称为一个</a:t>
            </a:r>
            <a:r>
              <a:rPr lang="zh-CN" altLang="en-US" sz="2800" dirty="0">
                <a:solidFill>
                  <a:schemeClr val="hlink"/>
                </a:solidFill>
              </a:rPr>
              <a:t>圈</a:t>
            </a:r>
            <a:r>
              <a:rPr lang="zh-CN" altLang="en-US" sz="2800" dirty="0"/>
              <a:t>(</a:t>
            </a:r>
            <a:r>
              <a:rPr lang="en-US" altLang="zh-CN" sz="2800" dirty="0"/>
              <a:t>Cycle)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定义 </a:t>
            </a:r>
            <a:r>
              <a:rPr lang="en-US" altLang="zh-CN" sz="2800" dirty="0"/>
              <a:t>(3 - 5)</a:t>
            </a:r>
            <a:r>
              <a:rPr lang="zh-CN" altLang="en-US" sz="2800" dirty="0"/>
              <a:t>：如果一个环中的所有节点都互不相同（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和</a:t>
            </a:r>
            <a:r>
              <a:rPr lang="en-US" altLang="zh-CN" sz="2800" dirty="0"/>
              <a:t> 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k</a:t>
            </a:r>
            <a:r>
              <a:rPr lang="zh-CN" altLang="en-US" sz="2800" dirty="0"/>
              <a:t>除外）</a:t>
            </a:r>
            <a:r>
              <a:rPr lang="en-US" altLang="zh-CN" sz="2800" dirty="0"/>
              <a:t>, </a:t>
            </a:r>
            <a:r>
              <a:rPr lang="zh-CN" altLang="en-US" sz="2800" dirty="0"/>
              <a:t>那么这个圈是</a:t>
            </a:r>
            <a:r>
              <a:rPr lang="zh-CN" altLang="en-US" sz="2800" dirty="0">
                <a:solidFill>
                  <a:schemeClr val="hlink"/>
                </a:solidFill>
              </a:rPr>
              <a:t>简单的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3EA87FFE-BD9D-4453-8725-F074D1C43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862" y="5982118"/>
            <a:ext cx="2057400" cy="365125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6369A3-7886-43DE-80A5-A28E93FABE87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CN" sz="1400"/>
          </a:p>
        </p:txBody>
      </p:sp>
      <p:pic>
        <p:nvPicPr>
          <p:cNvPr id="14341" name="Picture 4" descr="kleinberg_03F02">
            <a:extLst>
              <a:ext uri="{FF2B5EF4-FFF2-40B4-BE49-F238E27FC236}">
                <a16:creationId xmlns:a16="http://schemas.microsoft.com/office/drawing/2014/main" id="{7BAEC21B-EEA9-41F4-949C-F6D527745E00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2" r="43379" b="20930"/>
          <a:stretch>
            <a:fillRect/>
          </a:stretch>
        </p:blipFill>
        <p:spPr bwMode="auto">
          <a:xfrm>
            <a:off x="1696764" y="2630952"/>
            <a:ext cx="2232248" cy="2080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3" name="Rectangle 5">
            <a:extLst>
              <a:ext uri="{FF2B5EF4-FFF2-40B4-BE49-F238E27FC236}">
                <a16:creationId xmlns:a16="http://schemas.microsoft.com/office/drawing/2014/main" id="{EA9EA1BD-0AD9-48B0-BC84-E78DA37C2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8263" y="3386474"/>
            <a:ext cx="3201197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Comic Sans MS" panose="030F0702030302020204" pitchFamily="66" charset="0"/>
              </a:rPr>
              <a:t>cycle C = 1-2-4-5-3-1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382D539-4E40-7D32-8211-DD753F216A6C}"/>
              </a:ext>
            </a:extLst>
          </p:cNvPr>
          <p:cNvCxnSpPr/>
          <p:nvPr/>
        </p:nvCxnSpPr>
        <p:spPr bwMode="auto">
          <a:xfrm flipH="1">
            <a:off x="2026335" y="3027345"/>
            <a:ext cx="767806" cy="100998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EAA3B8A-7046-3026-6630-228B59295AF1}"/>
              </a:ext>
            </a:extLst>
          </p:cNvPr>
          <p:cNvCxnSpPr/>
          <p:nvPr/>
        </p:nvCxnSpPr>
        <p:spPr bwMode="auto">
          <a:xfrm flipH="1">
            <a:off x="2026335" y="4037332"/>
            <a:ext cx="76780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04C04E2-E9BD-5FC0-48B1-53BC28F7C2B7}"/>
              </a:ext>
            </a:extLst>
          </p:cNvPr>
          <p:cNvCxnSpPr/>
          <p:nvPr/>
        </p:nvCxnSpPr>
        <p:spPr bwMode="auto">
          <a:xfrm flipH="1">
            <a:off x="2778567" y="3502416"/>
            <a:ext cx="397998" cy="49839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B3C522B-3785-733D-1CDD-715EDEAA896A}"/>
              </a:ext>
            </a:extLst>
          </p:cNvPr>
          <p:cNvCxnSpPr/>
          <p:nvPr/>
        </p:nvCxnSpPr>
        <p:spPr bwMode="auto">
          <a:xfrm flipH="1" flipV="1">
            <a:off x="2794143" y="3027345"/>
            <a:ext cx="351275" cy="47507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B9070E9-52F4-109D-D94E-D60CE939BE41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7F5B9B9-800A-707E-1AB1-606AA3DB0D4A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60BCE78-DA07-34B8-0AB4-DA9C4F8141CB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5" name="图片 34">
            <a:extLst>
              <a:ext uri="{FF2B5EF4-FFF2-40B4-BE49-F238E27FC236}">
                <a16:creationId xmlns:a16="http://schemas.microsoft.com/office/drawing/2014/main" id="{EEF9EEFC-73C3-AAE1-E53D-F66937CEE6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6280344-2CD8-458E-FC12-9A9E976B7FEF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118FFDD-238D-42B3-0BB6-D0FB2C530A85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56397BD-21BC-54E1-95D5-68C30BCCA008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9CC687BA-1BBD-EA6C-6D62-25A4AC75F795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4FDB1576-9895-0DD7-B430-E9E4744D8566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D262BD10-E17F-F004-FEF0-21782A7E9135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69DC7F03-ACD1-FE91-3603-F167F9A2EE54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C4DEAB5-7527-255B-AEC7-32EC206F3387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EF99214C-5E11-4EF4-568C-720080ED45A9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F43AC362-C720-1CB1-4109-0E444311FBF6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15239BE1-265B-AFB4-4446-46225FBF9FDA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85C848FF-C7AE-D687-2D8A-A1D8E9FFCBC5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2B5CE45B-B4F0-FBF9-8A0F-C0E23A831FA6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B06EDE7D-DF58-020B-3649-AC11E0E0E630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ACA3F27F-EEEE-2234-EEB4-876CFB96E6CE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6BA99519-CCC5-AB7C-C393-C2453F44E45C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F18514C7-2D0C-8DAE-E426-CFF9F7265065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D7A5BB48-D9B7-8C6F-AAF0-D371F604694D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36" name="直接连接符 14335">
                <a:extLst>
                  <a:ext uri="{FF2B5EF4-FFF2-40B4-BE49-F238E27FC236}">
                    <a16:creationId xmlns:a16="http://schemas.microsoft.com/office/drawing/2014/main" id="{E62B7244-AABB-38E1-8120-CD60C481EB19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37" name="直接连接符 14336">
                <a:extLst>
                  <a:ext uri="{FF2B5EF4-FFF2-40B4-BE49-F238E27FC236}">
                    <a16:creationId xmlns:a16="http://schemas.microsoft.com/office/drawing/2014/main" id="{6008BD5C-630D-7DDD-4258-304C8B0DE292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42" name="直接连接符 14341">
                <a:extLst>
                  <a:ext uri="{FF2B5EF4-FFF2-40B4-BE49-F238E27FC236}">
                    <a16:creationId xmlns:a16="http://schemas.microsoft.com/office/drawing/2014/main" id="{98EA1DFE-E08B-B8BE-4E4B-88139B3E128D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43" name="直接连接符 14342">
                <a:extLst>
                  <a:ext uri="{FF2B5EF4-FFF2-40B4-BE49-F238E27FC236}">
                    <a16:creationId xmlns:a16="http://schemas.microsoft.com/office/drawing/2014/main" id="{AF3BDB23-B79E-138C-C386-51474A8D16EF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44" name="直接连接符 14343">
                <a:extLst>
                  <a:ext uri="{FF2B5EF4-FFF2-40B4-BE49-F238E27FC236}">
                    <a16:creationId xmlns:a16="http://schemas.microsoft.com/office/drawing/2014/main" id="{B6D7DD73-2841-B5A0-8ACA-C91983FE5276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45" name="直接连接符 14344">
                <a:extLst>
                  <a:ext uri="{FF2B5EF4-FFF2-40B4-BE49-F238E27FC236}">
                    <a16:creationId xmlns:a16="http://schemas.microsoft.com/office/drawing/2014/main" id="{06A834F2-4BC3-ED22-5BB2-78D0F125395F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46" name="直接连接符 14345">
                <a:extLst>
                  <a:ext uri="{FF2B5EF4-FFF2-40B4-BE49-F238E27FC236}">
                    <a16:creationId xmlns:a16="http://schemas.microsoft.com/office/drawing/2014/main" id="{C27BDA67-509B-FA9D-F541-E7EEB2AA4915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47" name="直接连接符 14346">
                <a:extLst>
                  <a:ext uri="{FF2B5EF4-FFF2-40B4-BE49-F238E27FC236}">
                    <a16:creationId xmlns:a16="http://schemas.microsoft.com/office/drawing/2014/main" id="{36A73171-991B-EC10-90FD-86E10E53C0F2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48" name="直接连接符 14347">
                <a:extLst>
                  <a:ext uri="{FF2B5EF4-FFF2-40B4-BE49-F238E27FC236}">
                    <a16:creationId xmlns:a16="http://schemas.microsoft.com/office/drawing/2014/main" id="{07355183-E2B4-8E89-C270-722E24366650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49" name="直接连接符 14348">
                <a:extLst>
                  <a:ext uri="{FF2B5EF4-FFF2-40B4-BE49-F238E27FC236}">
                    <a16:creationId xmlns:a16="http://schemas.microsoft.com/office/drawing/2014/main" id="{C42C31B5-CFA2-1853-CF99-649AB6A1B131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50" name="直接连接符 14349">
                <a:extLst>
                  <a:ext uri="{FF2B5EF4-FFF2-40B4-BE49-F238E27FC236}">
                    <a16:creationId xmlns:a16="http://schemas.microsoft.com/office/drawing/2014/main" id="{3D98FA53-C8F2-F64B-C226-4B3266D46A27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51" name="直接连接符 14350">
                <a:extLst>
                  <a:ext uri="{FF2B5EF4-FFF2-40B4-BE49-F238E27FC236}">
                    <a16:creationId xmlns:a16="http://schemas.microsoft.com/office/drawing/2014/main" id="{07B7CF91-09C7-A1DD-8580-649FDA8B666E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52" name="直接连接符 14351">
                <a:extLst>
                  <a:ext uri="{FF2B5EF4-FFF2-40B4-BE49-F238E27FC236}">
                    <a16:creationId xmlns:a16="http://schemas.microsoft.com/office/drawing/2014/main" id="{F162DB38-560F-6EE5-0E2E-9D304A42C680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53" name="直接连接符 14352">
                <a:extLst>
                  <a:ext uri="{FF2B5EF4-FFF2-40B4-BE49-F238E27FC236}">
                    <a16:creationId xmlns:a16="http://schemas.microsoft.com/office/drawing/2014/main" id="{4795AAA6-276E-EC6A-6ED2-8932019B0AC8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54" name="直接连接符 14353">
                <a:extLst>
                  <a:ext uri="{FF2B5EF4-FFF2-40B4-BE49-F238E27FC236}">
                    <a16:creationId xmlns:a16="http://schemas.microsoft.com/office/drawing/2014/main" id="{3333DEBB-2BC3-E007-A74F-BCC30B85E7D8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55" name="直接连接符 14354">
                <a:extLst>
                  <a:ext uri="{FF2B5EF4-FFF2-40B4-BE49-F238E27FC236}">
                    <a16:creationId xmlns:a16="http://schemas.microsoft.com/office/drawing/2014/main" id="{90B04516-2473-8AC8-5F32-5DD10F9A797F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56" name="直接连接符 14355">
                <a:extLst>
                  <a:ext uri="{FF2B5EF4-FFF2-40B4-BE49-F238E27FC236}">
                    <a16:creationId xmlns:a16="http://schemas.microsoft.com/office/drawing/2014/main" id="{6B4AE244-5C26-9195-0F51-A1A686C3C1DA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57" name="直接连接符 14356">
                <a:extLst>
                  <a:ext uri="{FF2B5EF4-FFF2-40B4-BE49-F238E27FC236}">
                    <a16:creationId xmlns:a16="http://schemas.microsoft.com/office/drawing/2014/main" id="{0DB74FCB-CEDD-0544-7333-77D0C8E4E3D7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58" name="直接连接符 14357">
                <a:extLst>
                  <a:ext uri="{FF2B5EF4-FFF2-40B4-BE49-F238E27FC236}">
                    <a16:creationId xmlns:a16="http://schemas.microsoft.com/office/drawing/2014/main" id="{A3125BE4-DBF9-43E2-6D15-9F7B237593AB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59" name="直接连接符 14358">
                <a:extLst>
                  <a:ext uri="{FF2B5EF4-FFF2-40B4-BE49-F238E27FC236}">
                    <a16:creationId xmlns:a16="http://schemas.microsoft.com/office/drawing/2014/main" id="{FA4AB331-BE14-C917-6BC1-C9B1A7462690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60" name="直接连接符 14359">
                <a:extLst>
                  <a:ext uri="{FF2B5EF4-FFF2-40B4-BE49-F238E27FC236}">
                    <a16:creationId xmlns:a16="http://schemas.microsoft.com/office/drawing/2014/main" id="{BF68443C-3CC6-4B50-4FD5-6564A2967DDC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61" name="直接连接符 14360">
                <a:extLst>
                  <a:ext uri="{FF2B5EF4-FFF2-40B4-BE49-F238E27FC236}">
                    <a16:creationId xmlns:a16="http://schemas.microsoft.com/office/drawing/2014/main" id="{24E8ACA6-3ECB-1EAD-16D4-AF256DEACA50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62" name="直接连接符 14361">
                <a:extLst>
                  <a:ext uri="{FF2B5EF4-FFF2-40B4-BE49-F238E27FC236}">
                    <a16:creationId xmlns:a16="http://schemas.microsoft.com/office/drawing/2014/main" id="{CEC8B2C4-41E7-230C-9E9E-AD16891A26A0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63" name="直接连接符 14362">
                <a:extLst>
                  <a:ext uri="{FF2B5EF4-FFF2-40B4-BE49-F238E27FC236}">
                    <a16:creationId xmlns:a16="http://schemas.microsoft.com/office/drawing/2014/main" id="{619C376F-11DF-FBEE-1F2E-737BB3129A28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64" name="直接连接符 14363">
                <a:extLst>
                  <a:ext uri="{FF2B5EF4-FFF2-40B4-BE49-F238E27FC236}">
                    <a16:creationId xmlns:a16="http://schemas.microsoft.com/office/drawing/2014/main" id="{D012E49A-51E5-2B3E-F347-9FC3FAB89E8B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65" name="直接连接符 14364">
                <a:extLst>
                  <a:ext uri="{FF2B5EF4-FFF2-40B4-BE49-F238E27FC236}">
                    <a16:creationId xmlns:a16="http://schemas.microsoft.com/office/drawing/2014/main" id="{CB6BE443-21A5-8120-A5BB-0652F49D26A5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66" name="直接连接符 14365">
                <a:extLst>
                  <a:ext uri="{FF2B5EF4-FFF2-40B4-BE49-F238E27FC236}">
                    <a16:creationId xmlns:a16="http://schemas.microsoft.com/office/drawing/2014/main" id="{B2051FAF-7766-2B85-566E-364E90CBC78B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67" name="直接连接符 14366">
                <a:extLst>
                  <a:ext uri="{FF2B5EF4-FFF2-40B4-BE49-F238E27FC236}">
                    <a16:creationId xmlns:a16="http://schemas.microsoft.com/office/drawing/2014/main" id="{3EF8E279-8131-8143-CB6C-6C5CE08B849C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68" name="直接连接符 14367">
                <a:extLst>
                  <a:ext uri="{FF2B5EF4-FFF2-40B4-BE49-F238E27FC236}">
                    <a16:creationId xmlns:a16="http://schemas.microsoft.com/office/drawing/2014/main" id="{1514E79A-3D59-0000-3AAC-2FAB04F01E5F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69" name="直接连接符 14368">
                <a:extLst>
                  <a:ext uri="{FF2B5EF4-FFF2-40B4-BE49-F238E27FC236}">
                    <a16:creationId xmlns:a16="http://schemas.microsoft.com/office/drawing/2014/main" id="{D486CF59-D29A-A825-9F13-1432CEF4B5D7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70" name="直接连接符 14369">
                <a:extLst>
                  <a:ext uri="{FF2B5EF4-FFF2-40B4-BE49-F238E27FC236}">
                    <a16:creationId xmlns:a16="http://schemas.microsoft.com/office/drawing/2014/main" id="{87587094-FF49-98EE-3A15-F3381B653D04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71" name="直接连接符 14370">
                <a:extLst>
                  <a:ext uri="{FF2B5EF4-FFF2-40B4-BE49-F238E27FC236}">
                    <a16:creationId xmlns:a16="http://schemas.microsoft.com/office/drawing/2014/main" id="{50472277-B4BA-415B-EADB-EB7D2561DF3C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72" name="直接连接符 14371">
                <a:extLst>
                  <a:ext uri="{FF2B5EF4-FFF2-40B4-BE49-F238E27FC236}">
                    <a16:creationId xmlns:a16="http://schemas.microsoft.com/office/drawing/2014/main" id="{1D949429-22F0-5BF0-DE5A-69EAD6E7A83D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73" name="直接连接符 14372">
                <a:extLst>
                  <a:ext uri="{FF2B5EF4-FFF2-40B4-BE49-F238E27FC236}">
                    <a16:creationId xmlns:a16="http://schemas.microsoft.com/office/drawing/2014/main" id="{DB350B6D-A204-452E-D4EA-999946360D73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74" name="直接连接符 14373">
                <a:extLst>
                  <a:ext uri="{FF2B5EF4-FFF2-40B4-BE49-F238E27FC236}">
                    <a16:creationId xmlns:a16="http://schemas.microsoft.com/office/drawing/2014/main" id="{320BE478-903D-73EC-41E6-B28AA3C314EA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75" name="直接连接符 14374">
                <a:extLst>
                  <a:ext uri="{FF2B5EF4-FFF2-40B4-BE49-F238E27FC236}">
                    <a16:creationId xmlns:a16="http://schemas.microsoft.com/office/drawing/2014/main" id="{C6869515-6817-CE8B-A663-88DED226FBEE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76" name="直接连接符 14375">
                <a:extLst>
                  <a:ext uri="{FF2B5EF4-FFF2-40B4-BE49-F238E27FC236}">
                    <a16:creationId xmlns:a16="http://schemas.microsoft.com/office/drawing/2014/main" id="{4ED43D7B-B8AA-DCC3-EA1D-78A4C50202C3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77" name="直接连接符 14376">
                <a:extLst>
                  <a:ext uri="{FF2B5EF4-FFF2-40B4-BE49-F238E27FC236}">
                    <a16:creationId xmlns:a16="http://schemas.microsoft.com/office/drawing/2014/main" id="{7165628F-5D4F-C6DA-4FBC-C1E45B300D12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78" name="直接连接符 14377">
                <a:extLst>
                  <a:ext uri="{FF2B5EF4-FFF2-40B4-BE49-F238E27FC236}">
                    <a16:creationId xmlns:a16="http://schemas.microsoft.com/office/drawing/2014/main" id="{20E77483-26DB-EBA1-A935-1B99A408EFE1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79" name="直接连接符 14378">
                <a:extLst>
                  <a:ext uri="{FF2B5EF4-FFF2-40B4-BE49-F238E27FC236}">
                    <a16:creationId xmlns:a16="http://schemas.microsoft.com/office/drawing/2014/main" id="{24794C42-FB83-49A5-B4E8-45CAAF0F3D9D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80" name="直接连接符 14379">
                <a:extLst>
                  <a:ext uri="{FF2B5EF4-FFF2-40B4-BE49-F238E27FC236}">
                    <a16:creationId xmlns:a16="http://schemas.microsoft.com/office/drawing/2014/main" id="{6DBB933B-02FB-9607-4446-51FA1D533D8D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81" name="直接连接符 14380">
                <a:extLst>
                  <a:ext uri="{FF2B5EF4-FFF2-40B4-BE49-F238E27FC236}">
                    <a16:creationId xmlns:a16="http://schemas.microsoft.com/office/drawing/2014/main" id="{D3404480-C5BB-186F-6F9D-2EB80BC48A5D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82" name="直接连接符 14381">
                <a:extLst>
                  <a:ext uri="{FF2B5EF4-FFF2-40B4-BE49-F238E27FC236}">
                    <a16:creationId xmlns:a16="http://schemas.microsoft.com/office/drawing/2014/main" id="{B4B7BE8C-54B7-C598-4829-722D38B422B3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83" name="直接连接符 14382">
                <a:extLst>
                  <a:ext uri="{FF2B5EF4-FFF2-40B4-BE49-F238E27FC236}">
                    <a16:creationId xmlns:a16="http://schemas.microsoft.com/office/drawing/2014/main" id="{78623FD0-1551-4F46-BBCA-8A21A553F23E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84" name="直接连接符 14383">
                <a:extLst>
                  <a:ext uri="{FF2B5EF4-FFF2-40B4-BE49-F238E27FC236}">
                    <a16:creationId xmlns:a16="http://schemas.microsoft.com/office/drawing/2014/main" id="{9FC7F420-1500-CAF5-057E-68E393A7BC39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85" name="直接连接符 14384">
                <a:extLst>
                  <a:ext uri="{FF2B5EF4-FFF2-40B4-BE49-F238E27FC236}">
                    <a16:creationId xmlns:a16="http://schemas.microsoft.com/office/drawing/2014/main" id="{0439E80D-9126-2C5E-5328-6A36217A336F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86" name="直接连接符 14385">
                <a:extLst>
                  <a:ext uri="{FF2B5EF4-FFF2-40B4-BE49-F238E27FC236}">
                    <a16:creationId xmlns:a16="http://schemas.microsoft.com/office/drawing/2014/main" id="{031BF26C-1CD7-2C39-E030-1F74020A739A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87" name="直接连接符 14386">
                <a:extLst>
                  <a:ext uri="{FF2B5EF4-FFF2-40B4-BE49-F238E27FC236}">
                    <a16:creationId xmlns:a16="http://schemas.microsoft.com/office/drawing/2014/main" id="{BF3CE358-43FC-0917-3209-751CAA448C27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88" name="直接连接符 14387">
                <a:extLst>
                  <a:ext uri="{FF2B5EF4-FFF2-40B4-BE49-F238E27FC236}">
                    <a16:creationId xmlns:a16="http://schemas.microsoft.com/office/drawing/2014/main" id="{7A3754AE-7FB5-3932-C239-5081239554D6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89" name="直接连接符 14388">
                <a:extLst>
                  <a:ext uri="{FF2B5EF4-FFF2-40B4-BE49-F238E27FC236}">
                    <a16:creationId xmlns:a16="http://schemas.microsoft.com/office/drawing/2014/main" id="{42FD27A2-CAFF-E362-8948-CAB850204893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90" name="直接连接符 14389">
                <a:extLst>
                  <a:ext uri="{FF2B5EF4-FFF2-40B4-BE49-F238E27FC236}">
                    <a16:creationId xmlns:a16="http://schemas.microsoft.com/office/drawing/2014/main" id="{273C0270-B18B-0C8B-34AD-08E134556641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91" name="直接连接符 14390">
                <a:extLst>
                  <a:ext uri="{FF2B5EF4-FFF2-40B4-BE49-F238E27FC236}">
                    <a16:creationId xmlns:a16="http://schemas.microsoft.com/office/drawing/2014/main" id="{CE5FE51E-006C-8EE6-580F-2B0F1E55F50A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92" name="直接连接符 14391">
                <a:extLst>
                  <a:ext uri="{FF2B5EF4-FFF2-40B4-BE49-F238E27FC236}">
                    <a16:creationId xmlns:a16="http://schemas.microsoft.com/office/drawing/2014/main" id="{3AD06F97-2BFC-2DC9-A554-5C82FEFDCD38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93" name="直接连接符 14392">
                <a:extLst>
                  <a:ext uri="{FF2B5EF4-FFF2-40B4-BE49-F238E27FC236}">
                    <a16:creationId xmlns:a16="http://schemas.microsoft.com/office/drawing/2014/main" id="{98509F59-6587-E4CD-5EF4-D84C14384B62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94" name="直接连接符 14393">
                <a:extLst>
                  <a:ext uri="{FF2B5EF4-FFF2-40B4-BE49-F238E27FC236}">
                    <a16:creationId xmlns:a16="http://schemas.microsoft.com/office/drawing/2014/main" id="{327D514A-9B00-50BC-D24C-51DFFF578E5F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95" name="直接连接符 14394">
                <a:extLst>
                  <a:ext uri="{FF2B5EF4-FFF2-40B4-BE49-F238E27FC236}">
                    <a16:creationId xmlns:a16="http://schemas.microsoft.com/office/drawing/2014/main" id="{3BC7C52F-0769-579D-DBB4-E0409BBE882C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96" name="直接连接符 14395">
                <a:extLst>
                  <a:ext uri="{FF2B5EF4-FFF2-40B4-BE49-F238E27FC236}">
                    <a16:creationId xmlns:a16="http://schemas.microsoft.com/office/drawing/2014/main" id="{9282F4F5-B473-6914-54F6-1D8A78EDB8E8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97" name="直接连接符 14396">
                <a:extLst>
                  <a:ext uri="{FF2B5EF4-FFF2-40B4-BE49-F238E27FC236}">
                    <a16:creationId xmlns:a16="http://schemas.microsoft.com/office/drawing/2014/main" id="{6765527C-D334-729D-6B12-A077CB238967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98" name="直接连接符 14397">
                <a:extLst>
                  <a:ext uri="{FF2B5EF4-FFF2-40B4-BE49-F238E27FC236}">
                    <a16:creationId xmlns:a16="http://schemas.microsoft.com/office/drawing/2014/main" id="{CA3DCACE-239B-D0A5-5125-22FDBA957797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99" name="直接连接符 14398">
                <a:extLst>
                  <a:ext uri="{FF2B5EF4-FFF2-40B4-BE49-F238E27FC236}">
                    <a16:creationId xmlns:a16="http://schemas.microsoft.com/office/drawing/2014/main" id="{7C883AC0-EADF-03A6-009F-2A0CA66F297E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08" name="直接连接符 17407">
                <a:extLst>
                  <a:ext uri="{FF2B5EF4-FFF2-40B4-BE49-F238E27FC236}">
                    <a16:creationId xmlns:a16="http://schemas.microsoft.com/office/drawing/2014/main" id="{5D67DDC6-5797-0D68-C3F8-AEFEF582A7E2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09" name="直接连接符 17408">
                <a:extLst>
                  <a:ext uri="{FF2B5EF4-FFF2-40B4-BE49-F238E27FC236}">
                    <a16:creationId xmlns:a16="http://schemas.microsoft.com/office/drawing/2014/main" id="{1DFDE484-CDB7-4A30-4836-7E3FE618B553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0" name="直接连接符 17409">
                <a:extLst>
                  <a:ext uri="{FF2B5EF4-FFF2-40B4-BE49-F238E27FC236}">
                    <a16:creationId xmlns:a16="http://schemas.microsoft.com/office/drawing/2014/main" id="{E5B3058F-E632-AD52-696F-0A912A7F3315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1" name="直接连接符 17410">
                <a:extLst>
                  <a:ext uri="{FF2B5EF4-FFF2-40B4-BE49-F238E27FC236}">
                    <a16:creationId xmlns:a16="http://schemas.microsoft.com/office/drawing/2014/main" id="{BE04EEBB-17A3-313C-8550-3A8033156DCB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2" name="直接连接符 17411">
                <a:extLst>
                  <a:ext uri="{FF2B5EF4-FFF2-40B4-BE49-F238E27FC236}">
                    <a16:creationId xmlns:a16="http://schemas.microsoft.com/office/drawing/2014/main" id="{A024B241-C808-5703-D190-6BDD39F04320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4" name="直接连接符 17413">
                <a:extLst>
                  <a:ext uri="{FF2B5EF4-FFF2-40B4-BE49-F238E27FC236}">
                    <a16:creationId xmlns:a16="http://schemas.microsoft.com/office/drawing/2014/main" id="{AD19707E-EB7E-4E41-3E56-AC2BE0FF183B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5" name="直接连接符 17414">
                <a:extLst>
                  <a:ext uri="{FF2B5EF4-FFF2-40B4-BE49-F238E27FC236}">
                    <a16:creationId xmlns:a16="http://schemas.microsoft.com/office/drawing/2014/main" id="{5B83396C-0F7C-1FA2-0020-89AE58A41628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6" name="直接连接符 17415">
                <a:extLst>
                  <a:ext uri="{FF2B5EF4-FFF2-40B4-BE49-F238E27FC236}">
                    <a16:creationId xmlns:a16="http://schemas.microsoft.com/office/drawing/2014/main" id="{047AE1E2-F552-ABB4-C357-C6AA00DA1151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7" name="直接连接符 17416">
                <a:extLst>
                  <a:ext uri="{FF2B5EF4-FFF2-40B4-BE49-F238E27FC236}">
                    <a16:creationId xmlns:a16="http://schemas.microsoft.com/office/drawing/2014/main" id="{60E01E4F-7675-CDE9-3D2E-AC7A164FC0FD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8" name="直接连接符 17417">
                <a:extLst>
                  <a:ext uri="{FF2B5EF4-FFF2-40B4-BE49-F238E27FC236}">
                    <a16:creationId xmlns:a16="http://schemas.microsoft.com/office/drawing/2014/main" id="{8A0123E3-CF52-46D1-9F7A-9FC89E9FEA73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9" name="直接连接符 17418">
                <a:extLst>
                  <a:ext uri="{FF2B5EF4-FFF2-40B4-BE49-F238E27FC236}">
                    <a16:creationId xmlns:a16="http://schemas.microsoft.com/office/drawing/2014/main" id="{A897A657-55B5-55FB-DDFE-88B610E23B1B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20" name="直接连接符 17419">
                <a:extLst>
                  <a:ext uri="{FF2B5EF4-FFF2-40B4-BE49-F238E27FC236}">
                    <a16:creationId xmlns:a16="http://schemas.microsoft.com/office/drawing/2014/main" id="{8C41B720-0AA4-C31A-34DC-B754DB05396F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21" name="直接连接符 17420">
                <a:extLst>
                  <a:ext uri="{FF2B5EF4-FFF2-40B4-BE49-F238E27FC236}">
                    <a16:creationId xmlns:a16="http://schemas.microsoft.com/office/drawing/2014/main" id="{205E1119-8DE8-42E5-6328-69D504739F33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22" name="直接连接符 17421">
                <a:extLst>
                  <a:ext uri="{FF2B5EF4-FFF2-40B4-BE49-F238E27FC236}">
                    <a16:creationId xmlns:a16="http://schemas.microsoft.com/office/drawing/2014/main" id="{1C6F8C3B-E3DC-61D6-61E8-52EB3BED9291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23" name="直接连接符 17422">
                <a:extLst>
                  <a:ext uri="{FF2B5EF4-FFF2-40B4-BE49-F238E27FC236}">
                    <a16:creationId xmlns:a16="http://schemas.microsoft.com/office/drawing/2014/main" id="{5E217034-C96E-A6E3-D54B-3D567E014CE3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24" name="直接连接符 17423">
                <a:extLst>
                  <a:ext uri="{FF2B5EF4-FFF2-40B4-BE49-F238E27FC236}">
                    <a16:creationId xmlns:a16="http://schemas.microsoft.com/office/drawing/2014/main" id="{856154E5-972E-949B-F98A-518FA7E5C4E0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25" name="直接连接符 17424">
                <a:extLst>
                  <a:ext uri="{FF2B5EF4-FFF2-40B4-BE49-F238E27FC236}">
                    <a16:creationId xmlns:a16="http://schemas.microsoft.com/office/drawing/2014/main" id="{7A7C8534-6E82-B556-28A9-E6A6B495B0FB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26" name="直接连接符 17425">
                <a:extLst>
                  <a:ext uri="{FF2B5EF4-FFF2-40B4-BE49-F238E27FC236}">
                    <a16:creationId xmlns:a16="http://schemas.microsoft.com/office/drawing/2014/main" id="{38E6239A-087A-AE9E-8973-DF5DA0FAB45A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27" name="直接连接符 17426">
                <a:extLst>
                  <a:ext uri="{FF2B5EF4-FFF2-40B4-BE49-F238E27FC236}">
                    <a16:creationId xmlns:a16="http://schemas.microsoft.com/office/drawing/2014/main" id="{D611D2F1-D587-F398-38C8-452F0BCD23F1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28" name="直接连接符 17427">
                <a:extLst>
                  <a:ext uri="{FF2B5EF4-FFF2-40B4-BE49-F238E27FC236}">
                    <a16:creationId xmlns:a16="http://schemas.microsoft.com/office/drawing/2014/main" id="{C7F215EC-7BC0-9BAD-6003-0D9E8AD5BA00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29" name="直接连接符 17428">
                <a:extLst>
                  <a:ext uri="{FF2B5EF4-FFF2-40B4-BE49-F238E27FC236}">
                    <a16:creationId xmlns:a16="http://schemas.microsoft.com/office/drawing/2014/main" id="{560E2F79-2432-5935-3EB3-8E51340800FE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30" name="直接连接符 17429">
                <a:extLst>
                  <a:ext uri="{FF2B5EF4-FFF2-40B4-BE49-F238E27FC236}">
                    <a16:creationId xmlns:a16="http://schemas.microsoft.com/office/drawing/2014/main" id="{BA158411-38EB-E7DC-460E-1ACC12266173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31" name="直接连接符 17430">
                <a:extLst>
                  <a:ext uri="{FF2B5EF4-FFF2-40B4-BE49-F238E27FC236}">
                    <a16:creationId xmlns:a16="http://schemas.microsoft.com/office/drawing/2014/main" id="{731ED344-1CC5-8CA9-503A-ED2CA9DA075C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32" name="直接连接符 17431">
                <a:extLst>
                  <a:ext uri="{FF2B5EF4-FFF2-40B4-BE49-F238E27FC236}">
                    <a16:creationId xmlns:a16="http://schemas.microsoft.com/office/drawing/2014/main" id="{7F3A5685-DAF5-5641-7A3F-50C1B1DAC7BD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33" name="直接连接符 17432">
                <a:extLst>
                  <a:ext uri="{FF2B5EF4-FFF2-40B4-BE49-F238E27FC236}">
                    <a16:creationId xmlns:a16="http://schemas.microsoft.com/office/drawing/2014/main" id="{A5011A90-D547-CB61-40E1-722B23BDA0B3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34" name="直接连接符 17433">
                <a:extLst>
                  <a:ext uri="{FF2B5EF4-FFF2-40B4-BE49-F238E27FC236}">
                    <a16:creationId xmlns:a16="http://schemas.microsoft.com/office/drawing/2014/main" id="{909B9CD0-2D39-94F2-0B9E-CB91AF69F9FB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35" name="直接连接符 17434">
                <a:extLst>
                  <a:ext uri="{FF2B5EF4-FFF2-40B4-BE49-F238E27FC236}">
                    <a16:creationId xmlns:a16="http://schemas.microsoft.com/office/drawing/2014/main" id="{A742BC0D-F626-9657-081F-CC0DB0E0DA87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36" name="直接连接符 17435">
                <a:extLst>
                  <a:ext uri="{FF2B5EF4-FFF2-40B4-BE49-F238E27FC236}">
                    <a16:creationId xmlns:a16="http://schemas.microsoft.com/office/drawing/2014/main" id="{6E8CF9F1-AFC5-A327-CA49-B9D54A20F985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37" name="直接连接符 17436">
                <a:extLst>
                  <a:ext uri="{FF2B5EF4-FFF2-40B4-BE49-F238E27FC236}">
                    <a16:creationId xmlns:a16="http://schemas.microsoft.com/office/drawing/2014/main" id="{1F4FB4A7-E84A-BA14-7710-1561631EE93C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38" name="直接连接符 17437">
                <a:extLst>
                  <a:ext uri="{FF2B5EF4-FFF2-40B4-BE49-F238E27FC236}">
                    <a16:creationId xmlns:a16="http://schemas.microsoft.com/office/drawing/2014/main" id="{B7F93591-9851-1A10-E968-CCC677EC3E30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39" name="直接连接符 17438">
                <a:extLst>
                  <a:ext uri="{FF2B5EF4-FFF2-40B4-BE49-F238E27FC236}">
                    <a16:creationId xmlns:a16="http://schemas.microsoft.com/office/drawing/2014/main" id="{FBF90133-B2FD-019F-FA37-311CBCC6759D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40" name="直接连接符 17439">
                <a:extLst>
                  <a:ext uri="{FF2B5EF4-FFF2-40B4-BE49-F238E27FC236}">
                    <a16:creationId xmlns:a16="http://schemas.microsoft.com/office/drawing/2014/main" id="{1362064B-563F-A4BF-6C19-BF96365F4077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41" name="直接连接符 17440">
                <a:extLst>
                  <a:ext uri="{FF2B5EF4-FFF2-40B4-BE49-F238E27FC236}">
                    <a16:creationId xmlns:a16="http://schemas.microsoft.com/office/drawing/2014/main" id="{D935583D-21AD-272F-1CE9-DCEFA51B6BA6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42" name="直接连接符 17441">
                <a:extLst>
                  <a:ext uri="{FF2B5EF4-FFF2-40B4-BE49-F238E27FC236}">
                    <a16:creationId xmlns:a16="http://schemas.microsoft.com/office/drawing/2014/main" id="{55E3F7F4-323B-94E9-751F-31EE48747D41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43" name="直接连接符 17442">
                <a:extLst>
                  <a:ext uri="{FF2B5EF4-FFF2-40B4-BE49-F238E27FC236}">
                    <a16:creationId xmlns:a16="http://schemas.microsoft.com/office/drawing/2014/main" id="{B481AEFE-C72A-59D4-26EF-948010A4BE75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44" name="直接连接符 17443">
                <a:extLst>
                  <a:ext uri="{FF2B5EF4-FFF2-40B4-BE49-F238E27FC236}">
                    <a16:creationId xmlns:a16="http://schemas.microsoft.com/office/drawing/2014/main" id="{890F4E26-97CB-3375-507F-AEDDE90D82E6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45" name="直接连接符 17444">
                <a:extLst>
                  <a:ext uri="{FF2B5EF4-FFF2-40B4-BE49-F238E27FC236}">
                    <a16:creationId xmlns:a16="http://schemas.microsoft.com/office/drawing/2014/main" id="{B59FD33D-265F-57A5-D553-F2B743CE983B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46" name="直接连接符 17445">
                <a:extLst>
                  <a:ext uri="{FF2B5EF4-FFF2-40B4-BE49-F238E27FC236}">
                    <a16:creationId xmlns:a16="http://schemas.microsoft.com/office/drawing/2014/main" id="{C022860E-D11C-71C6-ED51-E3B6858400BF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47" name="直接连接符 17446">
                <a:extLst>
                  <a:ext uri="{FF2B5EF4-FFF2-40B4-BE49-F238E27FC236}">
                    <a16:creationId xmlns:a16="http://schemas.microsoft.com/office/drawing/2014/main" id="{52CBEF44-B0E2-E8F1-41CF-38B1B4C52077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F425556C-361C-D30E-73B1-5B60F57638CE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CE6955EE-A9C5-B8E9-328C-7DBE39E84BC5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6D51ED3C-3BA0-0A66-F46A-9DF276725EB6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C7CA4534-8BD1-732F-05EB-F96537939E11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A32574B2-463A-383A-F4C5-42EA256C5D21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0D5B2E61-244F-2D10-9AA2-EA3D4644E2CA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68DB4ECC-5B4F-8AC6-E360-BAB673435B31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A252851B-F2A7-7E6B-4D45-E0AAED6DCBC4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30899B68-0A00-EFBC-24A2-059155E9B707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1593CB10-B9F3-5AF0-B583-A5DDD05645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79246D45-6022-4BA5-9849-7780473B3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树的定义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014CA45-0363-4BC8-A71A-18F37B6541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1435605"/>
            <a:ext cx="8568952" cy="41148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dirty="0"/>
              <a:t>Def. </a:t>
            </a:r>
            <a:r>
              <a:rPr lang="zh-CN" altLang="en-US" sz="2800" dirty="0"/>
              <a:t>如果一个</a:t>
            </a:r>
            <a:r>
              <a:rPr lang="zh-CN" altLang="en-US" sz="2800" dirty="0">
                <a:solidFill>
                  <a:schemeClr val="hlink"/>
                </a:solidFill>
              </a:rPr>
              <a:t>无向图</a:t>
            </a:r>
            <a:r>
              <a:rPr lang="zh-CN" altLang="en-US" sz="2800" dirty="0"/>
              <a:t>是连通的而且没有圈</a:t>
            </a:r>
            <a:r>
              <a:rPr lang="en-US" altLang="zh-CN" sz="2800" dirty="0"/>
              <a:t>,</a:t>
            </a:r>
            <a:r>
              <a:rPr lang="zh-CN" altLang="en-US" sz="2800" dirty="0"/>
              <a:t>它被称为是</a:t>
            </a:r>
            <a:r>
              <a:rPr lang="zh-CN" altLang="en-US" sz="2800" dirty="0">
                <a:solidFill>
                  <a:schemeClr val="hlink"/>
                </a:solidFill>
              </a:rPr>
              <a:t>树</a:t>
            </a:r>
            <a:r>
              <a:rPr lang="zh-CN" altLang="en-US" sz="2800" dirty="0"/>
              <a:t> 。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定理.  设</a:t>
            </a:r>
            <a:r>
              <a:rPr lang="en-US" altLang="zh-CN" sz="2800" dirty="0"/>
              <a:t> G </a:t>
            </a:r>
            <a:r>
              <a:rPr lang="zh-CN" altLang="en-US" sz="2800" dirty="0"/>
              <a:t>是一个具有</a:t>
            </a:r>
            <a:r>
              <a:rPr lang="en-US" altLang="zh-CN" sz="2800" dirty="0"/>
              <a:t>n</a:t>
            </a:r>
            <a:r>
              <a:rPr lang="zh-CN" altLang="en-US" sz="2800" dirty="0"/>
              <a:t>个结点的无向图。 下面任意两条声明都可以推出第三条。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800" dirty="0"/>
              <a:t>G </a:t>
            </a:r>
            <a:r>
              <a:rPr lang="zh-CN" altLang="en-US" sz="2800" dirty="0"/>
              <a:t>是连通的.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800" dirty="0"/>
              <a:t>G </a:t>
            </a:r>
            <a:r>
              <a:rPr lang="zh-CN" altLang="en-US" sz="2800" dirty="0"/>
              <a:t>不包含一个圈.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800" dirty="0"/>
              <a:t>G </a:t>
            </a:r>
            <a:r>
              <a:rPr lang="zh-CN" altLang="en-US" sz="2800" dirty="0"/>
              <a:t>有</a:t>
            </a:r>
            <a:r>
              <a:rPr lang="en-US" altLang="zh-CN" sz="2800" dirty="0"/>
              <a:t>n-1</a:t>
            </a:r>
            <a:r>
              <a:rPr lang="zh-CN" altLang="en-US" sz="2800" dirty="0"/>
              <a:t>条边.</a:t>
            </a:r>
          </a:p>
        </p:txBody>
      </p:sp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DED6CFF8-4F8D-449C-9D8B-5A9BCF988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A0E4DE-AAA5-4D4A-9FAC-DB27DE7BF940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CN" sz="1400"/>
          </a:p>
        </p:txBody>
      </p:sp>
      <p:pic>
        <p:nvPicPr>
          <p:cNvPr id="15365" name="Picture 4" descr="kleinberg_03F01">
            <a:extLst>
              <a:ext uri="{FF2B5EF4-FFF2-40B4-BE49-F238E27FC236}">
                <a16:creationId xmlns:a16="http://schemas.microsoft.com/office/drawing/2014/main" id="{976BC614-02B5-4ABC-AE84-BB4A1EF807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4" r="51494" b="12871"/>
          <a:stretch>
            <a:fillRect/>
          </a:stretch>
        </p:blipFill>
        <p:spPr bwMode="auto">
          <a:xfrm>
            <a:off x="4729758" y="3284984"/>
            <a:ext cx="3456384" cy="2420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A81517D-4712-3074-A059-6B84BFFE45FC}"/>
              </a:ext>
            </a:extLst>
          </p:cNvPr>
          <p:cNvSpPr txBox="1"/>
          <p:nvPr/>
        </p:nvSpPr>
        <p:spPr>
          <a:xfrm>
            <a:off x="2160450" y="130276"/>
            <a:ext cx="474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Def. </a:t>
            </a:r>
            <a:r>
              <a:rPr lang="zh-CN" altLang="en-US" dirty="0"/>
              <a:t>如果</a:t>
            </a:r>
            <a:r>
              <a:rPr lang="en-US" altLang="zh-CN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 = 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k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chemeClr val="hlink"/>
                </a:solidFill>
              </a:rPr>
              <a:t>k &gt; 2，</a:t>
            </a:r>
            <a:r>
              <a:rPr lang="zh-CN" altLang="en-US" dirty="0">
                <a:solidFill>
                  <a:schemeClr val="hlink"/>
                </a:solidFill>
              </a:rPr>
              <a:t>而且前</a:t>
            </a:r>
            <a:r>
              <a:rPr lang="en-US" altLang="zh-CN" dirty="0">
                <a:solidFill>
                  <a:schemeClr val="hlink"/>
                </a:solidFill>
              </a:rPr>
              <a:t>k-1</a:t>
            </a:r>
            <a:r>
              <a:rPr lang="zh-CN" altLang="en-US" dirty="0">
                <a:solidFill>
                  <a:schemeClr val="hlink"/>
                </a:solidFill>
              </a:rPr>
              <a:t>个顶点两两不同</a:t>
            </a:r>
            <a:r>
              <a:rPr lang="en-US" altLang="zh-CN" dirty="0"/>
              <a:t>, </a:t>
            </a:r>
            <a:r>
              <a:rPr lang="zh-CN" altLang="en-US" dirty="0"/>
              <a:t>路径 </a:t>
            </a:r>
            <a:r>
              <a:rPr lang="en-US" altLang="zh-CN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 v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dirty="0">
                <a:latin typeface="Comic Sans MS" panose="030F0702030302020204" pitchFamily="66" charset="0"/>
              </a:rPr>
              <a:t>…</a:t>
            </a:r>
            <a:r>
              <a:rPr lang="en-US" altLang="zh-CN" dirty="0"/>
              <a:t>, v</a:t>
            </a:r>
            <a:r>
              <a:rPr lang="en-US" altLang="zh-CN" baseline="-25000" dirty="0"/>
              <a:t>k-1</a:t>
            </a:r>
            <a:r>
              <a:rPr lang="en-US" altLang="zh-CN" dirty="0"/>
              <a:t>, 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k</a:t>
            </a:r>
            <a:r>
              <a:rPr lang="en-US" altLang="zh-CN" dirty="0"/>
              <a:t> </a:t>
            </a:r>
            <a:r>
              <a:rPr lang="zh-CN" altLang="en-US" dirty="0"/>
              <a:t>被称为一个</a:t>
            </a:r>
            <a:r>
              <a:rPr lang="zh-CN" altLang="en-US" dirty="0">
                <a:solidFill>
                  <a:schemeClr val="hlink"/>
                </a:solidFill>
              </a:rPr>
              <a:t>圈</a:t>
            </a:r>
            <a:r>
              <a:rPr lang="zh-CN" altLang="en-US" dirty="0"/>
              <a:t>(</a:t>
            </a:r>
            <a:r>
              <a:rPr lang="en-US" altLang="zh-CN" dirty="0"/>
              <a:t>Cycle)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D5D35CC-81DB-E25F-2B69-F4E37C9AC9FC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78DA027C-4D0B-4D90-97DC-6AFCF6BAEB11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4BC340BA-A0AB-3980-55F1-1C3583323339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FE19FF5-1A66-8968-E156-5BA6321EFB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1A0BB84A-DFB3-8259-260D-4C4CF001BB46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F34566C-3632-4EAE-6B0D-4249AA3AE9C5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DE21488-94A1-AE65-0289-5A7657D769E9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9A38C422-850A-31CD-766B-E0268AF0B8C3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472A09F3-9719-B6DA-0170-CF644870D29E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9514265F-6BEE-7DC0-EDEE-0E471565CBE1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37A3E509-89BC-698F-07E9-EAB69F33D8C1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70123838-F31F-8618-B668-24D8C5893ABC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5C301EA9-750D-0A5C-0C88-0ECCD9562E8F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D7A50051-5131-0E26-B098-056E810F4FB8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11C88853-4437-EA28-97AD-9CB8058E7BC0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04F8D697-93B6-6FD3-7841-B67D4EC3B06F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644FF554-FE7D-9EAA-29D4-1973A55C0D47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7A26D26-0755-13E6-07FC-6316B9A26F51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25D61F49-73FC-D75F-58C8-12E454F12899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7DF20E20-12EC-B03B-D999-B019F0C5E6A7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DFD65D4D-F190-A6D0-73C2-B2FFD2567509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DAABF333-01B9-D502-6472-03CB4EB43EFF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E252AFD-7CA3-D352-7E47-2B991E18CE85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6387D67D-FB44-714C-AE81-BB14177BE593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54947000-33F0-4CA9-3918-D452E34C4B36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A4C7867D-CE2C-1070-B5D3-81043C7B897D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0C9AAFBC-7EB0-4CF5-47E6-816180E572E2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5BBA5135-1B4A-8548-F370-298C9630BD60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5B92FE6C-6158-68C1-0266-75F0627C939C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FDCCB746-A071-63BB-5F93-B59F45497A22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C7180C4C-5759-CA8E-A017-EDAFC0A3852A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F9B3CDA5-3020-A13B-B22E-5ED53B8ADE6F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C18A760E-803F-7A98-448C-02A0484E8751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C06DD76F-D716-4BB2-DCEF-8996B5486436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F790814C-03E5-F70A-F607-66BDFF04A441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93F5D58B-74C2-B6D8-E715-F8AED1DAC482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9B005BF4-624A-572D-87D4-E97059F34455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1EA9A7B5-AD27-D669-B59F-588A7D0844E4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922B594D-CBAC-E828-7435-C260DD4358BA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CCDDF29B-589A-223C-DEE2-A76708C9371A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1C37F419-1127-3B95-1396-ADB29067057A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2926A9D9-9B69-FE84-8CC3-FC3E5FE92391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EB6AE644-8F8A-300C-0C50-DEB398863C2A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C42ACA3A-1CF6-2DD9-A282-41DB287B3941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CC1A81B3-294B-A5B6-E56E-1049114AAF59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BC24B132-98EE-FDD7-009D-D2B477AE4984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1C569A07-E2A1-3E92-5254-CBE4448E5639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CBF5CB69-C08C-CBCF-D993-090E15AD06C9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D385A074-8870-A6B5-D28B-54C352BC24B7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CBDDCF41-B58B-FA05-BA2F-E68CEBDF3F37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60" name="直接连接符 15359">
                <a:extLst>
                  <a:ext uri="{FF2B5EF4-FFF2-40B4-BE49-F238E27FC236}">
                    <a16:creationId xmlns:a16="http://schemas.microsoft.com/office/drawing/2014/main" id="{E0858036-4BF0-E431-2938-F573A7767401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61" name="直接连接符 15360">
                <a:extLst>
                  <a:ext uri="{FF2B5EF4-FFF2-40B4-BE49-F238E27FC236}">
                    <a16:creationId xmlns:a16="http://schemas.microsoft.com/office/drawing/2014/main" id="{D9E96B0F-880B-0422-07EF-56CCE880A31D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66" name="直接连接符 15365">
                <a:extLst>
                  <a:ext uri="{FF2B5EF4-FFF2-40B4-BE49-F238E27FC236}">
                    <a16:creationId xmlns:a16="http://schemas.microsoft.com/office/drawing/2014/main" id="{EDE15B0B-710F-3639-4AE1-59CE018A1D45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67" name="直接连接符 15366">
                <a:extLst>
                  <a:ext uri="{FF2B5EF4-FFF2-40B4-BE49-F238E27FC236}">
                    <a16:creationId xmlns:a16="http://schemas.microsoft.com/office/drawing/2014/main" id="{AF1C679F-D4C0-D4EC-F418-96AD37FEF10E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68" name="直接连接符 15367">
                <a:extLst>
                  <a:ext uri="{FF2B5EF4-FFF2-40B4-BE49-F238E27FC236}">
                    <a16:creationId xmlns:a16="http://schemas.microsoft.com/office/drawing/2014/main" id="{BED7E07B-7FDD-C614-1B64-9019CF657B4A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69" name="直接连接符 15368">
                <a:extLst>
                  <a:ext uri="{FF2B5EF4-FFF2-40B4-BE49-F238E27FC236}">
                    <a16:creationId xmlns:a16="http://schemas.microsoft.com/office/drawing/2014/main" id="{EDBE22CD-5E40-6FBE-D34B-515FE3429D6C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70" name="直接连接符 15369">
                <a:extLst>
                  <a:ext uri="{FF2B5EF4-FFF2-40B4-BE49-F238E27FC236}">
                    <a16:creationId xmlns:a16="http://schemas.microsoft.com/office/drawing/2014/main" id="{764C59C3-617A-2F00-8348-0DC189E036E0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71" name="直接连接符 15370">
                <a:extLst>
                  <a:ext uri="{FF2B5EF4-FFF2-40B4-BE49-F238E27FC236}">
                    <a16:creationId xmlns:a16="http://schemas.microsoft.com/office/drawing/2014/main" id="{2CC7B94A-F2AE-5994-7E72-3FD1AAD0D8B7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72" name="直接连接符 15371">
                <a:extLst>
                  <a:ext uri="{FF2B5EF4-FFF2-40B4-BE49-F238E27FC236}">
                    <a16:creationId xmlns:a16="http://schemas.microsoft.com/office/drawing/2014/main" id="{A48FDAF5-2182-4D68-83D0-6743F871129E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73" name="直接连接符 15372">
                <a:extLst>
                  <a:ext uri="{FF2B5EF4-FFF2-40B4-BE49-F238E27FC236}">
                    <a16:creationId xmlns:a16="http://schemas.microsoft.com/office/drawing/2014/main" id="{22AA604F-6B94-11B7-5FC6-A70191CDE843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74" name="直接连接符 15373">
                <a:extLst>
                  <a:ext uri="{FF2B5EF4-FFF2-40B4-BE49-F238E27FC236}">
                    <a16:creationId xmlns:a16="http://schemas.microsoft.com/office/drawing/2014/main" id="{841C2351-94D9-F199-7595-C44D1880774E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75" name="直接连接符 15374">
                <a:extLst>
                  <a:ext uri="{FF2B5EF4-FFF2-40B4-BE49-F238E27FC236}">
                    <a16:creationId xmlns:a16="http://schemas.microsoft.com/office/drawing/2014/main" id="{3BC80A17-E5F5-8821-79DD-8F399A25784D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76" name="直接连接符 15375">
                <a:extLst>
                  <a:ext uri="{FF2B5EF4-FFF2-40B4-BE49-F238E27FC236}">
                    <a16:creationId xmlns:a16="http://schemas.microsoft.com/office/drawing/2014/main" id="{75E42985-1FED-A473-DB48-5B565C276A0B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77" name="直接连接符 15376">
                <a:extLst>
                  <a:ext uri="{FF2B5EF4-FFF2-40B4-BE49-F238E27FC236}">
                    <a16:creationId xmlns:a16="http://schemas.microsoft.com/office/drawing/2014/main" id="{E4D1AA8D-AF90-E8AD-7AE8-E09A82DD92BF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78" name="直接连接符 15377">
                <a:extLst>
                  <a:ext uri="{FF2B5EF4-FFF2-40B4-BE49-F238E27FC236}">
                    <a16:creationId xmlns:a16="http://schemas.microsoft.com/office/drawing/2014/main" id="{94607D5A-C4FF-D5FC-B38C-BA965ACFA120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79" name="直接连接符 15378">
                <a:extLst>
                  <a:ext uri="{FF2B5EF4-FFF2-40B4-BE49-F238E27FC236}">
                    <a16:creationId xmlns:a16="http://schemas.microsoft.com/office/drawing/2014/main" id="{C74CD260-6AEE-3E46-6FE9-00F972EF1431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80" name="直接连接符 15379">
                <a:extLst>
                  <a:ext uri="{FF2B5EF4-FFF2-40B4-BE49-F238E27FC236}">
                    <a16:creationId xmlns:a16="http://schemas.microsoft.com/office/drawing/2014/main" id="{E4DAED10-1EAC-EF5B-C980-C7FA216A2C45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81" name="直接连接符 15380">
                <a:extLst>
                  <a:ext uri="{FF2B5EF4-FFF2-40B4-BE49-F238E27FC236}">
                    <a16:creationId xmlns:a16="http://schemas.microsoft.com/office/drawing/2014/main" id="{766B3CB3-E0EA-352D-CB6B-3EA5945917A5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82" name="直接连接符 15381">
                <a:extLst>
                  <a:ext uri="{FF2B5EF4-FFF2-40B4-BE49-F238E27FC236}">
                    <a16:creationId xmlns:a16="http://schemas.microsoft.com/office/drawing/2014/main" id="{A5F22C5C-813A-8405-22E0-686755A479AA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83" name="直接连接符 15382">
                <a:extLst>
                  <a:ext uri="{FF2B5EF4-FFF2-40B4-BE49-F238E27FC236}">
                    <a16:creationId xmlns:a16="http://schemas.microsoft.com/office/drawing/2014/main" id="{BCCA5EE1-7983-C07D-40A4-35E4E6799C33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84" name="直接连接符 15383">
                <a:extLst>
                  <a:ext uri="{FF2B5EF4-FFF2-40B4-BE49-F238E27FC236}">
                    <a16:creationId xmlns:a16="http://schemas.microsoft.com/office/drawing/2014/main" id="{744565DB-5155-F6E1-5182-BA6E63684626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85" name="直接连接符 15384">
                <a:extLst>
                  <a:ext uri="{FF2B5EF4-FFF2-40B4-BE49-F238E27FC236}">
                    <a16:creationId xmlns:a16="http://schemas.microsoft.com/office/drawing/2014/main" id="{CACD3169-1869-EEE5-F145-95208D81F1B4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86" name="直接连接符 15385">
                <a:extLst>
                  <a:ext uri="{FF2B5EF4-FFF2-40B4-BE49-F238E27FC236}">
                    <a16:creationId xmlns:a16="http://schemas.microsoft.com/office/drawing/2014/main" id="{23EBBB52-F4F4-A267-C5FA-3CDD4E91C8B8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87" name="直接连接符 15386">
                <a:extLst>
                  <a:ext uri="{FF2B5EF4-FFF2-40B4-BE49-F238E27FC236}">
                    <a16:creationId xmlns:a16="http://schemas.microsoft.com/office/drawing/2014/main" id="{616AAB74-A8A5-C2A7-68C3-ECE67BA7431B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88" name="直接连接符 15387">
                <a:extLst>
                  <a:ext uri="{FF2B5EF4-FFF2-40B4-BE49-F238E27FC236}">
                    <a16:creationId xmlns:a16="http://schemas.microsoft.com/office/drawing/2014/main" id="{C21EACCE-496B-AE0E-E45F-27D0FCB1C175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89" name="直接连接符 15388">
                <a:extLst>
                  <a:ext uri="{FF2B5EF4-FFF2-40B4-BE49-F238E27FC236}">
                    <a16:creationId xmlns:a16="http://schemas.microsoft.com/office/drawing/2014/main" id="{79670AD6-C91F-435E-DEC7-C8317A5584AC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90" name="直接连接符 15389">
                <a:extLst>
                  <a:ext uri="{FF2B5EF4-FFF2-40B4-BE49-F238E27FC236}">
                    <a16:creationId xmlns:a16="http://schemas.microsoft.com/office/drawing/2014/main" id="{A5885017-01EE-B9E0-7F40-F6C2DE541848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91" name="直接连接符 15390">
                <a:extLst>
                  <a:ext uri="{FF2B5EF4-FFF2-40B4-BE49-F238E27FC236}">
                    <a16:creationId xmlns:a16="http://schemas.microsoft.com/office/drawing/2014/main" id="{14087561-4F79-4D6B-085C-1834DA62C62E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92" name="直接连接符 15391">
                <a:extLst>
                  <a:ext uri="{FF2B5EF4-FFF2-40B4-BE49-F238E27FC236}">
                    <a16:creationId xmlns:a16="http://schemas.microsoft.com/office/drawing/2014/main" id="{FB46A7A5-6A35-0F33-303B-C7CCF7CCD6C2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93" name="直接连接符 15392">
                <a:extLst>
                  <a:ext uri="{FF2B5EF4-FFF2-40B4-BE49-F238E27FC236}">
                    <a16:creationId xmlns:a16="http://schemas.microsoft.com/office/drawing/2014/main" id="{7EBEC4DD-A2A4-D3B7-3AF5-7BC9AD6F1B37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94" name="直接连接符 15393">
                <a:extLst>
                  <a:ext uri="{FF2B5EF4-FFF2-40B4-BE49-F238E27FC236}">
                    <a16:creationId xmlns:a16="http://schemas.microsoft.com/office/drawing/2014/main" id="{D7532999-86A4-2A7A-AE26-42058C9E83F0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95" name="直接连接符 15394">
                <a:extLst>
                  <a:ext uri="{FF2B5EF4-FFF2-40B4-BE49-F238E27FC236}">
                    <a16:creationId xmlns:a16="http://schemas.microsoft.com/office/drawing/2014/main" id="{B80034C7-F7FA-643C-5892-431D56C6A91F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96" name="直接连接符 15395">
                <a:extLst>
                  <a:ext uri="{FF2B5EF4-FFF2-40B4-BE49-F238E27FC236}">
                    <a16:creationId xmlns:a16="http://schemas.microsoft.com/office/drawing/2014/main" id="{71F18414-78DC-D652-FBFD-0CA277F9341A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97" name="直接连接符 15396">
                <a:extLst>
                  <a:ext uri="{FF2B5EF4-FFF2-40B4-BE49-F238E27FC236}">
                    <a16:creationId xmlns:a16="http://schemas.microsoft.com/office/drawing/2014/main" id="{ECCA81F3-E3CA-0DF5-F05C-D053F31D830E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98" name="直接连接符 15397">
                <a:extLst>
                  <a:ext uri="{FF2B5EF4-FFF2-40B4-BE49-F238E27FC236}">
                    <a16:creationId xmlns:a16="http://schemas.microsoft.com/office/drawing/2014/main" id="{2DAC5966-99DF-A66C-81A2-879F6D2FB778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99" name="直接连接符 15398">
                <a:extLst>
                  <a:ext uri="{FF2B5EF4-FFF2-40B4-BE49-F238E27FC236}">
                    <a16:creationId xmlns:a16="http://schemas.microsoft.com/office/drawing/2014/main" id="{29340A17-8D36-6781-B5F1-AB771D6355D7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00" name="直接连接符 15399">
                <a:extLst>
                  <a:ext uri="{FF2B5EF4-FFF2-40B4-BE49-F238E27FC236}">
                    <a16:creationId xmlns:a16="http://schemas.microsoft.com/office/drawing/2014/main" id="{8018CE23-3629-762E-615C-135DDE1F4858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01" name="直接连接符 15400">
                <a:extLst>
                  <a:ext uri="{FF2B5EF4-FFF2-40B4-BE49-F238E27FC236}">
                    <a16:creationId xmlns:a16="http://schemas.microsoft.com/office/drawing/2014/main" id="{D99C1A00-71F7-2516-4D8D-B0EF763E1083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02" name="直接连接符 15401">
                <a:extLst>
                  <a:ext uri="{FF2B5EF4-FFF2-40B4-BE49-F238E27FC236}">
                    <a16:creationId xmlns:a16="http://schemas.microsoft.com/office/drawing/2014/main" id="{DF021F51-115F-B261-8CFD-1B5F6478E968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03" name="直接连接符 15402">
                <a:extLst>
                  <a:ext uri="{FF2B5EF4-FFF2-40B4-BE49-F238E27FC236}">
                    <a16:creationId xmlns:a16="http://schemas.microsoft.com/office/drawing/2014/main" id="{FD24A65A-4EA5-1146-C727-1E2DC478200A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04" name="直接连接符 15403">
                <a:extLst>
                  <a:ext uri="{FF2B5EF4-FFF2-40B4-BE49-F238E27FC236}">
                    <a16:creationId xmlns:a16="http://schemas.microsoft.com/office/drawing/2014/main" id="{2D174147-DD46-25B2-0907-45F7A71B1EAA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05" name="直接连接符 15404">
                <a:extLst>
                  <a:ext uri="{FF2B5EF4-FFF2-40B4-BE49-F238E27FC236}">
                    <a16:creationId xmlns:a16="http://schemas.microsoft.com/office/drawing/2014/main" id="{16E3A5B6-93E6-FE82-1158-19FA57F8458F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06" name="直接连接符 15405">
                <a:extLst>
                  <a:ext uri="{FF2B5EF4-FFF2-40B4-BE49-F238E27FC236}">
                    <a16:creationId xmlns:a16="http://schemas.microsoft.com/office/drawing/2014/main" id="{F9FD4C59-3E7F-AC59-2AA9-CC921B9CD8C4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07" name="直接连接符 15406">
                <a:extLst>
                  <a:ext uri="{FF2B5EF4-FFF2-40B4-BE49-F238E27FC236}">
                    <a16:creationId xmlns:a16="http://schemas.microsoft.com/office/drawing/2014/main" id="{0FC59AC4-0C59-4FFB-97A9-6DE5DACEEA82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08" name="直接连接符 15407">
                <a:extLst>
                  <a:ext uri="{FF2B5EF4-FFF2-40B4-BE49-F238E27FC236}">
                    <a16:creationId xmlns:a16="http://schemas.microsoft.com/office/drawing/2014/main" id="{7C6AD028-F1B7-F050-39A6-7C2DAD47CB07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09" name="直接连接符 15408">
                <a:extLst>
                  <a:ext uri="{FF2B5EF4-FFF2-40B4-BE49-F238E27FC236}">
                    <a16:creationId xmlns:a16="http://schemas.microsoft.com/office/drawing/2014/main" id="{1ED00A13-7B42-83A0-46EC-1A0DC396484E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10" name="直接连接符 15409">
                <a:extLst>
                  <a:ext uri="{FF2B5EF4-FFF2-40B4-BE49-F238E27FC236}">
                    <a16:creationId xmlns:a16="http://schemas.microsoft.com/office/drawing/2014/main" id="{2DD23F2B-D1D3-F37D-C055-B522D690C639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11" name="直接连接符 15410">
                <a:extLst>
                  <a:ext uri="{FF2B5EF4-FFF2-40B4-BE49-F238E27FC236}">
                    <a16:creationId xmlns:a16="http://schemas.microsoft.com/office/drawing/2014/main" id="{2D7F3716-3707-0E62-F12E-E901DB35169A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12" name="直接连接符 15411">
                <a:extLst>
                  <a:ext uri="{FF2B5EF4-FFF2-40B4-BE49-F238E27FC236}">
                    <a16:creationId xmlns:a16="http://schemas.microsoft.com/office/drawing/2014/main" id="{64C1DF41-FB06-288F-5BBD-EBE72FCDC65A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13" name="直接连接符 15412">
                <a:extLst>
                  <a:ext uri="{FF2B5EF4-FFF2-40B4-BE49-F238E27FC236}">
                    <a16:creationId xmlns:a16="http://schemas.microsoft.com/office/drawing/2014/main" id="{37EF219E-8ED0-058A-9639-727014B28A5B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14" name="直接连接符 15413">
                <a:extLst>
                  <a:ext uri="{FF2B5EF4-FFF2-40B4-BE49-F238E27FC236}">
                    <a16:creationId xmlns:a16="http://schemas.microsoft.com/office/drawing/2014/main" id="{02BEEEE9-C82E-2D14-A473-5A9526A69CF6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15" name="直接连接符 15414">
                <a:extLst>
                  <a:ext uri="{FF2B5EF4-FFF2-40B4-BE49-F238E27FC236}">
                    <a16:creationId xmlns:a16="http://schemas.microsoft.com/office/drawing/2014/main" id="{B52D52A0-79FD-FE16-83A8-0A5EC989F7EA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16" name="直接连接符 15415">
                <a:extLst>
                  <a:ext uri="{FF2B5EF4-FFF2-40B4-BE49-F238E27FC236}">
                    <a16:creationId xmlns:a16="http://schemas.microsoft.com/office/drawing/2014/main" id="{4C9001C3-5665-12AB-80A7-569DF44638A2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17" name="直接连接符 15416">
                <a:extLst>
                  <a:ext uri="{FF2B5EF4-FFF2-40B4-BE49-F238E27FC236}">
                    <a16:creationId xmlns:a16="http://schemas.microsoft.com/office/drawing/2014/main" id="{4D26FD71-1DBC-182D-E4DD-3C027EC48EC0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18" name="直接连接符 15417">
                <a:extLst>
                  <a:ext uri="{FF2B5EF4-FFF2-40B4-BE49-F238E27FC236}">
                    <a16:creationId xmlns:a16="http://schemas.microsoft.com/office/drawing/2014/main" id="{29377B3C-4C87-6679-3569-C4C32D885555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19" name="直接连接符 15418">
                <a:extLst>
                  <a:ext uri="{FF2B5EF4-FFF2-40B4-BE49-F238E27FC236}">
                    <a16:creationId xmlns:a16="http://schemas.microsoft.com/office/drawing/2014/main" id="{081FE4CC-DFAA-C39D-19C4-34FF48973E16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20" name="直接连接符 15419">
                <a:extLst>
                  <a:ext uri="{FF2B5EF4-FFF2-40B4-BE49-F238E27FC236}">
                    <a16:creationId xmlns:a16="http://schemas.microsoft.com/office/drawing/2014/main" id="{765A7FF2-87EE-40B0-C533-78E8395EA883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21" name="直接连接符 15420">
                <a:extLst>
                  <a:ext uri="{FF2B5EF4-FFF2-40B4-BE49-F238E27FC236}">
                    <a16:creationId xmlns:a16="http://schemas.microsoft.com/office/drawing/2014/main" id="{20156D2D-E750-D38A-9BA0-5F223CB473C2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22" name="直接连接符 15421">
                <a:extLst>
                  <a:ext uri="{FF2B5EF4-FFF2-40B4-BE49-F238E27FC236}">
                    <a16:creationId xmlns:a16="http://schemas.microsoft.com/office/drawing/2014/main" id="{305CAB0A-581A-4782-8883-CD06C6604A3D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23" name="直接连接符 15422">
                <a:extLst>
                  <a:ext uri="{FF2B5EF4-FFF2-40B4-BE49-F238E27FC236}">
                    <a16:creationId xmlns:a16="http://schemas.microsoft.com/office/drawing/2014/main" id="{2210415B-1331-10D3-8718-08E29377D024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24" name="直接连接符 15423">
                <a:extLst>
                  <a:ext uri="{FF2B5EF4-FFF2-40B4-BE49-F238E27FC236}">
                    <a16:creationId xmlns:a16="http://schemas.microsoft.com/office/drawing/2014/main" id="{7F5A02AB-F361-C9EB-3FCE-EF7E47922C32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25" name="直接连接符 15424">
                <a:extLst>
                  <a:ext uri="{FF2B5EF4-FFF2-40B4-BE49-F238E27FC236}">
                    <a16:creationId xmlns:a16="http://schemas.microsoft.com/office/drawing/2014/main" id="{0F81A34B-87B2-13F4-9997-C87515971161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26" name="直接连接符 15425">
                <a:extLst>
                  <a:ext uri="{FF2B5EF4-FFF2-40B4-BE49-F238E27FC236}">
                    <a16:creationId xmlns:a16="http://schemas.microsoft.com/office/drawing/2014/main" id="{174607F6-546C-9C33-E3FE-CC87A7DF4F4E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27" name="直接连接符 15426">
                <a:extLst>
                  <a:ext uri="{FF2B5EF4-FFF2-40B4-BE49-F238E27FC236}">
                    <a16:creationId xmlns:a16="http://schemas.microsoft.com/office/drawing/2014/main" id="{D66582DA-F0D3-7CBA-D170-AF6294B0951A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28" name="直接连接符 15427">
                <a:extLst>
                  <a:ext uri="{FF2B5EF4-FFF2-40B4-BE49-F238E27FC236}">
                    <a16:creationId xmlns:a16="http://schemas.microsoft.com/office/drawing/2014/main" id="{A4ACDE58-1DA3-F122-EA28-BD02440BD8E1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29" name="直接连接符 15428">
                <a:extLst>
                  <a:ext uri="{FF2B5EF4-FFF2-40B4-BE49-F238E27FC236}">
                    <a16:creationId xmlns:a16="http://schemas.microsoft.com/office/drawing/2014/main" id="{AC7FDB5C-682B-38AA-9630-1EB312338E1B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30" name="直接连接符 15429">
                <a:extLst>
                  <a:ext uri="{FF2B5EF4-FFF2-40B4-BE49-F238E27FC236}">
                    <a16:creationId xmlns:a16="http://schemas.microsoft.com/office/drawing/2014/main" id="{4F640732-93D0-0C29-D53C-74C5D41410DD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31" name="直接连接符 15430">
                <a:extLst>
                  <a:ext uri="{FF2B5EF4-FFF2-40B4-BE49-F238E27FC236}">
                    <a16:creationId xmlns:a16="http://schemas.microsoft.com/office/drawing/2014/main" id="{5199E1B4-DC4F-18A4-0117-3E5A384F6D2C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32" name="直接连接符 15431">
                <a:extLst>
                  <a:ext uri="{FF2B5EF4-FFF2-40B4-BE49-F238E27FC236}">
                    <a16:creationId xmlns:a16="http://schemas.microsoft.com/office/drawing/2014/main" id="{3404812A-4FF6-3828-3450-98188B153044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33" name="直接连接符 15432">
                <a:extLst>
                  <a:ext uri="{FF2B5EF4-FFF2-40B4-BE49-F238E27FC236}">
                    <a16:creationId xmlns:a16="http://schemas.microsoft.com/office/drawing/2014/main" id="{59EFD90B-A01C-30C4-8A53-48545DF52653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34" name="直接连接符 15433">
                <a:extLst>
                  <a:ext uri="{FF2B5EF4-FFF2-40B4-BE49-F238E27FC236}">
                    <a16:creationId xmlns:a16="http://schemas.microsoft.com/office/drawing/2014/main" id="{B2139F82-279C-7ED5-7AC9-D8FC34912B4E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39D5235-76E0-92E2-14A0-8B3D6308A06A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889E4BAA-F96A-52DD-B890-DE5D660A4CBB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5F3D31B3-FB36-CC71-6E94-95632D3B1006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50EB1641-8CF1-1B35-F5CD-529E9FF73960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D3DFD495-62AE-5A68-45D7-FC413BA39F76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D05D4A95-B580-9660-88BE-1725933847DA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178A85D2-67B7-D34E-F8F4-4492C78E1703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6FB02A10-2C26-82FE-04A8-8A674FB1E256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C1BA1034-0DF5-092F-C162-36C76974FE7E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2702DACF-0E71-EEAE-C2E8-D86B38C61F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B2970E8A-0A43-468E-B138-20C14FBC48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根树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83D1DA8-FFDC-4BB8-B286-D4222FD6B9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0508" y="1541474"/>
            <a:ext cx="8269963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给一个树</a:t>
            </a:r>
            <a:r>
              <a:rPr lang="en-US" altLang="zh-CN" sz="2800" dirty="0"/>
              <a:t> T, </a:t>
            </a:r>
            <a:r>
              <a:rPr lang="zh-CN" altLang="en-US" sz="2800" dirty="0"/>
              <a:t>选择一个根节点 </a:t>
            </a:r>
            <a:r>
              <a:rPr lang="en-US" altLang="zh-CN" sz="2800" dirty="0"/>
              <a:t>r ，</a:t>
            </a:r>
            <a:r>
              <a:rPr lang="zh-CN" altLang="en-US" sz="2800" dirty="0"/>
              <a:t>安排所有的边从</a:t>
            </a:r>
            <a:r>
              <a:rPr lang="en-US" altLang="zh-CN" sz="2800" dirty="0"/>
              <a:t>r</a:t>
            </a:r>
            <a:r>
              <a:rPr lang="zh-CN" altLang="en-US" sz="2800" dirty="0"/>
              <a:t>出发.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目的是为了建立分层结构。</a:t>
            </a:r>
          </a:p>
          <a:p>
            <a:pPr eaLnBrk="1" hangingPunct="1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31881A9B-4358-4505-B5C6-F33AA4F6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D25589-98D9-4089-AF5F-231765B3640F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CN" sz="1400"/>
          </a:p>
        </p:txBody>
      </p:sp>
      <p:pic>
        <p:nvPicPr>
          <p:cNvPr id="16389" name="Picture 4" descr="kleinberg_03F01">
            <a:extLst>
              <a:ext uri="{FF2B5EF4-FFF2-40B4-BE49-F238E27FC236}">
                <a16:creationId xmlns:a16="http://schemas.microsoft.com/office/drawing/2014/main" id="{17CCCD06-F7CF-48FD-9754-64A2828EE3D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4" r="-2109" b="12871"/>
          <a:stretch>
            <a:fillRect/>
          </a:stretch>
        </p:blipFill>
        <p:spPr bwMode="auto">
          <a:xfrm>
            <a:off x="685800" y="3694113"/>
            <a:ext cx="7253288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90" name="Text Box 5">
            <a:extLst>
              <a:ext uri="{FF2B5EF4-FFF2-40B4-BE49-F238E27FC236}">
                <a16:creationId xmlns:a16="http://schemas.microsoft.com/office/drawing/2014/main" id="{B7DCB19E-C019-4B7A-93F5-E2F0D356A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6101983"/>
            <a:ext cx="846386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</a:rPr>
              <a:t>a tree</a:t>
            </a:r>
          </a:p>
        </p:txBody>
      </p:sp>
      <p:sp>
        <p:nvSpPr>
          <p:cNvPr id="16391" name="Text Box 6">
            <a:extLst>
              <a:ext uri="{FF2B5EF4-FFF2-40B4-BE49-F238E27FC236}">
                <a16:creationId xmlns:a16="http://schemas.microsoft.com/office/drawing/2014/main" id="{8E116156-9D64-4E1E-AE01-B200520AA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0961" y="6129403"/>
            <a:ext cx="3031279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</a:rPr>
              <a:t>the same tree, rooted at 1</a:t>
            </a:r>
          </a:p>
        </p:txBody>
      </p:sp>
      <p:sp>
        <p:nvSpPr>
          <p:cNvPr id="16392" name="Text Box 7">
            <a:extLst>
              <a:ext uri="{FF2B5EF4-FFF2-40B4-BE49-F238E27FC236}">
                <a16:creationId xmlns:a16="http://schemas.microsoft.com/office/drawing/2014/main" id="{5556F289-128E-46D1-A4DB-6B53A8330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2175" y="4864102"/>
            <a:ext cx="285335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accent4"/>
                </a:solidFill>
                <a:latin typeface="Comic Sans MS" panose="030F0702030302020204" pitchFamily="66" charset="0"/>
              </a:rPr>
              <a:t>v</a:t>
            </a:r>
          </a:p>
        </p:txBody>
      </p:sp>
      <p:sp>
        <p:nvSpPr>
          <p:cNvPr id="16393" name="Text Box 8">
            <a:extLst>
              <a:ext uri="{FF2B5EF4-FFF2-40B4-BE49-F238E27FC236}">
                <a16:creationId xmlns:a16="http://schemas.microsoft.com/office/drawing/2014/main" id="{7CF34A22-D938-44E4-95FE-78D4DEBFB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3175" y="4051302"/>
            <a:ext cx="124874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accent4"/>
                </a:solidFill>
                <a:latin typeface="Comic Sans MS" panose="030F0702030302020204" pitchFamily="66" charset="0"/>
              </a:rPr>
              <a:t>parent of v</a:t>
            </a:r>
          </a:p>
        </p:txBody>
      </p:sp>
      <p:sp>
        <p:nvSpPr>
          <p:cNvPr id="16394" name="Text Box 9">
            <a:extLst>
              <a:ext uri="{FF2B5EF4-FFF2-40B4-BE49-F238E27FC236}">
                <a16:creationId xmlns:a16="http://schemas.microsoft.com/office/drawing/2014/main" id="{960EDEF1-98EE-4739-B105-22987E19E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027" y="5665790"/>
            <a:ext cx="1077218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accent4"/>
                </a:solidFill>
                <a:latin typeface="Comic Sans MS" panose="030F0702030302020204" pitchFamily="66" charset="0"/>
              </a:rPr>
              <a:t>child of v</a:t>
            </a:r>
          </a:p>
        </p:txBody>
      </p:sp>
      <p:sp>
        <p:nvSpPr>
          <p:cNvPr id="16395" name="Text Box 10">
            <a:extLst>
              <a:ext uri="{FF2B5EF4-FFF2-40B4-BE49-F238E27FC236}">
                <a16:creationId xmlns:a16="http://schemas.microsoft.com/office/drawing/2014/main" id="{3A5B254D-94A9-4A00-9D61-2F5274EBB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0090" y="3689352"/>
            <a:ext cx="756617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accent4"/>
                </a:solidFill>
                <a:latin typeface="Comic Sans MS" panose="030F0702030302020204" pitchFamily="66" charset="0"/>
              </a:rPr>
              <a:t>root r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36164B9-FBBF-6110-1DD2-7D39B04FBA4D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EA53328-64D7-7F49-E77A-29F50DD5B3ED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BD451C74-F026-B01D-1A40-2A27477DDBE2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4C3CC7A-CE54-2C62-C70A-69E8A89342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B35F778E-8115-8FAA-DABB-938652D7EB81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DADA410-DBFE-AAB4-84FC-3E5CC4F7656B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FFA8BF9-1ECF-80C7-C05C-8EB11F30A359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B80EEA47-B7E3-59C7-9CF8-6933D87BC7E8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691BD3F3-CC34-5336-2998-62799EB2FC16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981335B5-040F-66A1-2649-D9E288FBCB8D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C839B3FA-7DA4-2E0F-2FB2-A824BEAE5365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1D05F94A-3AA9-9CF6-2C23-A5D154A82066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6BE98582-A974-F738-9392-FBA7601B9C56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94E4A8DD-5B38-6A9C-E1B4-0FDF9158EC09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2E4B96FB-70C4-82BF-22A0-E8CF49E5696E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42530CCD-5156-0668-510B-2F497CBC3E93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86C8DD3B-E304-7390-80D6-1C16047E73A7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0BF45AAE-262F-FC2E-BE07-4000D6D98145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D1996A30-6CD4-D936-9D14-0EB75B4BC2D4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0774391D-BAB9-015E-D449-902CA1656D8A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76245104-F90A-FBE7-7E4C-118E63918AA3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9ED15FF7-09A8-8272-F0B0-85DCD763D59D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CD6CD713-3D9D-C604-E333-3E310632A4CF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F587C9F6-425C-CA06-086A-4F3DE642FECA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6B567CCA-152B-8258-E6D6-2484910C82FE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BF320BE9-ED4A-9C6E-C9DC-6EDE90A8AC9B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07237B0A-3234-4582-6FF8-51421F2980F7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0E8551EA-AA6F-1D40-4645-D0624868D978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51EC5DBC-B3F4-623D-4654-51556518BF37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ECFC2389-31ED-9BB1-5326-0B1FDF204BE9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10B797A1-1421-7E9F-21C5-92D2EB66B4C6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090FDA4A-83E4-8A7D-598E-4541C5D4909A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108D06C6-FE03-60B6-0FA2-AB3F5A1E0DEA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9FF1F8F3-BBA5-E7D8-2B83-E2C313D7FD3E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219AC405-7662-5845-3B3F-FF0E80CF1F21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6FB6B03B-F9FF-F75B-FAC5-2905ECC93892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6FB66A2E-B803-78CC-1169-F3E20C9CAC52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2B74C01A-FB07-5C23-C2D2-E00F404EE6C4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E5210D2A-AC39-C700-6311-BB6D82EB1080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F9CCADF8-37FB-3E45-4F31-1F21FD490F35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A0645621-65A3-AFD8-E9E1-17C09284A0DF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5476CF19-435F-6A74-DBC1-011C33B6AF84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3AD79892-A2B4-EFE9-49AF-A5F4EFE2AB5F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C980232E-7A1E-32BA-E760-6C3E53566237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A5654565-B710-9D83-F9FE-192DA6F38CD3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0D53F9E5-E50A-2FF0-2DDB-2668052DD3F9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0C42A53E-7E95-1EB8-8F21-562B104D6E56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1BC5404F-8019-66D1-FA5B-89E1934FA11D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A9031604-A06D-5AE0-AA81-22FCECACEC40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EB67DF0C-B1BC-F4FD-6889-759F102CB5BA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47C43D82-8D14-F65C-E016-390A30A216F1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6638443B-76A5-4F47-818E-C6A7093E2A2D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84" name="直接连接符 16383">
                <a:extLst>
                  <a:ext uri="{FF2B5EF4-FFF2-40B4-BE49-F238E27FC236}">
                    <a16:creationId xmlns:a16="http://schemas.microsoft.com/office/drawing/2014/main" id="{A12D8B5C-567B-742C-0C8D-2DCE3C289ED2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85" name="直接连接符 16384">
                <a:extLst>
                  <a:ext uri="{FF2B5EF4-FFF2-40B4-BE49-F238E27FC236}">
                    <a16:creationId xmlns:a16="http://schemas.microsoft.com/office/drawing/2014/main" id="{624B952B-B705-D622-235E-7FD8EC014D8C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96" name="直接连接符 16395">
                <a:extLst>
                  <a:ext uri="{FF2B5EF4-FFF2-40B4-BE49-F238E27FC236}">
                    <a16:creationId xmlns:a16="http://schemas.microsoft.com/office/drawing/2014/main" id="{08B8DD4D-0F61-6131-F66E-8A3C21F3EC41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97" name="直接连接符 16396">
                <a:extLst>
                  <a:ext uri="{FF2B5EF4-FFF2-40B4-BE49-F238E27FC236}">
                    <a16:creationId xmlns:a16="http://schemas.microsoft.com/office/drawing/2014/main" id="{36874F5E-09DC-681B-9B8C-AFB97FE75DF5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98" name="直接连接符 16397">
                <a:extLst>
                  <a:ext uri="{FF2B5EF4-FFF2-40B4-BE49-F238E27FC236}">
                    <a16:creationId xmlns:a16="http://schemas.microsoft.com/office/drawing/2014/main" id="{3FD89ACC-F41C-E040-95EA-CE4A529A38C0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99" name="直接连接符 16398">
                <a:extLst>
                  <a:ext uri="{FF2B5EF4-FFF2-40B4-BE49-F238E27FC236}">
                    <a16:creationId xmlns:a16="http://schemas.microsoft.com/office/drawing/2014/main" id="{E151FD14-C28A-2F20-3994-8AB9457994FF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0" name="直接连接符 16399">
                <a:extLst>
                  <a:ext uri="{FF2B5EF4-FFF2-40B4-BE49-F238E27FC236}">
                    <a16:creationId xmlns:a16="http://schemas.microsoft.com/office/drawing/2014/main" id="{4C288DBC-B668-D748-7A86-272646953F12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1" name="直接连接符 16400">
                <a:extLst>
                  <a:ext uri="{FF2B5EF4-FFF2-40B4-BE49-F238E27FC236}">
                    <a16:creationId xmlns:a16="http://schemas.microsoft.com/office/drawing/2014/main" id="{1E635761-FEC4-A6C3-57DE-CD1C9DD1AC75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2" name="直接连接符 16401">
                <a:extLst>
                  <a:ext uri="{FF2B5EF4-FFF2-40B4-BE49-F238E27FC236}">
                    <a16:creationId xmlns:a16="http://schemas.microsoft.com/office/drawing/2014/main" id="{E9750F32-B9AD-67C5-E6DE-4343BFECED01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3" name="直接连接符 16402">
                <a:extLst>
                  <a:ext uri="{FF2B5EF4-FFF2-40B4-BE49-F238E27FC236}">
                    <a16:creationId xmlns:a16="http://schemas.microsoft.com/office/drawing/2014/main" id="{2E3E527E-B07A-7BBE-CEBF-4AE47388F4BB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4" name="直接连接符 16403">
                <a:extLst>
                  <a:ext uri="{FF2B5EF4-FFF2-40B4-BE49-F238E27FC236}">
                    <a16:creationId xmlns:a16="http://schemas.microsoft.com/office/drawing/2014/main" id="{944548B5-2201-3E04-0350-02F20E2C3D7D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5" name="直接连接符 16404">
                <a:extLst>
                  <a:ext uri="{FF2B5EF4-FFF2-40B4-BE49-F238E27FC236}">
                    <a16:creationId xmlns:a16="http://schemas.microsoft.com/office/drawing/2014/main" id="{1127BE32-68BA-C677-D2E7-D0EBA79BCA6E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6" name="直接连接符 16405">
                <a:extLst>
                  <a:ext uri="{FF2B5EF4-FFF2-40B4-BE49-F238E27FC236}">
                    <a16:creationId xmlns:a16="http://schemas.microsoft.com/office/drawing/2014/main" id="{D7F6B60D-0DE7-60CB-365E-A92FA22E0E7F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7" name="直接连接符 16406">
                <a:extLst>
                  <a:ext uri="{FF2B5EF4-FFF2-40B4-BE49-F238E27FC236}">
                    <a16:creationId xmlns:a16="http://schemas.microsoft.com/office/drawing/2014/main" id="{08112776-0402-1979-E361-7D17E4DB6B57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8" name="直接连接符 16407">
                <a:extLst>
                  <a:ext uri="{FF2B5EF4-FFF2-40B4-BE49-F238E27FC236}">
                    <a16:creationId xmlns:a16="http://schemas.microsoft.com/office/drawing/2014/main" id="{F33548C9-C08A-D1B0-F83F-523DF214C7FA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9" name="直接连接符 16408">
                <a:extLst>
                  <a:ext uri="{FF2B5EF4-FFF2-40B4-BE49-F238E27FC236}">
                    <a16:creationId xmlns:a16="http://schemas.microsoft.com/office/drawing/2014/main" id="{D9611B84-3D99-218B-4430-1AF0F5C9AD90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0" name="直接连接符 16409">
                <a:extLst>
                  <a:ext uri="{FF2B5EF4-FFF2-40B4-BE49-F238E27FC236}">
                    <a16:creationId xmlns:a16="http://schemas.microsoft.com/office/drawing/2014/main" id="{89E23F39-E680-40D5-8779-2C481684509C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1" name="直接连接符 16410">
                <a:extLst>
                  <a:ext uri="{FF2B5EF4-FFF2-40B4-BE49-F238E27FC236}">
                    <a16:creationId xmlns:a16="http://schemas.microsoft.com/office/drawing/2014/main" id="{1D8676C3-C3B7-AC2E-52F7-3616460B9205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2" name="直接连接符 16411">
                <a:extLst>
                  <a:ext uri="{FF2B5EF4-FFF2-40B4-BE49-F238E27FC236}">
                    <a16:creationId xmlns:a16="http://schemas.microsoft.com/office/drawing/2014/main" id="{2A2716D5-94E6-CE01-D020-5D5AA56B3A53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3" name="直接连接符 16412">
                <a:extLst>
                  <a:ext uri="{FF2B5EF4-FFF2-40B4-BE49-F238E27FC236}">
                    <a16:creationId xmlns:a16="http://schemas.microsoft.com/office/drawing/2014/main" id="{4A754156-8A86-D12B-F589-9C595CD1EB1E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4" name="直接连接符 16413">
                <a:extLst>
                  <a:ext uri="{FF2B5EF4-FFF2-40B4-BE49-F238E27FC236}">
                    <a16:creationId xmlns:a16="http://schemas.microsoft.com/office/drawing/2014/main" id="{64E5D9B4-9DB9-277E-E44F-4960A0A4071C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5" name="直接连接符 16414">
                <a:extLst>
                  <a:ext uri="{FF2B5EF4-FFF2-40B4-BE49-F238E27FC236}">
                    <a16:creationId xmlns:a16="http://schemas.microsoft.com/office/drawing/2014/main" id="{3A7BF69F-14B0-2D21-D1DE-820450F06701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6" name="直接连接符 16415">
                <a:extLst>
                  <a:ext uri="{FF2B5EF4-FFF2-40B4-BE49-F238E27FC236}">
                    <a16:creationId xmlns:a16="http://schemas.microsoft.com/office/drawing/2014/main" id="{DB5E4205-8569-86BE-33EE-881AF392DB8A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7" name="直接连接符 16416">
                <a:extLst>
                  <a:ext uri="{FF2B5EF4-FFF2-40B4-BE49-F238E27FC236}">
                    <a16:creationId xmlns:a16="http://schemas.microsoft.com/office/drawing/2014/main" id="{074F7FD0-6856-2A07-46E5-9ABE85A50583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8" name="直接连接符 16417">
                <a:extLst>
                  <a:ext uri="{FF2B5EF4-FFF2-40B4-BE49-F238E27FC236}">
                    <a16:creationId xmlns:a16="http://schemas.microsoft.com/office/drawing/2014/main" id="{62DF596D-75C2-CC78-3E43-58EA73D31D61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9" name="直接连接符 16418">
                <a:extLst>
                  <a:ext uri="{FF2B5EF4-FFF2-40B4-BE49-F238E27FC236}">
                    <a16:creationId xmlns:a16="http://schemas.microsoft.com/office/drawing/2014/main" id="{F4DD437F-0ACC-CC9D-06B8-02F7C6953BBC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0" name="直接连接符 16419">
                <a:extLst>
                  <a:ext uri="{FF2B5EF4-FFF2-40B4-BE49-F238E27FC236}">
                    <a16:creationId xmlns:a16="http://schemas.microsoft.com/office/drawing/2014/main" id="{567DCCD3-FC17-0F52-BACB-503076A98AB9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1" name="直接连接符 16420">
                <a:extLst>
                  <a:ext uri="{FF2B5EF4-FFF2-40B4-BE49-F238E27FC236}">
                    <a16:creationId xmlns:a16="http://schemas.microsoft.com/office/drawing/2014/main" id="{7135001C-822B-E0BA-46B6-789A44E9044A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2" name="直接连接符 16421">
                <a:extLst>
                  <a:ext uri="{FF2B5EF4-FFF2-40B4-BE49-F238E27FC236}">
                    <a16:creationId xmlns:a16="http://schemas.microsoft.com/office/drawing/2014/main" id="{5CEE9F60-18FC-E61A-4881-1074A517DA5B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3" name="直接连接符 16422">
                <a:extLst>
                  <a:ext uri="{FF2B5EF4-FFF2-40B4-BE49-F238E27FC236}">
                    <a16:creationId xmlns:a16="http://schemas.microsoft.com/office/drawing/2014/main" id="{D85B177E-F674-BC42-1E71-EDAF52BDC80C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4" name="直接连接符 16423">
                <a:extLst>
                  <a:ext uri="{FF2B5EF4-FFF2-40B4-BE49-F238E27FC236}">
                    <a16:creationId xmlns:a16="http://schemas.microsoft.com/office/drawing/2014/main" id="{CC1FE60B-2079-849E-93B5-A19F4985B0E0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5" name="直接连接符 16424">
                <a:extLst>
                  <a:ext uri="{FF2B5EF4-FFF2-40B4-BE49-F238E27FC236}">
                    <a16:creationId xmlns:a16="http://schemas.microsoft.com/office/drawing/2014/main" id="{7B708927-6710-55DE-7FCC-A9891605C5B3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6" name="直接连接符 16425">
                <a:extLst>
                  <a:ext uri="{FF2B5EF4-FFF2-40B4-BE49-F238E27FC236}">
                    <a16:creationId xmlns:a16="http://schemas.microsoft.com/office/drawing/2014/main" id="{808BD470-282F-58E4-2633-F8D391154196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7" name="直接连接符 16426">
                <a:extLst>
                  <a:ext uri="{FF2B5EF4-FFF2-40B4-BE49-F238E27FC236}">
                    <a16:creationId xmlns:a16="http://schemas.microsoft.com/office/drawing/2014/main" id="{A67CC879-1610-17C8-FC13-11883DC652C4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8" name="直接连接符 16427">
                <a:extLst>
                  <a:ext uri="{FF2B5EF4-FFF2-40B4-BE49-F238E27FC236}">
                    <a16:creationId xmlns:a16="http://schemas.microsoft.com/office/drawing/2014/main" id="{FF9404FA-8B0E-CCEB-717E-46656EA9B677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9" name="直接连接符 16428">
                <a:extLst>
                  <a:ext uri="{FF2B5EF4-FFF2-40B4-BE49-F238E27FC236}">
                    <a16:creationId xmlns:a16="http://schemas.microsoft.com/office/drawing/2014/main" id="{7456EB93-D04C-D466-E520-F4E9C5568D8F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0" name="直接连接符 16429">
                <a:extLst>
                  <a:ext uri="{FF2B5EF4-FFF2-40B4-BE49-F238E27FC236}">
                    <a16:creationId xmlns:a16="http://schemas.microsoft.com/office/drawing/2014/main" id="{BBAFECFC-C3C8-F3C4-1E4A-B18D9E669FB8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1" name="直接连接符 16430">
                <a:extLst>
                  <a:ext uri="{FF2B5EF4-FFF2-40B4-BE49-F238E27FC236}">
                    <a16:creationId xmlns:a16="http://schemas.microsoft.com/office/drawing/2014/main" id="{C1E9B0D3-53D0-69D9-5DFF-5CF7FEE15393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2" name="直接连接符 16431">
                <a:extLst>
                  <a:ext uri="{FF2B5EF4-FFF2-40B4-BE49-F238E27FC236}">
                    <a16:creationId xmlns:a16="http://schemas.microsoft.com/office/drawing/2014/main" id="{B564E84A-1CBF-4B2E-BAF0-7D60B449317B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3" name="直接连接符 16432">
                <a:extLst>
                  <a:ext uri="{FF2B5EF4-FFF2-40B4-BE49-F238E27FC236}">
                    <a16:creationId xmlns:a16="http://schemas.microsoft.com/office/drawing/2014/main" id="{26C25AE5-4404-C9F5-0856-F2C38C558D2B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4" name="直接连接符 16433">
                <a:extLst>
                  <a:ext uri="{FF2B5EF4-FFF2-40B4-BE49-F238E27FC236}">
                    <a16:creationId xmlns:a16="http://schemas.microsoft.com/office/drawing/2014/main" id="{107C74D1-1ECB-A294-3BE8-6A096AF504BB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5" name="直接连接符 16434">
                <a:extLst>
                  <a:ext uri="{FF2B5EF4-FFF2-40B4-BE49-F238E27FC236}">
                    <a16:creationId xmlns:a16="http://schemas.microsoft.com/office/drawing/2014/main" id="{B0360872-584C-1403-9FC2-2A952D3606B2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6" name="直接连接符 16435">
                <a:extLst>
                  <a:ext uri="{FF2B5EF4-FFF2-40B4-BE49-F238E27FC236}">
                    <a16:creationId xmlns:a16="http://schemas.microsoft.com/office/drawing/2014/main" id="{CE70FEDB-1785-A280-3A6C-72840547C408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7" name="直接连接符 16436">
                <a:extLst>
                  <a:ext uri="{FF2B5EF4-FFF2-40B4-BE49-F238E27FC236}">
                    <a16:creationId xmlns:a16="http://schemas.microsoft.com/office/drawing/2014/main" id="{D8E7BFF3-5951-CCA8-6208-2FEFBE222BCD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8" name="直接连接符 16437">
                <a:extLst>
                  <a:ext uri="{FF2B5EF4-FFF2-40B4-BE49-F238E27FC236}">
                    <a16:creationId xmlns:a16="http://schemas.microsoft.com/office/drawing/2014/main" id="{2C9AB4C5-2B28-E9FE-A787-40D27C2AB79B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9" name="直接连接符 16438">
                <a:extLst>
                  <a:ext uri="{FF2B5EF4-FFF2-40B4-BE49-F238E27FC236}">
                    <a16:creationId xmlns:a16="http://schemas.microsoft.com/office/drawing/2014/main" id="{5DA8B2A5-55CD-B9A9-ADFC-BEEBE8ADBECF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0" name="直接连接符 16439">
                <a:extLst>
                  <a:ext uri="{FF2B5EF4-FFF2-40B4-BE49-F238E27FC236}">
                    <a16:creationId xmlns:a16="http://schemas.microsoft.com/office/drawing/2014/main" id="{045B6F06-ABF5-249D-738E-BDC5E8183E44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1" name="直接连接符 16440">
                <a:extLst>
                  <a:ext uri="{FF2B5EF4-FFF2-40B4-BE49-F238E27FC236}">
                    <a16:creationId xmlns:a16="http://schemas.microsoft.com/office/drawing/2014/main" id="{0F214CA4-E050-14F1-F15F-D603914C9D63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2" name="直接连接符 16441">
                <a:extLst>
                  <a:ext uri="{FF2B5EF4-FFF2-40B4-BE49-F238E27FC236}">
                    <a16:creationId xmlns:a16="http://schemas.microsoft.com/office/drawing/2014/main" id="{E05543F6-C5C9-FBA8-1D7B-952805B507AE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3" name="直接连接符 16442">
                <a:extLst>
                  <a:ext uri="{FF2B5EF4-FFF2-40B4-BE49-F238E27FC236}">
                    <a16:creationId xmlns:a16="http://schemas.microsoft.com/office/drawing/2014/main" id="{E9D0742C-45AE-2375-50B7-8A9FA26AD8BB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4" name="直接连接符 16443">
                <a:extLst>
                  <a:ext uri="{FF2B5EF4-FFF2-40B4-BE49-F238E27FC236}">
                    <a16:creationId xmlns:a16="http://schemas.microsoft.com/office/drawing/2014/main" id="{6E1E96B2-C013-63A9-ED6D-A4917EDA8A54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5" name="直接连接符 16444">
                <a:extLst>
                  <a:ext uri="{FF2B5EF4-FFF2-40B4-BE49-F238E27FC236}">
                    <a16:creationId xmlns:a16="http://schemas.microsoft.com/office/drawing/2014/main" id="{777C5F88-D67D-04E5-6387-E97C76B98E2C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6" name="直接连接符 16445">
                <a:extLst>
                  <a:ext uri="{FF2B5EF4-FFF2-40B4-BE49-F238E27FC236}">
                    <a16:creationId xmlns:a16="http://schemas.microsoft.com/office/drawing/2014/main" id="{D7F4E8D7-D308-6E99-EEA1-F63C3E220F03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7" name="直接连接符 16446">
                <a:extLst>
                  <a:ext uri="{FF2B5EF4-FFF2-40B4-BE49-F238E27FC236}">
                    <a16:creationId xmlns:a16="http://schemas.microsoft.com/office/drawing/2014/main" id="{0F42CFC5-F064-5C6B-A59B-C359E4B743F0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8" name="直接连接符 16447">
                <a:extLst>
                  <a:ext uri="{FF2B5EF4-FFF2-40B4-BE49-F238E27FC236}">
                    <a16:creationId xmlns:a16="http://schemas.microsoft.com/office/drawing/2014/main" id="{28D4D9CA-85E5-AE5F-BD73-D7E3116FC40A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9" name="直接连接符 16448">
                <a:extLst>
                  <a:ext uri="{FF2B5EF4-FFF2-40B4-BE49-F238E27FC236}">
                    <a16:creationId xmlns:a16="http://schemas.microsoft.com/office/drawing/2014/main" id="{52067945-3E85-9814-D319-220151567C67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0" name="直接连接符 16449">
                <a:extLst>
                  <a:ext uri="{FF2B5EF4-FFF2-40B4-BE49-F238E27FC236}">
                    <a16:creationId xmlns:a16="http://schemas.microsoft.com/office/drawing/2014/main" id="{3963C15C-1F35-9A6C-C0B6-71C53CBB91B3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1" name="直接连接符 16450">
                <a:extLst>
                  <a:ext uri="{FF2B5EF4-FFF2-40B4-BE49-F238E27FC236}">
                    <a16:creationId xmlns:a16="http://schemas.microsoft.com/office/drawing/2014/main" id="{80C3729B-CC2E-DE2B-4300-EF68B5B77588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2" name="直接连接符 16451">
                <a:extLst>
                  <a:ext uri="{FF2B5EF4-FFF2-40B4-BE49-F238E27FC236}">
                    <a16:creationId xmlns:a16="http://schemas.microsoft.com/office/drawing/2014/main" id="{3F28584F-B08D-F5B8-D5DD-66AEC8792E6A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3" name="直接连接符 16452">
                <a:extLst>
                  <a:ext uri="{FF2B5EF4-FFF2-40B4-BE49-F238E27FC236}">
                    <a16:creationId xmlns:a16="http://schemas.microsoft.com/office/drawing/2014/main" id="{3EC20F39-5CAD-46E2-F7D6-82F494DB1336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4" name="直接连接符 16453">
                <a:extLst>
                  <a:ext uri="{FF2B5EF4-FFF2-40B4-BE49-F238E27FC236}">
                    <a16:creationId xmlns:a16="http://schemas.microsoft.com/office/drawing/2014/main" id="{D0CB543D-215E-A361-B593-1B0232A953A3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5" name="直接连接符 16454">
                <a:extLst>
                  <a:ext uri="{FF2B5EF4-FFF2-40B4-BE49-F238E27FC236}">
                    <a16:creationId xmlns:a16="http://schemas.microsoft.com/office/drawing/2014/main" id="{9E44B166-3C09-BA23-DF23-38A432207ECC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6" name="直接连接符 16455">
                <a:extLst>
                  <a:ext uri="{FF2B5EF4-FFF2-40B4-BE49-F238E27FC236}">
                    <a16:creationId xmlns:a16="http://schemas.microsoft.com/office/drawing/2014/main" id="{B224BAC5-07B0-4255-0474-5FE1E3E246F2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7" name="直接连接符 16456">
                <a:extLst>
                  <a:ext uri="{FF2B5EF4-FFF2-40B4-BE49-F238E27FC236}">
                    <a16:creationId xmlns:a16="http://schemas.microsoft.com/office/drawing/2014/main" id="{414BDCC8-9B3B-9780-80FC-4DC0B9F54BA0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8" name="直接连接符 16457">
                <a:extLst>
                  <a:ext uri="{FF2B5EF4-FFF2-40B4-BE49-F238E27FC236}">
                    <a16:creationId xmlns:a16="http://schemas.microsoft.com/office/drawing/2014/main" id="{7865E8BF-0769-4C5B-5903-49BFB48BDD6C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9" name="直接连接符 16458">
                <a:extLst>
                  <a:ext uri="{FF2B5EF4-FFF2-40B4-BE49-F238E27FC236}">
                    <a16:creationId xmlns:a16="http://schemas.microsoft.com/office/drawing/2014/main" id="{A59CCE80-9033-EFD5-D44A-ACCA53A8D0E2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60" name="直接连接符 16459">
                <a:extLst>
                  <a:ext uri="{FF2B5EF4-FFF2-40B4-BE49-F238E27FC236}">
                    <a16:creationId xmlns:a16="http://schemas.microsoft.com/office/drawing/2014/main" id="{3929A031-7A82-3E00-6DC4-2C0055C3C633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61" name="直接连接符 16460">
                <a:extLst>
                  <a:ext uri="{FF2B5EF4-FFF2-40B4-BE49-F238E27FC236}">
                    <a16:creationId xmlns:a16="http://schemas.microsoft.com/office/drawing/2014/main" id="{5988CCD3-6179-621F-A1C4-4683630549C1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62" name="直接连接符 16461">
                <a:extLst>
                  <a:ext uri="{FF2B5EF4-FFF2-40B4-BE49-F238E27FC236}">
                    <a16:creationId xmlns:a16="http://schemas.microsoft.com/office/drawing/2014/main" id="{1B1B335A-A3C3-4702-EA3A-C71619E52A8F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E929FF8-9B4D-08EC-81E8-31EE8AD2944C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0A55705F-09AD-EE51-915E-BEDBF2C19A99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59534879-4C42-C77D-6CD3-ECCF2F1F8D92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91E872F2-881F-1E65-EAD2-BFAF47EB89B9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A9E709E4-29A8-7200-B696-5D90AE000076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6CF11157-D6C5-F776-770C-01A5262C0900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1AE216EF-E946-1818-5ED6-CA4A5C56118E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B9EF5E20-1A4E-0B1B-118C-A95B8CE9B327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A508D1F0-6050-82AD-BCA7-BACDBD39F987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AC18A2B-0F00-91F0-BF0D-078DC3131A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9878-F17E-FF93-7393-CD3574981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CADB89FE-5E85-DCED-1BE7-1EDFC54FF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系统发育树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B0802AC-1328-7AC9-A2C5-B0EAA698D2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1494" y="1690691"/>
            <a:ext cx="7772400" cy="411480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分支的交汇点表示这些物种在进化历程中有共同的祖先</a:t>
            </a:r>
            <a:r>
              <a:rPr lang="en-US" altLang="zh-CN" sz="2400" dirty="0"/>
              <a:t>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BE0FA12-1038-2CB8-1776-1FBDE6C3B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2516283"/>
            <a:ext cx="4032448" cy="361940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94087D16-B0F0-8D22-41C8-9CC4BBA418B6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5EF218F-659D-E6CB-5EDD-15FC5263747D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7C506994-9490-DE40-75CF-831734B94BDC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DB1ED316-7D7F-52D4-D3C4-413C4614DF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17A74030-307B-9DB6-75C7-B838DA65CF73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D97818B-74F7-E7E9-4073-10B6969AE4AF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B6D719D-40B3-958B-A738-E8135289C5D9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340533C3-3EF3-9A98-2989-BBBBFA109045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E36A3C44-19E6-5ACB-BCD1-20998962158B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7EEA3A91-413F-6CA9-F4B8-9E8E907CE4FA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919BD60C-56D0-E76F-DF07-327A087CA85E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6A9034A6-BE43-FC9F-789F-03C6F39049E6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A5B2DE12-1E80-511D-1947-39DA1B3DBB03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2A5713C7-750F-2D6F-0C9D-EF2509868B8C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79B814D1-06A1-4475-64D6-BD64C958E785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7E039C1F-97B5-6FE3-AD4D-15F9FB82C7B0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159E8EAB-D5CE-3CFE-FE94-8BC49D0F9068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AE9DB294-D84D-7899-7147-EDA3EFE0C3A7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15634C6F-C65E-8718-F032-83C604368A5E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E6AA44EF-6CFC-CAA2-1880-29534AB7F0A2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4EE84BA7-8A7D-3F03-2654-8805FBC56709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5930F478-290E-C786-C248-931464D4471C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B1CE35A4-A326-6E82-694E-BDF7F218449C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6D184E82-5FD4-8EE3-D922-A7A447186DF8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777070F6-3C36-29C3-DB22-08F22E51CA7D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8D62E71D-2B0A-3711-F612-5E6FA17BDDB1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F4E263C5-03C8-9514-22B4-E190BA9A723A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97E9B2D3-9179-A641-082E-197805C1B18A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BD93E85B-D3FF-4E50-B049-F84DEFD8B954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4C0BDD58-8560-8894-A244-3DF3FD463968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9C7DE447-BF3E-1A47-CC90-9AE7B3204F5A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BF2EAAC6-76A1-8CC9-3C1B-29F29A499E40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231F2268-9C65-A7EA-042F-38C9250A6CB8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9B7A963F-7BA8-2B29-A018-2CCA32DF9028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9B27E91E-1C31-ECEA-2866-9A7947A0E789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46A6827A-752A-F182-3723-2F578C6F7A14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0D29148F-F6A5-C287-875D-4ABBD40C2B9A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4763F473-8A14-8CDE-6962-55553DEED0C5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62F8FFF6-D482-965C-06B9-2F9730845EAD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E4410043-CD18-6CAA-4D72-E24F103A5DD8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0A68441E-0368-94E6-0CE9-A805066634A2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6CA82943-2140-656B-6602-9A0C9A28FB05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E5D3F4D6-F47B-4EAB-00E9-7289416704D2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146D7CA9-4D74-EEF2-5478-1476699D0B44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A0012824-997A-C1F4-76FB-48ECF4BCF340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8152730-F665-337D-D0A3-14EC60DDB333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A7F97CB3-0F02-BA2E-1201-0B0D5DF26215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929FF060-4B5F-45FC-4D5C-15100678E1CB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1264FE20-FA7E-3193-E100-0037949A6A4F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29ECBEFE-FB21-F584-F721-95D7810AC2F8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84" name="直接连接符 16383">
                <a:extLst>
                  <a:ext uri="{FF2B5EF4-FFF2-40B4-BE49-F238E27FC236}">
                    <a16:creationId xmlns:a16="http://schemas.microsoft.com/office/drawing/2014/main" id="{6392E5E5-FA2C-0AE2-C611-214A4D61C364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85" name="直接连接符 16384">
                <a:extLst>
                  <a:ext uri="{FF2B5EF4-FFF2-40B4-BE49-F238E27FC236}">
                    <a16:creationId xmlns:a16="http://schemas.microsoft.com/office/drawing/2014/main" id="{EAEDAEEC-ED27-27F7-9FC5-14A9BE624D09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96" name="直接连接符 16395">
                <a:extLst>
                  <a:ext uri="{FF2B5EF4-FFF2-40B4-BE49-F238E27FC236}">
                    <a16:creationId xmlns:a16="http://schemas.microsoft.com/office/drawing/2014/main" id="{5E9C495A-F325-77E7-EBA2-D26FEDE52A90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97" name="直接连接符 16396">
                <a:extLst>
                  <a:ext uri="{FF2B5EF4-FFF2-40B4-BE49-F238E27FC236}">
                    <a16:creationId xmlns:a16="http://schemas.microsoft.com/office/drawing/2014/main" id="{B1EF3D1B-37C4-1080-997E-C3D9A73A1778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98" name="直接连接符 16397">
                <a:extLst>
                  <a:ext uri="{FF2B5EF4-FFF2-40B4-BE49-F238E27FC236}">
                    <a16:creationId xmlns:a16="http://schemas.microsoft.com/office/drawing/2014/main" id="{E4B9753A-88E3-0D21-0A99-211B53B2F8FA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99" name="直接连接符 16398">
                <a:extLst>
                  <a:ext uri="{FF2B5EF4-FFF2-40B4-BE49-F238E27FC236}">
                    <a16:creationId xmlns:a16="http://schemas.microsoft.com/office/drawing/2014/main" id="{732411AF-4162-3F38-4444-AB6A923FA99B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0" name="直接连接符 16399">
                <a:extLst>
                  <a:ext uri="{FF2B5EF4-FFF2-40B4-BE49-F238E27FC236}">
                    <a16:creationId xmlns:a16="http://schemas.microsoft.com/office/drawing/2014/main" id="{72B5CA6C-8305-D246-6DBE-629D3B89F6AE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1" name="直接连接符 16400">
                <a:extLst>
                  <a:ext uri="{FF2B5EF4-FFF2-40B4-BE49-F238E27FC236}">
                    <a16:creationId xmlns:a16="http://schemas.microsoft.com/office/drawing/2014/main" id="{D42D5E56-2922-70E0-23E5-A4CDB83735C3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2" name="直接连接符 16401">
                <a:extLst>
                  <a:ext uri="{FF2B5EF4-FFF2-40B4-BE49-F238E27FC236}">
                    <a16:creationId xmlns:a16="http://schemas.microsoft.com/office/drawing/2014/main" id="{AEB4B556-4B42-200A-707F-E0BC44DBB741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3" name="直接连接符 16402">
                <a:extLst>
                  <a:ext uri="{FF2B5EF4-FFF2-40B4-BE49-F238E27FC236}">
                    <a16:creationId xmlns:a16="http://schemas.microsoft.com/office/drawing/2014/main" id="{ABE98E10-F604-ACB3-0575-6AC39C39AA61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4" name="直接连接符 16403">
                <a:extLst>
                  <a:ext uri="{FF2B5EF4-FFF2-40B4-BE49-F238E27FC236}">
                    <a16:creationId xmlns:a16="http://schemas.microsoft.com/office/drawing/2014/main" id="{4AE03208-1AEB-36AB-FBDC-FAD51FB61B10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5" name="直接连接符 16404">
                <a:extLst>
                  <a:ext uri="{FF2B5EF4-FFF2-40B4-BE49-F238E27FC236}">
                    <a16:creationId xmlns:a16="http://schemas.microsoft.com/office/drawing/2014/main" id="{1786E566-AE6B-816A-884F-C5F6F133990B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6" name="直接连接符 16405">
                <a:extLst>
                  <a:ext uri="{FF2B5EF4-FFF2-40B4-BE49-F238E27FC236}">
                    <a16:creationId xmlns:a16="http://schemas.microsoft.com/office/drawing/2014/main" id="{C30FBDE3-FF5F-B52C-2FC6-27D3EB27F230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7" name="直接连接符 16406">
                <a:extLst>
                  <a:ext uri="{FF2B5EF4-FFF2-40B4-BE49-F238E27FC236}">
                    <a16:creationId xmlns:a16="http://schemas.microsoft.com/office/drawing/2014/main" id="{533AABFF-6101-2629-A3A0-8255D716BECC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8" name="直接连接符 16407">
                <a:extLst>
                  <a:ext uri="{FF2B5EF4-FFF2-40B4-BE49-F238E27FC236}">
                    <a16:creationId xmlns:a16="http://schemas.microsoft.com/office/drawing/2014/main" id="{807F31AC-8970-B11B-132F-760D364990BA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9" name="直接连接符 16408">
                <a:extLst>
                  <a:ext uri="{FF2B5EF4-FFF2-40B4-BE49-F238E27FC236}">
                    <a16:creationId xmlns:a16="http://schemas.microsoft.com/office/drawing/2014/main" id="{B2761156-979D-2DD5-573E-FAD15A0E3500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0" name="直接连接符 16409">
                <a:extLst>
                  <a:ext uri="{FF2B5EF4-FFF2-40B4-BE49-F238E27FC236}">
                    <a16:creationId xmlns:a16="http://schemas.microsoft.com/office/drawing/2014/main" id="{31B64F4F-74FF-EEC2-C0CE-9A31ABAC97F6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1" name="直接连接符 16410">
                <a:extLst>
                  <a:ext uri="{FF2B5EF4-FFF2-40B4-BE49-F238E27FC236}">
                    <a16:creationId xmlns:a16="http://schemas.microsoft.com/office/drawing/2014/main" id="{A1CE6525-526D-D8A7-6261-AC3BBF67B03D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2" name="直接连接符 16411">
                <a:extLst>
                  <a:ext uri="{FF2B5EF4-FFF2-40B4-BE49-F238E27FC236}">
                    <a16:creationId xmlns:a16="http://schemas.microsoft.com/office/drawing/2014/main" id="{E69E1874-D203-97E9-C346-8D4C7DFBEE05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3" name="直接连接符 16412">
                <a:extLst>
                  <a:ext uri="{FF2B5EF4-FFF2-40B4-BE49-F238E27FC236}">
                    <a16:creationId xmlns:a16="http://schemas.microsoft.com/office/drawing/2014/main" id="{F02B6E9F-3DBE-CAA8-1B37-BFD16C679A89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4" name="直接连接符 16413">
                <a:extLst>
                  <a:ext uri="{FF2B5EF4-FFF2-40B4-BE49-F238E27FC236}">
                    <a16:creationId xmlns:a16="http://schemas.microsoft.com/office/drawing/2014/main" id="{3D9D4677-67B9-FDF9-DA5B-D286E3208A80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5" name="直接连接符 16414">
                <a:extLst>
                  <a:ext uri="{FF2B5EF4-FFF2-40B4-BE49-F238E27FC236}">
                    <a16:creationId xmlns:a16="http://schemas.microsoft.com/office/drawing/2014/main" id="{7A95CFC4-6A60-A893-6798-CDF1D010EBA9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6" name="直接连接符 16415">
                <a:extLst>
                  <a:ext uri="{FF2B5EF4-FFF2-40B4-BE49-F238E27FC236}">
                    <a16:creationId xmlns:a16="http://schemas.microsoft.com/office/drawing/2014/main" id="{F6AE64D1-B5BB-4E2A-C551-B9C9420475C3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7" name="直接连接符 16416">
                <a:extLst>
                  <a:ext uri="{FF2B5EF4-FFF2-40B4-BE49-F238E27FC236}">
                    <a16:creationId xmlns:a16="http://schemas.microsoft.com/office/drawing/2014/main" id="{BD5BEA86-AB2D-77D1-9EBB-59CCA6847192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8" name="直接连接符 16417">
                <a:extLst>
                  <a:ext uri="{FF2B5EF4-FFF2-40B4-BE49-F238E27FC236}">
                    <a16:creationId xmlns:a16="http://schemas.microsoft.com/office/drawing/2014/main" id="{9B50385B-17B1-143F-E102-845D07A98102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9" name="直接连接符 16418">
                <a:extLst>
                  <a:ext uri="{FF2B5EF4-FFF2-40B4-BE49-F238E27FC236}">
                    <a16:creationId xmlns:a16="http://schemas.microsoft.com/office/drawing/2014/main" id="{6725D2FB-0422-284F-44E2-4C210D90DD0B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0" name="直接连接符 16419">
                <a:extLst>
                  <a:ext uri="{FF2B5EF4-FFF2-40B4-BE49-F238E27FC236}">
                    <a16:creationId xmlns:a16="http://schemas.microsoft.com/office/drawing/2014/main" id="{4E6D9E3C-35E1-92FB-8CF8-97E617EC8EB9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1" name="直接连接符 16420">
                <a:extLst>
                  <a:ext uri="{FF2B5EF4-FFF2-40B4-BE49-F238E27FC236}">
                    <a16:creationId xmlns:a16="http://schemas.microsoft.com/office/drawing/2014/main" id="{90587D5A-E4BC-9064-DDB6-980742791598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2" name="直接连接符 16421">
                <a:extLst>
                  <a:ext uri="{FF2B5EF4-FFF2-40B4-BE49-F238E27FC236}">
                    <a16:creationId xmlns:a16="http://schemas.microsoft.com/office/drawing/2014/main" id="{2939733C-257E-26E3-F9B7-9EBAB69F05EB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3" name="直接连接符 16422">
                <a:extLst>
                  <a:ext uri="{FF2B5EF4-FFF2-40B4-BE49-F238E27FC236}">
                    <a16:creationId xmlns:a16="http://schemas.microsoft.com/office/drawing/2014/main" id="{6A52514E-2A80-E369-1E85-D8FCA8328CFE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4" name="直接连接符 16423">
                <a:extLst>
                  <a:ext uri="{FF2B5EF4-FFF2-40B4-BE49-F238E27FC236}">
                    <a16:creationId xmlns:a16="http://schemas.microsoft.com/office/drawing/2014/main" id="{1CF039C9-C08E-72DA-9E21-9A828BA05EA2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5" name="直接连接符 16424">
                <a:extLst>
                  <a:ext uri="{FF2B5EF4-FFF2-40B4-BE49-F238E27FC236}">
                    <a16:creationId xmlns:a16="http://schemas.microsoft.com/office/drawing/2014/main" id="{252E86C6-3707-5D34-85EA-0918EA5A698E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6" name="直接连接符 16425">
                <a:extLst>
                  <a:ext uri="{FF2B5EF4-FFF2-40B4-BE49-F238E27FC236}">
                    <a16:creationId xmlns:a16="http://schemas.microsoft.com/office/drawing/2014/main" id="{949398A6-237A-7642-F639-D9B609561BE3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7" name="直接连接符 16426">
                <a:extLst>
                  <a:ext uri="{FF2B5EF4-FFF2-40B4-BE49-F238E27FC236}">
                    <a16:creationId xmlns:a16="http://schemas.microsoft.com/office/drawing/2014/main" id="{46DD4DC0-697A-E6EC-D6FF-1AD5137D9F5B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8" name="直接连接符 16427">
                <a:extLst>
                  <a:ext uri="{FF2B5EF4-FFF2-40B4-BE49-F238E27FC236}">
                    <a16:creationId xmlns:a16="http://schemas.microsoft.com/office/drawing/2014/main" id="{087118E2-4A4C-E144-92B0-294F998A5267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9" name="直接连接符 16428">
                <a:extLst>
                  <a:ext uri="{FF2B5EF4-FFF2-40B4-BE49-F238E27FC236}">
                    <a16:creationId xmlns:a16="http://schemas.microsoft.com/office/drawing/2014/main" id="{06BD89F1-595A-0D07-364A-BB692BAB3FD0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0" name="直接连接符 16429">
                <a:extLst>
                  <a:ext uri="{FF2B5EF4-FFF2-40B4-BE49-F238E27FC236}">
                    <a16:creationId xmlns:a16="http://schemas.microsoft.com/office/drawing/2014/main" id="{34A6C47A-15CC-3099-9915-ACE4D95278BB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1" name="直接连接符 16430">
                <a:extLst>
                  <a:ext uri="{FF2B5EF4-FFF2-40B4-BE49-F238E27FC236}">
                    <a16:creationId xmlns:a16="http://schemas.microsoft.com/office/drawing/2014/main" id="{4C71DCCB-6668-6F31-1F46-3B1B147316CC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2" name="直接连接符 16431">
                <a:extLst>
                  <a:ext uri="{FF2B5EF4-FFF2-40B4-BE49-F238E27FC236}">
                    <a16:creationId xmlns:a16="http://schemas.microsoft.com/office/drawing/2014/main" id="{0EE59294-4647-0AE9-6BE4-C742472A36F3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3" name="直接连接符 16432">
                <a:extLst>
                  <a:ext uri="{FF2B5EF4-FFF2-40B4-BE49-F238E27FC236}">
                    <a16:creationId xmlns:a16="http://schemas.microsoft.com/office/drawing/2014/main" id="{0D80E124-FDD5-CD20-81A0-12609CCD127F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4" name="直接连接符 16433">
                <a:extLst>
                  <a:ext uri="{FF2B5EF4-FFF2-40B4-BE49-F238E27FC236}">
                    <a16:creationId xmlns:a16="http://schemas.microsoft.com/office/drawing/2014/main" id="{779AC9D8-5458-4CEF-21BF-F0EBB3F6FD70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5" name="直接连接符 16434">
                <a:extLst>
                  <a:ext uri="{FF2B5EF4-FFF2-40B4-BE49-F238E27FC236}">
                    <a16:creationId xmlns:a16="http://schemas.microsoft.com/office/drawing/2014/main" id="{FE50C466-F734-F0B3-C2AA-986FB00A3B4D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6" name="直接连接符 16435">
                <a:extLst>
                  <a:ext uri="{FF2B5EF4-FFF2-40B4-BE49-F238E27FC236}">
                    <a16:creationId xmlns:a16="http://schemas.microsoft.com/office/drawing/2014/main" id="{88D8A64F-39D0-C872-B0E8-1A6AD25FB70C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7" name="直接连接符 16436">
                <a:extLst>
                  <a:ext uri="{FF2B5EF4-FFF2-40B4-BE49-F238E27FC236}">
                    <a16:creationId xmlns:a16="http://schemas.microsoft.com/office/drawing/2014/main" id="{D6888112-C991-C077-18E0-CA3FCBB99667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8" name="直接连接符 16437">
                <a:extLst>
                  <a:ext uri="{FF2B5EF4-FFF2-40B4-BE49-F238E27FC236}">
                    <a16:creationId xmlns:a16="http://schemas.microsoft.com/office/drawing/2014/main" id="{CF852FB4-3CC8-EAA5-3030-E3FD1E586C13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9" name="直接连接符 16438">
                <a:extLst>
                  <a:ext uri="{FF2B5EF4-FFF2-40B4-BE49-F238E27FC236}">
                    <a16:creationId xmlns:a16="http://schemas.microsoft.com/office/drawing/2014/main" id="{C3B0E9C5-679A-6CAA-4B4C-DF6C06F5F7FD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0" name="直接连接符 16439">
                <a:extLst>
                  <a:ext uri="{FF2B5EF4-FFF2-40B4-BE49-F238E27FC236}">
                    <a16:creationId xmlns:a16="http://schemas.microsoft.com/office/drawing/2014/main" id="{3991207D-EE2A-D004-721C-4F52272A5D97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1" name="直接连接符 16440">
                <a:extLst>
                  <a:ext uri="{FF2B5EF4-FFF2-40B4-BE49-F238E27FC236}">
                    <a16:creationId xmlns:a16="http://schemas.microsoft.com/office/drawing/2014/main" id="{781A9531-5486-7735-628E-2B2DD3894930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2" name="直接连接符 16441">
                <a:extLst>
                  <a:ext uri="{FF2B5EF4-FFF2-40B4-BE49-F238E27FC236}">
                    <a16:creationId xmlns:a16="http://schemas.microsoft.com/office/drawing/2014/main" id="{5289649A-C795-E275-C3FC-F8462805427A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3" name="直接连接符 16442">
                <a:extLst>
                  <a:ext uri="{FF2B5EF4-FFF2-40B4-BE49-F238E27FC236}">
                    <a16:creationId xmlns:a16="http://schemas.microsoft.com/office/drawing/2014/main" id="{E2E490F1-18B0-DCCB-EF51-3EAEC5A72C92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4" name="直接连接符 16443">
                <a:extLst>
                  <a:ext uri="{FF2B5EF4-FFF2-40B4-BE49-F238E27FC236}">
                    <a16:creationId xmlns:a16="http://schemas.microsoft.com/office/drawing/2014/main" id="{3645A371-E482-18ED-06C2-649D089E68EB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5" name="直接连接符 16444">
                <a:extLst>
                  <a:ext uri="{FF2B5EF4-FFF2-40B4-BE49-F238E27FC236}">
                    <a16:creationId xmlns:a16="http://schemas.microsoft.com/office/drawing/2014/main" id="{1B645595-78D3-F1E0-7A48-9516461D7D82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6" name="直接连接符 16445">
                <a:extLst>
                  <a:ext uri="{FF2B5EF4-FFF2-40B4-BE49-F238E27FC236}">
                    <a16:creationId xmlns:a16="http://schemas.microsoft.com/office/drawing/2014/main" id="{7D83BACC-BD89-A25F-021E-FFF15325A7E8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7" name="直接连接符 16446">
                <a:extLst>
                  <a:ext uri="{FF2B5EF4-FFF2-40B4-BE49-F238E27FC236}">
                    <a16:creationId xmlns:a16="http://schemas.microsoft.com/office/drawing/2014/main" id="{D22C1CD5-02B7-E01E-C1C5-E6B722905F4B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8" name="直接连接符 16447">
                <a:extLst>
                  <a:ext uri="{FF2B5EF4-FFF2-40B4-BE49-F238E27FC236}">
                    <a16:creationId xmlns:a16="http://schemas.microsoft.com/office/drawing/2014/main" id="{50277DE7-7950-1D5E-D3CF-A24E895B4389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9" name="直接连接符 16448">
                <a:extLst>
                  <a:ext uri="{FF2B5EF4-FFF2-40B4-BE49-F238E27FC236}">
                    <a16:creationId xmlns:a16="http://schemas.microsoft.com/office/drawing/2014/main" id="{3D98D042-F238-F89E-BB3A-FA444CE3E7ED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0" name="直接连接符 16449">
                <a:extLst>
                  <a:ext uri="{FF2B5EF4-FFF2-40B4-BE49-F238E27FC236}">
                    <a16:creationId xmlns:a16="http://schemas.microsoft.com/office/drawing/2014/main" id="{0001512D-5560-2B19-8600-D255E9A08CD3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1" name="直接连接符 16450">
                <a:extLst>
                  <a:ext uri="{FF2B5EF4-FFF2-40B4-BE49-F238E27FC236}">
                    <a16:creationId xmlns:a16="http://schemas.microsoft.com/office/drawing/2014/main" id="{C4FD11A3-1FFC-F9E1-35CE-8C182DD1C052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2" name="直接连接符 16451">
                <a:extLst>
                  <a:ext uri="{FF2B5EF4-FFF2-40B4-BE49-F238E27FC236}">
                    <a16:creationId xmlns:a16="http://schemas.microsoft.com/office/drawing/2014/main" id="{EBC35472-A41F-9F3C-EED7-F3D2FFF02E80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3" name="直接连接符 16452">
                <a:extLst>
                  <a:ext uri="{FF2B5EF4-FFF2-40B4-BE49-F238E27FC236}">
                    <a16:creationId xmlns:a16="http://schemas.microsoft.com/office/drawing/2014/main" id="{EAB15060-B645-EFBA-86C6-2B365092A95F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4" name="直接连接符 16453">
                <a:extLst>
                  <a:ext uri="{FF2B5EF4-FFF2-40B4-BE49-F238E27FC236}">
                    <a16:creationId xmlns:a16="http://schemas.microsoft.com/office/drawing/2014/main" id="{C61D42E7-BEC3-9F12-3C77-DBBEB612CF48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5" name="直接连接符 16454">
                <a:extLst>
                  <a:ext uri="{FF2B5EF4-FFF2-40B4-BE49-F238E27FC236}">
                    <a16:creationId xmlns:a16="http://schemas.microsoft.com/office/drawing/2014/main" id="{09041145-4502-7A9D-9278-174D1EEBEB67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6" name="直接连接符 16455">
                <a:extLst>
                  <a:ext uri="{FF2B5EF4-FFF2-40B4-BE49-F238E27FC236}">
                    <a16:creationId xmlns:a16="http://schemas.microsoft.com/office/drawing/2014/main" id="{CC0B5409-5AA8-E538-E937-A55CC2B46395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7" name="直接连接符 16456">
                <a:extLst>
                  <a:ext uri="{FF2B5EF4-FFF2-40B4-BE49-F238E27FC236}">
                    <a16:creationId xmlns:a16="http://schemas.microsoft.com/office/drawing/2014/main" id="{E8736BC4-8945-D42E-5988-BD225FA3F643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8" name="直接连接符 16457">
                <a:extLst>
                  <a:ext uri="{FF2B5EF4-FFF2-40B4-BE49-F238E27FC236}">
                    <a16:creationId xmlns:a16="http://schemas.microsoft.com/office/drawing/2014/main" id="{DF0F1C81-D055-F538-6B01-8AB9F4F0A41C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9" name="直接连接符 16458">
                <a:extLst>
                  <a:ext uri="{FF2B5EF4-FFF2-40B4-BE49-F238E27FC236}">
                    <a16:creationId xmlns:a16="http://schemas.microsoft.com/office/drawing/2014/main" id="{FEF60264-AAF3-5BC6-7485-96A5D0FEFAFC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60" name="直接连接符 16459">
                <a:extLst>
                  <a:ext uri="{FF2B5EF4-FFF2-40B4-BE49-F238E27FC236}">
                    <a16:creationId xmlns:a16="http://schemas.microsoft.com/office/drawing/2014/main" id="{B4B46321-85F7-B24A-74C7-143939B32F34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61" name="直接连接符 16460">
                <a:extLst>
                  <a:ext uri="{FF2B5EF4-FFF2-40B4-BE49-F238E27FC236}">
                    <a16:creationId xmlns:a16="http://schemas.microsoft.com/office/drawing/2014/main" id="{DACF709D-70E0-68A2-0AF8-41A10520377A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62" name="直接连接符 16461">
                <a:extLst>
                  <a:ext uri="{FF2B5EF4-FFF2-40B4-BE49-F238E27FC236}">
                    <a16:creationId xmlns:a16="http://schemas.microsoft.com/office/drawing/2014/main" id="{6832179C-C68A-671C-97B5-37D6F057D443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63" name="直接连接符 16462">
                <a:extLst>
                  <a:ext uri="{FF2B5EF4-FFF2-40B4-BE49-F238E27FC236}">
                    <a16:creationId xmlns:a16="http://schemas.microsoft.com/office/drawing/2014/main" id="{38C747E3-5023-B6F0-A3D7-2CA660395808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64" name="直接连接符 16463">
                <a:extLst>
                  <a:ext uri="{FF2B5EF4-FFF2-40B4-BE49-F238E27FC236}">
                    <a16:creationId xmlns:a16="http://schemas.microsoft.com/office/drawing/2014/main" id="{F884C03A-03C7-FE93-D3AD-9EB1932B3D41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D44DC42-A288-D5E8-AABB-21F9885AC335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83C03D3D-DE86-38B1-1385-388B501099E5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66F09424-AB86-CDC2-5174-4E70510C2D82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B5EBCD98-C7E4-B23D-48C1-0E61EFD3BDC4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16C96F4-CED6-A044-B9B3-729A7B0E3321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B8650ED4-F99F-9B93-EFC7-7FD13B95D27D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6D92EB35-F4C3-0805-72DB-654C23083C29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30D74C4C-6AD3-ECC7-F30C-59CDB02CA3F1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FE31B509-BC27-337C-0EC0-A23C44C6E09F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2A1866BF-97D3-71DF-13CC-5AA42A1180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0485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76E00A8E-998E-4004-8862-33DFC9398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3.2 图的连通性与图的遍历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539BAC11-F18C-435E-8D19-BB43A354C0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4050" y="1484784"/>
            <a:ext cx="8278430" cy="4351338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sz="2800" dirty="0"/>
              <a:t>s-t </a:t>
            </a:r>
            <a:r>
              <a:rPr lang="zh-CN" altLang="en-US" sz="2800" b="1" dirty="0">
                <a:solidFill>
                  <a:schemeClr val="accent4"/>
                </a:solidFill>
              </a:rPr>
              <a:t>连通性</a:t>
            </a:r>
            <a:r>
              <a:rPr lang="zh-CN" altLang="en-US" sz="2800" dirty="0"/>
              <a:t>问题.  给定图中两个顶点</a:t>
            </a:r>
            <a:r>
              <a:rPr lang="en-US" altLang="zh-CN" sz="2800" dirty="0"/>
              <a:t>s, t, </a:t>
            </a:r>
            <a:r>
              <a:rPr lang="zh-CN" altLang="en-US" sz="2800" dirty="0"/>
              <a:t>是否存在一条</a:t>
            </a:r>
            <a:r>
              <a:rPr lang="en-US" altLang="zh-CN" sz="2800" dirty="0"/>
              <a:t>s</a:t>
            </a:r>
            <a:r>
              <a:rPr lang="zh-CN" altLang="en-US" sz="2800" dirty="0"/>
              <a:t>到</a:t>
            </a:r>
            <a:r>
              <a:rPr lang="en-US" altLang="zh-CN" sz="2800" dirty="0"/>
              <a:t>t</a:t>
            </a:r>
            <a:r>
              <a:rPr lang="zh-CN" altLang="en-US" sz="2800" dirty="0"/>
              <a:t>的路径？</a:t>
            </a:r>
            <a:endParaRPr lang="en-US" altLang="zh-CN" sz="2800" dirty="0"/>
          </a:p>
          <a:p>
            <a:pPr algn="just" eaLnBrk="1" hangingPunct="1">
              <a:lnSpc>
                <a:spcPct val="150000"/>
              </a:lnSpc>
            </a:pPr>
            <a:r>
              <a:rPr lang="en-US" altLang="zh-CN" sz="2800" dirty="0"/>
              <a:t>s-t </a:t>
            </a:r>
            <a:r>
              <a:rPr lang="zh-CN" altLang="en-US" sz="2800" b="1" dirty="0">
                <a:solidFill>
                  <a:schemeClr val="accent4"/>
                </a:solidFill>
              </a:rPr>
              <a:t>最短路径</a:t>
            </a:r>
            <a:r>
              <a:rPr lang="zh-CN" altLang="en-US" sz="2800" dirty="0"/>
              <a:t>问题. 给定图中两个顶点</a:t>
            </a:r>
            <a:r>
              <a:rPr lang="en-US" altLang="zh-CN" sz="2800" dirty="0"/>
              <a:t>s, t, s-t</a:t>
            </a:r>
            <a:r>
              <a:rPr lang="zh-CN" altLang="en-US" sz="2800" dirty="0"/>
              <a:t>之间的最短路径是多长？</a:t>
            </a:r>
            <a:endParaRPr lang="en-US" altLang="zh-CN" sz="2800" dirty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800" dirty="0"/>
              <a:t>一些应用场景.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sz="2800" dirty="0"/>
              <a:t>穿越迷宫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sz="2800" dirty="0"/>
              <a:t>通信网络中最少的多跳连接路径</a:t>
            </a:r>
          </a:p>
        </p:txBody>
      </p:sp>
      <p:sp>
        <p:nvSpPr>
          <p:cNvPr id="17410" name="灯片编号占位符 5">
            <a:extLst>
              <a:ext uri="{FF2B5EF4-FFF2-40B4-BE49-F238E27FC236}">
                <a16:creationId xmlns:a16="http://schemas.microsoft.com/office/drawing/2014/main" id="{FEFFEF67-146A-496A-94C0-025D21F8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34F780-08BA-4BE0-8BCF-11D87B2A6E21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9C7145C-419D-E051-735B-80EEAA3FE622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81BDDEA-3F25-7FA4-8A71-B8EA58A1D6EB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0202D62F-B1D4-6810-C00A-1C69CDAA0411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0D8BB06-8540-09F3-1E0C-2CFA4CCD9F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F2BFC652-A7C8-669F-8018-86E7E64D6E43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E5991B2-52F0-E5DF-E922-9DEC1B54C6A6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913F143-ADD3-5000-6376-D69AABFA4C7E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1D55BD76-A5E9-B2D5-C9A3-ECA68C436426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AC764AD2-9A9A-B2FD-D43D-7026A1D11896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09742DEE-DFEB-4227-C117-47085FAF1831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EFEF5678-EF73-C353-9D86-EB0E6FA029CB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A99A126-97C1-CE0D-C39A-DD5C7C4E0D14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2FA21C17-1922-A0F7-023C-65E0FD27ABEA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40492AC0-742B-764B-F66C-094EA7DBCC9F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40F50671-CE83-BA4F-5A6E-5DBCE4202984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2E68ABCF-7451-8D37-6C40-99ACCEABB85B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1A78ADF6-FBBC-4CD1-B6B7-646415F22D26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A424B8EE-9D43-12EA-50F8-7F4D97234AB5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1B8E8D0F-7F6F-C152-8C14-509E2019E8D2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807CCEC6-DBDE-541F-3C16-A19D71915653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4F94BF51-DCD9-AE43-5DB1-D432D47B76E3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5D2A2680-A0FA-36D8-4A93-88A1ED1F20C3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992A0472-8292-1F5F-0713-9E107471A240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6B079A1A-DB24-A723-22EC-815B4FB0D47A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787D49A8-550C-F95E-1B46-B12D143FDF0F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0133417A-AD46-9B38-BBC2-9264A6CAED5C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F032318D-D3A0-436D-53F6-457BD337A3E7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80A0A97-EA2F-688C-7AC5-B1CB3DCF1190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3A37729E-A084-18A2-EF16-7F812E4220A4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AB6D17EB-ECB2-F402-5D81-B9D394FF4F2E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CC11CAEC-A05F-2158-B908-6275D9537E32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02E30039-45CB-26F0-0D03-2FE03652C754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1F115577-A697-12CE-272C-A505D28F3259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8B9C38CC-DEBC-65E5-1B06-978EC865D741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12510088-8DDB-CE06-89E0-557C78D467D3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984607FA-B528-A9C9-B050-FD85FF36658F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8789C85C-D177-9583-7A94-120CF47D7B4D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D21B5B6D-6849-1F35-6F30-81B167751896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E58E3EBD-D0CE-3269-3439-4C6AF721BD01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FBC593D7-AC38-A207-1661-646AC9ABC0D6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23031279-B381-EF3C-7485-EB505AB635B1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ECC3A8C5-1823-5B0F-AF12-0F4BEDBF34E0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D7BF4C14-CEB9-DEC7-6774-E01E755D6CBF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141800FF-34B1-E2F5-EE24-5E9DB3BA6C8F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F7CE816-1955-C099-911A-582A92FA3689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0E7F6CE3-0ED8-703A-9182-726805CFDF91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0A990528-80C3-BA59-102D-8CDC0069FA90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67C83F66-6591-B99D-47EF-8CD078C6709F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158099BC-83CF-B18B-43FA-71CE5D997ED8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8F5EEC46-52AE-111B-6D23-4EC2AD61A1CE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72DE68CC-A83F-D288-1DFA-890C5180F4F6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1D2F0152-953D-E732-A85B-1F4C00505313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80" name="直接连接符 20479">
                <a:extLst>
                  <a:ext uri="{FF2B5EF4-FFF2-40B4-BE49-F238E27FC236}">
                    <a16:creationId xmlns:a16="http://schemas.microsoft.com/office/drawing/2014/main" id="{8CF8AB6D-C3FA-E8F4-D79A-2AE14B66CA1E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81" name="直接连接符 20480">
                <a:extLst>
                  <a:ext uri="{FF2B5EF4-FFF2-40B4-BE49-F238E27FC236}">
                    <a16:creationId xmlns:a16="http://schemas.microsoft.com/office/drawing/2014/main" id="{7EA18C21-DDE2-1F44-33FF-56EDA21CFB90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82" name="直接连接符 20481">
                <a:extLst>
                  <a:ext uri="{FF2B5EF4-FFF2-40B4-BE49-F238E27FC236}">
                    <a16:creationId xmlns:a16="http://schemas.microsoft.com/office/drawing/2014/main" id="{B4577E64-A30D-55A2-A0A7-2ADB92313963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84" name="直接连接符 20483">
                <a:extLst>
                  <a:ext uri="{FF2B5EF4-FFF2-40B4-BE49-F238E27FC236}">
                    <a16:creationId xmlns:a16="http://schemas.microsoft.com/office/drawing/2014/main" id="{37D4119F-74C9-1CA2-9269-E826AA35F98D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85" name="直接连接符 20484">
                <a:extLst>
                  <a:ext uri="{FF2B5EF4-FFF2-40B4-BE49-F238E27FC236}">
                    <a16:creationId xmlns:a16="http://schemas.microsoft.com/office/drawing/2014/main" id="{9B75EDF0-E07D-2D6A-2CD5-210C32846671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86" name="直接连接符 20485">
                <a:extLst>
                  <a:ext uri="{FF2B5EF4-FFF2-40B4-BE49-F238E27FC236}">
                    <a16:creationId xmlns:a16="http://schemas.microsoft.com/office/drawing/2014/main" id="{EC65FACF-ED99-508D-8546-7D6C14605CF9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87" name="直接连接符 20486">
                <a:extLst>
                  <a:ext uri="{FF2B5EF4-FFF2-40B4-BE49-F238E27FC236}">
                    <a16:creationId xmlns:a16="http://schemas.microsoft.com/office/drawing/2014/main" id="{9DE9540C-5C37-8F52-CFF4-EA4BD1336D22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88" name="直接连接符 20487">
                <a:extLst>
                  <a:ext uri="{FF2B5EF4-FFF2-40B4-BE49-F238E27FC236}">
                    <a16:creationId xmlns:a16="http://schemas.microsoft.com/office/drawing/2014/main" id="{CE9A7209-3B81-4882-5E5C-00F36E0169AE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89" name="直接连接符 20488">
                <a:extLst>
                  <a:ext uri="{FF2B5EF4-FFF2-40B4-BE49-F238E27FC236}">
                    <a16:creationId xmlns:a16="http://schemas.microsoft.com/office/drawing/2014/main" id="{2C0CA937-E192-E383-F69C-9B6F89FF3EEA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90" name="直接连接符 20489">
                <a:extLst>
                  <a:ext uri="{FF2B5EF4-FFF2-40B4-BE49-F238E27FC236}">
                    <a16:creationId xmlns:a16="http://schemas.microsoft.com/office/drawing/2014/main" id="{031FFF28-BDCA-FBC9-BFA3-A96B8E658AD1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91" name="直接连接符 20490">
                <a:extLst>
                  <a:ext uri="{FF2B5EF4-FFF2-40B4-BE49-F238E27FC236}">
                    <a16:creationId xmlns:a16="http://schemas.microsoft.com/office/drawing/2014/main" id="{2A02394A-CD9C-9E3B-195B-C5DC821071C2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92" name="直接连接符 20491">
                <a:extLst>
                  <a:ext uri="{FF2B5EF4-FFF2-40B4-BE49-F238E27FC236}">
                    <a16:creationId xmlns:a16="http://schemas.microsoft.com/office/drawing/2014/main" id="{5BE9CE5D-CD4A-6F6E-76A0-3A1E0C7A39ED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93" name="直接连接符 20492">
                <a:extLst>
                  <a:ext uri="{FF2B5EF4-FFF2-40B4-BE49-F238E27FC236}">
                    <a16:creationId xmlns:a16="http://schemas.microsoft.com/office/drawing/2014/main" id="{7187F271-9A35-94A5-476F-481724E3C7A6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94" name="直接连接符 20493">
                <a:extLst>
                  <a:ext uri="{FF2B5EF4-FFF2-40B4-BE49-F238E27FC236}">
                    <a16:creationId xmlns:a16="http://schemas.microsoft.com/office/drawing/2014/main" id="{C483EF56-67DE-DEA4-32C1-7066562FFA9F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95" name="直接连接符 20494">
                <a:extLst>
                  <a:ext uri="{FF2B5EF4-FFF2-40B4-BE49-F238E27FC236}">
                    <a16:creationId xmlns:a16="http://schemas.microsoft.com/office/drawing/2014/main" id="{E23AD7B7-C5C8-B5EA-B68B-C07B081332C4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96" name="直接连接符 20495">
                <a:extLst>
                  <a:ext uri="{FF2B5EF4-FFF2-40B4-BE49-F238E27FC236}">
                    <a16:creationId xmlns:a16="http://schemas.microsoft.com/office/drawing/2014/main" id="{FF5178BE-B059-A55F-A2D7-8D5A5A5E0702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97" name="直接连接符 20496">
                <a:extLst>
                  <a:ext uri="{FF2B5EF4-FFF2-40B4-BE49-F238E27FC236}">
                    <a16:creationId xmlns:a16="http://schemas.microsoft.com/office/drawing/2014/main" id="{48F42267-8193-7445-EC7B-8BBA8C0165EB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98" name="直接连接符 20497">
                <a:extLst>
                  <a:ext uri="{FF2B5EF4-FFF2-40B4-BE49-F238E27FC236}">
                    <a16:creationId xmlns:a16="http://schemas.microsoft.com/office/drawing/2014/main" id="{9AE4617D-EBA8-E5D3-D415-57A321DA7F66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99" name="直接连接符 20498">
                <a:extLst>
                  <a:ext uri="{FF2B5EF4-FFF2-40B4-BE49-F238E27FC236}">
                    <a16:creationId xmlns:a16="http://schemas.microsoft.com/office/drawing/2014/main" id="{6E3DC3E3-5B4C-E570-B86E-4EA30DCEC2E8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00" name="直接连接符 20499">
                <a:extLst>
                  <a:ext uri="{FF2B5EF4-FFF2-40B4-BE49-F238E27FC236}">
                    <a16:creationId xmlns:a16="http://schemas.microsoft.com/office/drawing/2014/main" id="{0DB9B96A-B81D-7197-EDC2-58344682DED7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01" name="直接连接符 20500">
                <a:extLst>
                  <a:ext uri="{FF2B5EF4-FFF2-40B4-BE49-F238E27FC236}">
                    <a16:creationId xmlns:a16="http://schemas.microsoft.com/office/drawing/2014/main" id="{7689C4FF-6A51-863C-385F-890F1A695C56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02" name="直接连接符 20501">
                <a:extLst>
                  <a:ext uri="{FF2B5EF4-FFF2-40B4-BE49-F238E27FC236}">
                    <a16:creationId xmlns:a16="http://schemas.microsoft.com/office/drawing/2014/main" id="{F571B5DD-5F8A-EF43-BC32-1C1C2CB9ADE7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03" name="直接连接符 20502">
                <a:extLst>
                  <a:ext uri="{FF2B5EF4-FFF2-40B4-BE49-F238E27FC236}">
                    <a16:creationId xmlns:a16="http://schemas.microsoft.com/office/drawing/2014/main" id="{81157001-8422-95D4-91B7-E5A6C2DF41DE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04" name="直接连接符 20503">
                <a:extLst>
                  <a:ext uri="{FF2B5EF4-FFF2-40B4-BE49-F238E27FC236}">
                    <a16:creationId xmlns:a16="http://schemas.microsoft.com/office/drawing/2014/main" id="{4830F5FB-B2F0-CE0D-126E-57453AF449FA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05" name="直接连接符 20504">
                <a:extLst>
                  <a:ext uri="{FF2B5EF4-FFF2-40B4-BE49-F238E27FC236}">
                    <a16:creationId xmlns:a16="http://schemas.microsoft.com/office/drawing/2014/main" id="{E7CF71BC-3B4B-1B59-F0E0-F3B7FEDA39A4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06" name="直接连接符 20505">
                <a:extLst>
                  <a:ext uri="{FF2B5EF4-FFF2-40B4-BE49-F238E27FC236}">
                    <a16:creationId xmlns:a16="http://schemas.microsoft.com/office/drawing/2014/main" id="{F9FAA1DC-0828-6824-00BF-5BE83CF141A2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07" name="直接连接符 20506">
                <a:extLst>
                  <a:ext uri="{FF2B5EF4-FFF2-40B4-BE49-F238E27FC236}">
                    <a16:creationId xmlns:a16="http://schemas.microsoft.com/office/drawing/2014/main" id="{F2F21450-E050-6683-4D9C-9F16320404C2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08" name="直接连接符 20507">
                <a:extLst>
                  <a:ext uri="{FF2B5EF4-FFF2-40B4-BE49-F238E27FC236}">
                    <a16:creationId xmlns:a16="http://schemas.microsoft.com/office/drawing/2014/main" id="{B4DE9030-FAF6-B2E9-390E-0E3FA5C9DE60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09" name="直接连接符 20508">
                <a:extLst>
                  <a:ext uri="{FF2B5EF4-FFF2-40B4-BE49-F238E27FC236}">
                    <a16:creationId xmlns:a16="http://schemas.microsoft.com/office/drawing/2014/main" id="{80EBBBB7-F0F9-D768-738E-EDBFEBE7965E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10" name="直接连接符 20509">
                <a:extLst>
                  <a:ext uri="{FF2B5EF4-FFF2-40B4-BE49-F238E27FC236}">
                    <a16:creationId xmlns:a16="http://schemas.microsoft.com/office/drawing/2014/main" id="{CFA9B1EF-4DA5-F9C1-94C9-A99225CDC617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11" name="直接连接符 20510">
                <a:extLst>
                  <a:ext uri="{FF2B5EF4-FFF2-40B4-BE49-F238E27FC236}">
                    <a16:creationId xmlns:a16="http://schemas.microsoft.com/office/drawing/2014/main" id="{C339674F-2B83-4794-8801-1E751DB504C8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12" name="直接连接符 20511">
                <a:extLst>
                  <a:ext uri="{FF2B5EF4-FFF2-40B4-BE49-F238E27FC236}">
                    <a16:creationId xmlns:a16="http://schemas.microsoft.com/office/drawing/2014/main" id="{292D91DC-841B-8387-52FA-4D9A6A27B224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13" name="直接连接符 20512">
                <a:extLst>
                  <a:ext uri="{FF2B5EF4-FFF2-40B4-BE49-F238E27FC236}">
                    <a16:creationId xmlns:a16="http://schemas.microsoft.com/office/drawing/2014/main" id="{E3239C62-65E1-7720-2C97-A8178A882613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14" name="直接连接符 20513">
                <a:extLst>
                  <a:ext uri="{FF2B5EF4-FFF2-40B4-BE49-F238E27FC236}">
                    <a16:creationId xmlns:a16="http://schemas.microsoft.com/office/drawing/2014/main" id="{11D5DCFC-FC8C-B8FC-54A1-C5E89C038B60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15" name="直接连接符 20514">
                <a:extLst>
                  <a:ext uri="{FF2B5EF4-FFF2-40B4-BE49-F238E27FC236}">
                    <a16:creationId xmlns:a16="http://schemas.microsoft.com/office/drawing/2014/main" id="{042F30DD-5E8E-58B1-B91B-98ECAA69A1DF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16" name="直接连接符 20515">
                <a:extLst>
                  <a:ext uri="{FF2B5EF4-FFF2-40B4-BE49-F238E27FC236}">
                    <a16:creationId xmlns:a16="http://schemas.microsoft.com/office/drawing/2014/main" id="{77CF40CA-2F29-BB48-E769-329ABBA5A6DD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17" name="直接连接符 20516">
                <a:extLst>
                  <a:ext uri="{FF2B5EF4-FFF2-40B4-BE49-F238E27FC236}">
                    <a16:creationId xmlns:a16="http://schemas.microsoft.com/office/drawing/2014/main" id="{FE2E17E3-ACBE-01BD-D8D7-533ED89859D5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18" name="直接连接符 20517">
                <a:extLst>
                  <a:ext uri="{FF2B5EF4-FFF2-40B4-BE49-F238E27FC236}">
                    <a16:creationId xmlns:a16="http://schemas.microsoft.com/office/drawing/2014/main" id="{43885AD0-2A9D-7812-71BA-1478E399E9A7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19" name="直接连接符 20518">
                <a:extLst>
                  <a:ext uri="{FF2B5EF4-FFF2-40B4-BE49-F238E27FC236}">
                    <a16:creationId xmlns:a16="http://schemas.microsoft.com/office/drawing/2014/main" id="{FDF74BE6-26C6-E87D-88A1-656E5EA74997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20" name="直接连接符 20519">
                <a:extLst>
                  <a:ext uri="{FF2B5EF4-FFF2-40B4-BE49-F238E27FC236}">
                    <a16:creationId xmlns:a16="http://schemas.microsoft.com/office/drawing/2014/main" id="{D997A554-0F78-9EE1-0282-700E998FD6FD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21" name="直接连接符 20520">
                <a:extLst>
                  <a:ext uri="{FF2B5EF4-FFF2-40B4-BE49-F238E27FC236}">
                    <a16:creationId xmlns:a16="http://schemas.microsoft.com/office/drawing/2014/main" id="{B358C595-296C-E5F5-785A-9C807083683F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22" name="直接连接符 20521">
                <a:extLst>
                  <a:ext uri="{FF2B5EF4-FFF2-40B4-BE49-F238E27FC236}">
                    <a16:creationId xmlns:a16="http://schemas.microsoft.com/office/drawing/2014/main" id="{4364F418-FCB1-C44F-5489-5C12E7339114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23" name="直接连接符 20522">
                <a:extLst>
                  <a:ext uri="{FF2B5EF4-FFF2-40B4-BE49-F238E27FC236}">
                    <a16:creationId xmlns:a16="http://schemas.microsoft.com/office/drawing/2014/main" id="{BF2B20C2-CA29-EDBC-11A2-A64B3B9E8B1F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24" name="直接连接符 20523">
                <a:extLst>
                  <a:ext uri="{FF2B5EF4-FFF2-40B4-BE49-F238E27FC236}">
                    <a16:creationId xmlns:a16="http://schemas.microsoft.com/office/drawing/2014/main" id="{D558EF4D-F394-2929-CCE8-C74D62FB181D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25" name="直接连接符 20524">
                <a:extLst>
                  <a:ext uri="{FF2B5EF4-FFF2-40B4-BE49-F238E27FC236}">
                    <a16:creationId xmlns:a16="http://schemas.microsoft.com/office/drawing/2014/main" id="{9A3D5E5C-829D-F285-FDE1-9FCD7E51B826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26" name="直接连接符 20525">
                <a:extLst>
                  <a:ext uri="{FF2B5EF4-FFF2-40B4-BE49-F238E27FC236}">
                    <a16:creationId xmlns:a16="http://schemas.microsoft.com/office/drawing/2014/main" id="{C4518B73-71A2-0C59-4858-2E4769DD3A58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27" name="直接连接符 20526">
                <a:extLst>
                  <a:ext uri="{FF2B5EF4-FFF2-40B4-BE49-F238E27FC236}">
                    <a16:creationId xmlns:a16="http://schemas.microsoft.com/office/drawing/2014/main" id="{EED9C194-23B7-DE26-AAE4-F84A8F6800B2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28" name="直接连接符 20527">
                <a:extLst>
                  <a:ext uri="{FF2B5EF4-FFF2-40B4-BE49-F238E27FC236}">
                    <a16:creationId xmlns:a16="http://schemas.microsoft.com/office/drawing/2014/main" id="{DC20FEE0-7276-D521-97AD-D0A074C0387E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29" name="直接连接符 20528">
                <a:extLst>
                  <a:ext uri="{FF2B5EF4-FFF2-40B4-BE49-F238E27FC236}">
                    <a16:creationId xmlns:a16="http://schemas.microsoft.com/office/drawing/2014/main" id="{2357B935-464D-871A-5B8E-67879976F107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30" name="直接连接符 20529">
                <a:extLst>
                  <a:ext uri="{FF2B5EF4-FFF2-40B4-BE49-F238E27FC236}">
                    <a16:creationId xmlns:a16="http://schemas.microsoft.com/office/drawing/2014/main" id="{078494D2-4741-BCDB-9114-91ECE57C4954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31" name="直接连接符 20530">
                <a:extLst>
                  <a:ext uri="{FF2B5EF4-FFF2-40B4-BE49-F238E27FC236}">
                    <a16:creationId xmlns:a16="http://schemas.microsoft.com/office/drawing/2014/main" id="{E43CAA56-8E55-599B-0C5A-870AF967F6A7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32" name="直接连接符 20531">
                <a:extLst>
                  <a:ext uri="{FF2B5EF4-FFF2-40B4-BE49-F238E27FC236}">
                    <a16:creationId xmlns:a16="http://schemas.microsoft.com/office/drawing/2014/main" id="{091234E8-24BE-95AA-450E-D699887ADB2A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33" name="直接连接符 20532">
                <a:extLst>
                  <a:ext uri="{FF2B5EF4-FFF2-40B4-BE49-F238E27FC236}">
                    <a16:creationId xmlns:a16="http://schemas.microsoft.com/office/drawing/2014/main" id="{93DBF925-F7C7-A10A-F132-6626A59B0CC2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34" name="直接连接符 20533">
                <a:extLst>
                  <a:ext uri="{FF2B5EF4-FFF2-40B4-BE49-F238E27FC236}">
                    <a16:creationId xmlns:a16="http://schemas.microsoft.com/office/drawing/2014/main" id="{CC9A281B-0505-41CB-426D-B61C3D7E3B46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35" name="直接连接符 20534">
                <a:extLst>
                  <a:ext uri="{FF2B5EF4-FFF2-40B4-BE49-F238E27FC236}">
                    <a16:creationId xmlns:a16="http://schemas.microsoft.com/office/drawing/2014/main" id="{FC29DD7B-4324-E9AB-EA43-4F3D41883CCF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36" name="直接连接符 20535">
                <a:extLst>
                  <a:ext uri="{FF2B5EF4-FFF2-40B4-BE49-F238E27FC236}">
                    <a16:creationId xmlns:a16="http://schemas.microsoft.com/office/drawing/2014/main" id="{EEF1BB51-23C8-270E-DE1C-A7B33B549969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37" name="直接连接符 20536">
                <a:extLst>
                  <a:ext uri="{FF2B5EF4-FFF2-40B4-BE49-F238E27FC236}">
                    <a16:creationId xmlns:a16="http://schemas.microsoft.com/office/drawing/2014/main" id="{5753F6AC-D2E3-608F-ADE7-73B1074A042C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38" name="直接连接符 20537">
                <a:extLst>
                  <a:ext uri="{FF2B5EF4-FFF2-40B4-BE49-F238E27FC236}">
                    <a16:creationId xmlns:a16="http://schemas.microsoft.com/office/drawing/2014/main" id="{F7ED47F9-474F-A584-A6E2-F8E6AF24E206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39" name="直接连接符 20538">
                <a:extLst>
                  <a:ext uri="{FF2B5EF4-FFF2-40B4-BE49-F238E27FC236}">
                    <a16:creationId xmlns:a16="http://schemas.microsoft.com/office/drawing/2014/main" id="{BB7E5A2D-20F4-E326-3CDB-E99A45244BEE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40" name="直接连接符 20539">
                <a:extLst>
                  <a:ext uri="{FF2B5EF4-FFF2-40B4-BE49-F238E27FC236}">
                    <a16:creationId xmlns:a16="http://schemas.microsoft.com/office/drawing/2014/main" id="{0AC7F7BC-9172-EB3D-BF8D-6114BB18C2AA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41" name="直接连接符 20540">
                <a:extLst>
                  <a:ext uri="{FF2B5EF4-FFF2-40B4-BE49-F238E27FC236}">
                    <a16:creationId xmlns:a16="http://schemas.microsoft.com/office/drawing/2014/main" id="{9F2EAB11-CE2D-15DC-FAE2-D261C7EA4244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42" name="直接连接符 20541">
                <a:extLst>
                  <a:ext uri="{FF2B5EF4-FFF2-40B4-BE49-F238E27FC236}">
                    <a16:creationId xmlns:a16="http://schemas.microsoft.com/office/drawing/2014/main" id="{B2716380-8994-7953-8767-BD473E118A20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43" name="直接连接符 20542">
                <a:extLst>
                  <a:ext uri="{FF2B5EF4-FFF2-40B4-BE49-F238E27FC236}">
                    <a16:creationId xmlns:a16="http://schemas.microsoft.com/office/drawing/2014/main" id="{0AF6EBB4-C7BB-BC1A-35FC-C0B56963D45E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08" name="直接连接符 17407">
                <a:extLst>
                  <a:ext uri="{FF2B5EF4-FFF2-40B4-BE49-F238E27FC236}">
                    <a16:creationId xmlns:a16="http://schemas.microsoft.com/office/drawing/2014/main" id="{45DA0113-0705-6B86-7A2E-D629530C8046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09" name="直接连接符 17408">
                <a:extLst>
                  <a:ext uri="{FF2B5EF4-FFF2-40B4-BE49-F238E27FC236}">
                    <a16:creationId xmlns:a16="http://schemas.microsoft.com/office/drawing/2014/main" id="{920B3564-70EA-63DC-DFA4-766E43A3756F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2" name="直接连接符 17411">
                <a:extLst>
                  <a:ext uri="{FF2B5EF4-FFF2-40B4-BE49-F238E27FC236}">
                    <a16:creationId xmlns:a16="http://schemas.microsoft.com/office/drawing/2014/main" id="{6660593A-0B62-9AEC-D208-61AB09C84CD5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3" name="直接连接符 17412">
                <a:extLst>
                  <a:ext uri="{FF2B5EF4-FFF2-40B4-BE49-F238E27FC236}">
                    <a16:creationId xmlns:a16="http://schemas.microsoft.com/office/drawing/2014/main" id="{D6EE758F-86F5-DA09-C442-22EF0DC96A15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4" name="直接连接符 17413">
                <a:extLst>
                  <a:ext uri="{FF2B5EF4-FFF2-40B4-BE49-F238E27FC236}">
                    <a16:creationId xmlns:a16="http://schemas.microsoft.com/office/drawing/2014/main" id="{E2E5A730-A78A-5280-79FF-1B0CA199510B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5" name="直接连接符 17414">
                <a:extLst>
                  <a:ext uri="{FF2B5EF4-FFF2-40B4-BE49-F238E27FC236}">
                    <a16:creationId xmlns:a16="http://schemas.microsoft.com/office/drawing/2014/main" id="{0AC838E6-8C86-3ED4-5E7F-5E9612208CE9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25DA3DD-C17F-02AE-BDAE-B3F0342DF986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33288671-D868-092D-98C9-D8EB1DECBFE3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B9D231DA-D619-7DF5-7210-3F1605608192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21DCEFD6-4B7D-2D3C-30F0-347ED5968691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7478F1ED-BF8E-14E4-8BA4-7669D13FCCAC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D2890AFB-4DC5-1B22-2670-2BF6BA6473CE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57CA211-0A37-7DEE-6631-AA5982219100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0F32D5F3-FA41-A2B6-A2AF-8BA4C26C268D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B8BBA03E-96C1-F1A8-F421-F0AE8CD93CFD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F6BD4A2-C976-555E-CE80-CBD3E72891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7055EBCC-E18B-4AF9-A998-45A6BCF532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广度优先(</a:t>
            </a:r>
            <a:r>
              <a:rPr lang="en-US" altLang="zh-CN"/>
              <a:t>Breadth-First Search)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04C39C95-A447-4A57-8839-7595222573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5887" y="1442427"/>
            <a:ext cx="8263613" cy="5187614"/>
          </a:xfrm>
        </p:spPr>
        <p:txBody>
          <a:bodyPr>
            <a:normAutofit fontScale="55000" lnSpcReduction="20000"/>
          </a:bodyPr>
          <a:lstStyle/>
          <a:p>
            <a:pPr algn="just" eaLnBrk="1" hangingPunct="1">
              <a:lnSpc>
                <a:spcPct val="170000"/>
              </a:lnSpc>
            </a:pPr>
            <a:r>
              <a:rPr lang="en-US" altLang="zh-CN" sz="4500" dirty="0"/>
              <a:t>BFS</a:t>
            </a:r>
            <a:r>
              <a:rPr lang="zh-CN" altLang="en-US" sz="4500" dirty="0"/>
              <a:t>算法</a:t>
            </a:r>
            <a:r>
              <a:rPr lang="en-US" altLang="zh-CN" sz="4500" dirty="0"/>
              <a:t>:</a:t>
            </a:r>
            <a:r>
              <a:rPr lang="zh-CN" altLang="en-US" sz="4500" dirty="0"/>
              <a:t>从起始节点开始，首先访问起始节点的所有邻居节点，然后按照</a:t>
            </a:r>
            <a:r>
              <a:rPr lang="zh-CN" altLang="en-US" sz="4500" dirty="0">
                <a:solidFill>
                  <a:schemeClr val="accent4">
                    <a:lumMod val="75000"/>
                  </a:schemeClr>
                </a:solidFill>
              </a:rPr>
              <a:t>一层一层向外扩展</a:t>
            </a:r>
            <a:r>
              <a:rPr lang="zh-CN" altLang="en-US" sz="4500" dirty="0"/>
              <a:t>的方式，依次访问下一层的节点，直到找到目标节点或遍历完整个结构。 </a:t>
            </a:r>
            <a:endParaRPr lang="en-US" altLang="zh-CN" sz="4500" dirty="0"/>
          </a:p>
          <a:p>
            <a:pPr algn="just" eaLnBrk="1" hangingPunct="1">
              <a:lnSpc>
                <a:spcPct val="110000"/>
              </a:lnSpc>
            </a:pPr>
            <a:endParaRPr lang="en-US" altLang="zh-CN" sz="2400" dirty="0"/>
          </a:p>
          <a:p>
            <a:pPr algn="just" eaLnBrk="1" hangingPunct="1">
              <a:lnSpc>
                <a:spcPct val="110000"/>
              </a:lnSpc>
            </a:pPr>
            <a:r>
              <a:rPr lang="en-US" altLang="zh-CN" sz="3800" dirty="0"/>
              <a:t>BFS algorithm.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sz="3800" dirty="0"/>
              <a:t>L</a:t>
            </a:r>
            <a:r>
              <a:rPr lang="en-US" altLang="zh-CN" sz="3800" baseline="-25000" dirty="0"/>
              <a:t>0</a:t>
            </a:r>
            <a:r>
              <a:rPr lang="en-US" altLang="zh-CN" sz="3800" dirty="0"/>
              <a:t> = { s .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sz="3800" dirty="0"/>
              <a:t>L</a:t>
            </a:r>
            <a:r>
              <a:rPr lang="en-US" altLang="zh-CN" sz="3800" baseline="-25000" dirty="0"/>
              <a:t>1</a:t>
            </a:r>
            <a:r>
              <a:rPr lang="en-US" altLang="zh-CN" sz="3800" dirty="0"/>
              <a:t> = all neighbors of L</a:t>
            </a:r>
            <a:r>
              <a:rPr lang="en-US" altLang="zh-CN" sz="3800" baseline="-25000" dirty="0"/>
              <a:t>0</a:t>
            </a:r>
            <a:r>
              <a:rPr lang="en-US" altLang="zh-CN" sz="3800" dirty="0"/>
              <a:t>.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sz="3800" dirty="0"/>
              <a:t>L</a:t>
            </a:r>
            <a:r>
              <a:rPr lang="en-US" altLang="zh-CN" sz="3800" baseline="-25000" dirty="0"/>
              <a:t>2</a:t>
            </a:r>
            <a:r>
              <a:rPr lang="en-US" altLang="zh-CN" sz="3800" dirty="0"/>
              <a:t> = all nodes that do not belong to L</a:t>
            </a:r>
            <a:r>
              <a:rPr lang="en-US" altLang="zh-CN" sz="3800" baseline="-25000" dirty="0"/>
              <a:t>0</a:t>
            </a:r>
            <a:r>
              <a:rPr lang="en-US" altLang="zh-CN" sz="3800" dirty="0"/>
              <a:t> or L</a:t>
            </a:r>
            <a:r>
              <a:rPr lang="en-US" altLang="zh-CN" sz="3800" baseline="-25000" dirty="0"/>
              <a:t>1</a:t>
            </a:r>
            <a:r>
              <a:rPr lang="en-US" altLang="zh-CN" sz="3800" dirty="0"/>
              <a:t>, and that have an edge to a node in L</a:t>
            </a:r>
            <a:r>
              <a:rPr lang="en-US" altLang="zh-CN" sz="3800" baseline="-25000" dirty="0"/>
              <a:t>1</a:t>
            </a:r>
            <a:r>
              <a:rPr lang="en-US" altLang="zh-CN" sz="3800" dirty="0"/>
              <a:t>.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sz="3800" dirty="0"/>
              <a:t>L</a:t>
            </a:r>
            <a:r>
              <a:rPr lang="en-US" altLang="zh-CN" sz="3800" baseline="-25000" dirty="0"/>
              <a:t>i+1</a:t>
            </a:r>
            <a:r>
              <a:rPr lang="en-US" altLang="zh-CN" sz="3800" dirty="0"/>
              <a:t> = all nodes that do not belong to an earlier layer, and that have an edge to a node in L</a:t>
            </a:r>
            <a:r>
              <a:rPr lang="en-US" altLang="zh-CN" sz="3800" baseline="-25000" dirty="0"/>
              <a:t>i</a:t>
            </a:r>
            <a:r>
              <a:rPr lang="en-US" altLang="zh-CN" sz="3800" dirty="0"/>
              <a:t>.</a:t>
            </a:r>
            <a:endParaRPr lang="en-US" altLang="zh-CN" sz="2400" dirty="0"/>
          </a:p>
        </p:txBody>
      </p:sp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B5AB2FC8-3B86-42F3-AC53-B1B1B581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EDFE95-88B1-477B-A70E-51789C2664BE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CN" sz="1400"/>
          </a:p>
        </p:txBody>
      </p:sp>
      <p:grpSp>
        <p:nvGrpSpPr>
          <p:cNvPr id="22533" name="Group 4">
            <a:extLst>
              <a:ext uri="{FF2B5EF4-FFF2-40B4-BE49-F238E27FC236}">
                <a16:creationId xmlns:a16="http://schemas.microsoft.com/office/drawing/2014/main" id="{67A828AE-0FBE-4AE5-B2AB-ED0FCC40F48A}"/>
              </a:ext>
            </a:extLst>
          </p:cNvPr>
          <p:cNvGrpSpPr>
            <a:grpSpLocks/>
          </p:cNvGrpSpPr>
          <p:nvPr/>
        </p:nvGrpSpPr>
        <p:grpSpPr bwMode="auto">
          <a:xfrm>
            <a:off x="4139952" y="3356994"/>
            <a:ext cx="4265612" cy="1004887"/>
            <a:chOff x="2319" y="1193"/>
            <a:chExt cx="2483" cy="585"/>
          </a:xfrm>
        </p:grpSpPr>
        <p:sp>
          <p:nvSpPr>
            <p:cNvPr id="22534" name="Line 5">
              <a:extLst>
                <a:ext uri="{FF2B5EF4-FFF2-40B4-BE49-F238E27FC236}">
                  <a16:creationId xmlns:a16="http://schemas.microsoft.com/office/drawing/2014/main" id="{7D8296B6-70C4-4E1E-8780-93B46E4DB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9" y="1326"/>
              <a:ext cx="188" cy="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35" name="Line 6">
              <a:extLst>
                <a:ext uri="{FF2B5EF4-FFF2-40B4-BE49-F238E27FC236}">
                  <a16:creationId xmlns:a16="http://schemas.microsoft.com/office/drawing/2014/main" id="{98C8D284-D6B3-4236-965D-5D016B1E0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" y="1618"/>
              <a:ext cx="188" cy="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36" name="Line 7">
              <a:extLst>
                <a:ext uri="{FF2B5EF4-FFF2-40B4-BE49-F238E27FC236}">
                  <a16:creationId xmlns:a16="http://schemas.microsoft.com/office/drawing/2014/main" id="{3D1CBB76-4836-49CE-9135-33AE9A99CD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8" y="1483"/>
              <a:ext cx="154" cy="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37" name="Line 8">
              <a:extLst>
                <a:ext uri="{FF2B5EF4-FFF2-40B4-BE49-F238E27FC236}">
                  <a16:creationId xmlns:a16="http://schemas.microsoft.com/office/drawing/2014/main" id="{ABA416EB-726C-4020-A6D8-40F129548F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8" y="1361"/>
              <a:ext cx="237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38" name="Line 9">
              <a:extLst>
                <a:ext uri="{FF2B5EF4-FFF2-40B4-BE49-F238E27FC236}">
                  <a16:creationId xmlns:a16="http://schemas.microsoft.com/office/drawing/2014/main" id="{EF589A93-B2BF-416A-A982-36BDA0365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1" y="1554"/>
              <a:ext cx="184" cy="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39" name="Line 10">
              <a:extLst>
                <a:ext uri="{FF2B5EF4-FFF2-40B4-BE49-F238E27FC236}">
                  <a16:creationId xmlns:a16="http://schemas.microsoft.com/office/drawing/2014/main" id="{DF018366-C20C-42D3-AE30-6E9D72934C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4" y="1349"/>
              <a:ext cx="387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40" name="Line 11">
              <a:extLst>
                <a:ext uri="{FF2B5EF4-FFF2-40B4-BE49-F238E27FC236}">
                  <a16:creationId xmlns:a16="http://schemas.microsoft.com/office/drawing/2014/main" id="{55761A4A-8BF5-4C45-94B6-862C07A981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2" y="1616"/>
              <a:ext cx="447" cy="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41" name="Line 12">
              <a:extLst>
                <a:ext uri="{FF2B5EF4-FFF2-40B4-BE49-F238E27FC236}">
                  <a16:creationId xmlns:a16="http://schemas.microsoft.com/office/drawing/2014/main" id="{195DF3DB-16C9-4AF2-8D63-74B0E1FAE5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9" y="1445"/>
              <a:ext cx="387" cy="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42" name="Line 13">
              <a:extLst>
                <a:ext uri="{FF2B5EF4-FFF2-40B4-BE49-F238E27FC236}">
                  <a16:creationId xmlns:a16="http://schemas.microsoft.com/office/drawing/2014/main" id="{65F92FF6-0C77-4C75-9225-CFE0553988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2" y="1359"/>
              <a:ext cx="416" cy="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43" name="Line 14">
              <a:extLst>
                <a:ext uri="{FF2B5EF4-FFF2-40B4-BE49-F238E27FC236}">
                  <a16:creationId xmlns:a16="http://schemas.microsoft.com/office/drawing/2014/main" id="{8A4BCD43-CEC3-4CB9-8298-49286E3367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1" y="1479"/>
              <a:ext cx="344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44" name="Oval 15">
              <a:extLst>
                <a:ext uri="{FF2B5EF4-FFF2-40B4-BE49-F238E27FC236}">
                  <a16:creationId xmlns:a16="http://schemas.microsoft.com/office/drawing/2014/main" id="{F4FDB321-2824-4DCA-9EA0-7A11C4D73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1395"/>
              <a:ext cx="154" cy="154"/>
            </a:xfrm>
            <a:prstGeom prst="ellipse">
              <a:avLst/>
            </a:prstGeom>
            <a:solidFill>
              <a:srgbClr val="96969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Comic Sans MS" panose="030F0702030302020204" pitchFamily="66" charset="0"/>
                </a:rPr>
                <a:t>s</a:t>
              </a:r>
            </a:p>
          </p:txBody>
        </p:sp>
        <p:sp>
          <p:nvSpPr>
            <p:cNvPr id="22545" name="Freeform 16">
              <a:extLst>
                <a:ext uri="{FF2B5EF4-FFF2-40B4-BE49-F238E27FC236}">
                  <a16:creationId xmlns:a16="http://schemas.microsoft.com/office/drawing/2014/main" id="{FB0E7E91-2206-46B8-940D-59721A66A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1213"/>
              <a:ext cx="349" cy="565"/>
            </a:xfrm>
            <a:custGeom>
              <a:avLst/>
              <a:gdLst>
                <a:gd name="T0" fmla="*/ 481 w 249"/>
                <a:gd name="T1" fmla="*/ 21 h 429"/>
                <a:gd name="T2" fmla="*/ 449 w 249"/>
                <a:gd name="T3" fmla="*/ 302 h 429"/>
                <a:gd name="T4" fmla="*/ 259 w 249"/>
                <a:gd name="T5" fmla="*/ 445 h 429"/>
                <a:gd name="T6" fmla="*/ 163 w 249"/>
                <a:gd name="T7" fmla="*/ 512 h 429"/>
                <a:gd name="T8" fmla="*/ 97 w 249"/>
                <a:gd name="T9" fmla="*/ 655 h 429"/>
                <a:gd name="T10" fmla="*/ 67 w 249"/>
                <a:gd name="T11" fmla="*/ 723 h 429"/>
                <a:gd name="T12" fmla="*/ 29 w 249"/>
                <a:gd name="T13" fmla="*/ 888 h 429"/>
                <a:gd name="T14" fmla="*/ 67 w 249"/>
                <a:gd name="T15" fmla="*/ 1429 h 429"/>
                <a:gd name="T16" fmla="*/ 357 w 249"/>
                <a:gd name="T17" fmla="*/ 1526 h 429"/>
                <a:gd name="T18" fmla="*/ 900 w 249"/>
                <a:gd name="T19" fmla="*/ 1574 h 429"/>
                <a:gd name="T20" fmla="*/ 960 w 249"/>
                <a:gd name="T21" fmla="*/ 1407 h 429"/>
                <a:gd name="T22" fmla="*/ 1092 w 249"/>
                <a:gd name="T23" fmla="*/ 1263 h 429"/>
                <a:gd name="T24" fmla="*/ 1256 w 249"/>
                <a:gd name="T25" fmla="*/ 844 h 429"/>
                <a:gd name="T26" fmla="*/ 1092 w 249"/>
                <a:gd name="T27" fmla="*/ 182 h 429"/>
                <a:gd name="T28" fmla="*/ 960 w 249"/>
                <a:gd name="T29" fmla="*/ 92 h 429"/>
                <a:gd name="T30" fmla="*/ 931 w 249"/>
                <a:gd name="T31" fmla="*/ 21 h 429"/>
                <a:gd name="T32" fmla="*/ 481 w 249"/>
                <a:gd name="T33" fmla="*/ 21 h 4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49" h="429">
                  <a:moveTo>
                    <a:pt x="89" y="5"/>
                  </a:moveTo>
                  <a:cubicBezTo>
                    <a:pt x="87" y="29"/>
                    <a:pt x="91" y="54"/>
                    <a:pt x="83" y="76"/>
                  </a:cubicBezTo>
                  <a:cubicBezTo>
                    <a:pt x="77" y="92"/>
                    <a:pt x="60" y="100"/>
                    <a:pt x="48" y="112"/>
                  </a:cubicBezTo>
                  <a:cubicBezTo>
                    <a:pt x="42" y="118"/>
                    <a:pt x="30" y="129"/>
                    <a:pt x="30" y="129"/>
                  </a:cubicBezTo>
                  <a:cubicBezTo>
                    <a:pt x="26" y="141"/>
                    <a:pt x="22" y="153"/>
                    <a:pt x="18" y="165"/>
                  </a:cubicBezTo>
                  <a:cubicBezTo>
                    <a:pt x="16" y="171"/>
                    <a:pt x="12" y="183"/>
                    <a:pt x="12" y="183"/>
                  </a:cubicBezTo>
                  <a:cubicBezTo>
                    <a:pt x="36" y="279"/>
                    <a:pt x="9" y="145"/>
                    <a:pt x="6" y="224"/>
                  </a:cubicBezTo>
                  <a:cubicBezTo>
                    <a:pt x="4" y="270"/>
                    <a:pt x="0" y="317"/>
                    <a:pt x="12" y="361"/>
                  </a:cubicBezTo>
                  <a:cubicBezTo>
                    <a:pt x="17" y="380"/>
                    <a:pt x="50" y="374"/>
                    <a:pt x="66" y="385"/>
                  </a:cubicBezTo>
                  <a:cubicBezTo>
                    <a:pt x="78" y="429"/>
                    <a:pt x="71" y="425"/>
                    <a:pt x="166" y="397"/>
                  </a:cubicBezTo>
                  <a:cubicBezTo>
                    <a:pt x="180" y="393"/>
                    <a:pt x="171" y="368"/>
                    <a:pt x="178" y="355"/>
                  </a:cubicBezTo>
                  <a:cubicBezTo>
                    <a:pt x="185" y="342"/>
                    <a:pt x="202" y="319"/>
                    <a:pt x="202" y="319"/>
                  </a:cubicBezTo>
                  <a:cubicBezTo>
                    <a:pt x="211" y="283"/>
                    <a:pt x="224" y="249"/>
                    <a:pt x="232" y="213"/>
                  </a:cubicBezTo>
                  <a:cubicBezTo>
                    <a:pt x="228" y="133"/>
                    <a:pt x="249" y="93"/>
                    <a:pt x="202" y="46"/>
                  </a:cubicBezTo>
                  <a:cubicBezTo>
                    <a:pt x="186" y="0"/>
                    <a:pt x="210" y="55"/>
                    <a:pt x="178" y="23"/>
                  </a:cubicBezTo>
                  <a:cubicBezTo>
                    <a:pt x="174" y="19"/>
                    <a:pt x="178" y="6"/>
                    <a:pt x="172" y="5"/>
                  </a:cubicBezTo>
                  <a:cubicBezTo>
                    <a:pt x="145" y="0"/>
                    <a:pt x="117" y="5"/>
                    <a:pt x="89" y="5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46" name="Text Box 17">
              <a:extLst>
                <a:ext uri="{FF2B5EF4-FFF2-40B4-BE49-F238E27FC236}">
                  <a16:creationId xmlns:a16="http://schemas.microsoft.com/office/drawing/2014/main" id="{3CA471F3-F7EB-4EF2-9E15-6C8D328BF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8" y="1390"/>
              <a:ext cx="198" cy="18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Comic Sans MS" panose="030F0702030302020204" pitchFamily="66" charset="0"/>
                </a:rPr>
                <a:t>L</a:t>
              </a:r>
              <a:r>
                <a:rPr lang="en-US" altLang="zh-CN" sz="1400" baseline="-25000" dirty="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2547" name="Freeform 18">
              <a:extLst>
                <a:ext uri="{FF2B5EF4-FFF2-40B4-BE49-F238E27FC236}">
                  <a16:creationId xmlns:a16="http://schemas.microsoft.com/office/drawing/2014/main" id="{1F4AB34B-486B-4D1C-B00F-4801F2C5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" y="1195"/>
              <a:ext cx="381" cy="580"/>
            </a:xfrm>
            <a:custGeom>
              <a:avLst/>
              <a:gdLst>
                <a:gd name="T0" fmla="*/ 256 w 339"/>
                <a:gd name="T1" fmla="*/ 4 h 580"/>
                <a:gd name="T2" fmla="*/ 394 w 339"/>
                <a:gd name="T3" fmla="*/ 16 h 580"/>
                <a:gd name="T4" fmla="*/ 511 w 339"/>
                <a:gd name="T5" fmla="*/ 82 h 580"/>
                <a:gd name="T6" fmla="*/ 564 w 339"/>
                <a:gd name="T7" fmla="*/ 153 h 580"/>
                <a:gd name="T8" fmla="*/ 588 w 339"/>
                <a:gd name="T9" fmla="*/ 189 h 580"/>
                <a:gd name="T10" fmla="*/ 532 w 339"/>
                <a:gd name="T11" fmla="*/ 390 h 580"/>
                <a:gd name="T12" fmla="*/ 426 w 339"/>
                <a:gd name="T13" fmla="*/ 515 h 580"/>
                <a:gd name="T14" fmla="*/ 299 w 339"/>
                <a:gd name="T15" fmla="*/ 580 h 580"/>
                <a:gd name="T16" fmla="*/ 151 w 339"/>
                <a:gd name="T17" fmla="*/ 557 h 580"/>
                <a:gd name="T18" fmla="*/ 64 w 339"/>
                <a:gd name="T19" fmla="*/ 497 h 580"/>
                <a:gd name="T20" fmla="*/ 75 w 339"/>
                <a:gd name="T21" fmla="*/ 325 h 580"/>
                <a:gd name="T22" fmla="*/ 151 w 339"/>
                <a:gd name="T23" fmla="*/ 64 h 580"/>
                <a:gd name="T24" fmla="*/ 256 w 339"/>
                <a:gd name="T25" fmla="*/ 4 h 5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9" h="580">
                  <a:moveTo>
                    <a:pt x="143" y="4"/>
                  </a:moveTo>
                  <a:cubicBezTo>
                    <a:pt x="169" y="7"/>
                    <a:pt x="199" y="0"/>
                    <a:pt x="220" y="16"/>
                  </a:cubicBezTo>
                  <a:cubicBezTo>
                    <a:pt x="247" y="37"/>
                    <a:pt x="259" y="63"/>
                    <a:pt x="285" y="82"/>
                  </a:cubicBezTo>
                  <a:cubicBezTo>
                    <a:pt x="294" y="109"/>
                    <a:pt x="304" y="128"/>
                    <a:pt x="315" y="153"/>
                  </a:cubicBezTo>
                  <a:cubicBezTo>
                    <a:pt x="320" y="165"/>
                    <a:pt x="327" y="189"/>
                    <a:pt x="327" y="189"/>
                  </a:cubicBezTo>
                  <a:cubicBezTo>
                    <a:pt x="324" y="263"/>
                    <a:pt x="339" y="331"/>
                    <a:pt x="297" y="390"/>
                  </a:cubicBezTo>
                  <a:cubicBezTo>
                    <a:pt x="282" y="435"/>
                    <a:pt x="290" y="498"/>
                    <a:pt x="238" y="515"/>
                  </a:cubicBezTo>
                  <a:cubicBezTo>
                    <a:pt x="215" y="538"/>
                    <a:pt x="195" y="562"/>
                    <a:pt x="167" y="580"/>
                  </a:cubicBezTo>
                  <a:cubicBezTo>
                    <a:pt x="130" y="575"/>
                    <a:pt x="112" y="577"/>
                    <a:pt x="84" y="557"/>
                  </a:cubicBezTo>
                  <a:cubicBezTo>
                    <a:pt x="63" y="526"/>
                    <a:pt x="50" y="540"/>
                    <a:pt x="36" y="497"/>
                  </a:cubicBezTo>
                  <a:cubicBezTo>
                    <a:pt x="38" y="440"/>
                    <a:pt x="40" y="382"/>
                    <a:pt x="42" y="325"/>
                  </a:cubicBezTo>
                  <a:cubicBezTo>
                    <a:pt x="42" y="325"/>
                    <a:pt x="0" y="92"/>
                    <a:pt x="84" y="64"/>
                  </a:cubicBezTo>
                  <a:cubicBezTo>
                    <a:pt x="117" y="12"/>
                    <a:pt x="105" y="42"/>
                    <a:pt x="143" y="4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48" name="Freeform 19">
              <a:extLst>
                <a:ext uri="{FF2B5EF4-FFF2-40B4-BE49-F238E27FC236}">
                  <a16:creationId xmlns:a16="http://schemas.microsoft.com/office/drawing/2014/main" id="{B7FE5529-34FC-4438-AB9E-33E8D5A44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1193"/>
              <a:ext cx="410" cy="534"/>
            </a:xfrm>
            <a:custGeom>
              <a:avLst/>
              <a:gdLst>
                <a:gd name="T0" fmla="*/ 425 w 291"/>
                <a:gd name="T1" fmla="*/ 23 h 511"/>
                <a:gd name="T2" fmla="*/ 327 w 291"/>
                <a:gd name="T3" fmla="*/ 209 h 511"/>
                <a:gd name="T4" fmla="*/ 193 w 291"/>
                <a:gd name="T5" fmla="*/ 251 h 511"/>
                <a:gd name="T6" fmla="*/ 0 w 291"/>
                <a:gd name="T7" fmla="*/ 348 h 511"/>
                <a:gd name="T8" fmla="*/ 30 w 291"/>
                <a:gd name="T9" fmla="*/ 562 h 511"/>
                <a:gd name="T10" fmla="*/ 96 w 291"/>
                <a:gd name="T11" fmla="*/ 613 h 511"/>
                <a:gd name="T12" fmla="*/ 296 w 291"/>
                <a:gd name="T13" fmla="*/ 636 h 511"/>
                <a:gd name="T14" fmla="*/ 1217 w 291"/>
                <a:gd name="T15" fmla="*/ 630 h 511"/>
                <a:gd name="T16" fmla="*/ 1516 w 291"/>
                <a:gd name="T17" fmla="*/ 573 h 511"/>
                <a:gd name="T18" fmla="*/ 1319 w 291"/>
                <a:gd name="T19" fmla="*/ 297 h 511"/>
                <a:gd name="T20" fmla="*/ 1058 w 291"/>
                <a:gd name="T21" fmla="*/ 68 h 511"/>
                <a:gd name="T22" fmla="*/ 655 w 291"/>
                <a:gd name="T23" fmla="*/ 0 h 511"/>
                <a:gd name="T24" fmla="*/ 425 w 291"/>
                <a:gd name="T25" fmla="*/ 23 h 5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1" h="511">
                  <a:moveTo>
                    <a:pt x="77" y="18"/>
                  </a:moveTo>
                  <a:cubicBezTo>
                    <a:pt x="70" y="135"/>
                    <a:pt x="79" y="86"/>
                    <a:pt x="59" y="167"/>
                  </a:cubicBezTo>
                  <a:cubicBezTo>
                    <a:pt x="56" y="181"/>
                    <a:pt x="39" y="189"/>
                    <a:pt x="35" y="202"/>
                  </a:cubicBezTo>
                  <a:cubicBezTo>
                    <a:pt x="26" y="229"/>
                    <a:pt x="9" y="252"/>
                    <a:pt x="0" y="279"/>
                  </a:cubicBezTo>
                  <a:cubicBezTo>
                    <a:pt x="2" y="337"/>
                    <a:pt x="3" y="394"/>
                    <a:pt x="6" y="452"/>
                  </a:cubicBezTo>
                  <a:cubicBezTo>
                    <a:pt x="6" y="454"/>
                    <a:pt x="14" y="490"/>
                    <a:pt x="17" y="493"/>
                  </a:cubicBezTo>
                  <a:cubicBezTo>
                    <a:pt x="26" y="502"/>
                    <a:pt x="42" y="504"/>
                    <a:pt x="53" y="511"/>
                  </a:cubicBezTo>
                  <a:cubicBezTo>
                    <a:pt x="108" y="509"/>
                    <a:pt x="164" y="510"/>
                    <a:pt x="219" y="505"/>
                  </a:cubicBezTo>
                  <a:cubicBezTo>
                    <a:pt x="243" y="503"/>
                    <a:pt x="273" y="458"/>
                    <a:pt x="273" y="458"/>
                  </a:cubicBezTo>
                  <a:cubicBezTo>
                    <a:pt x="291" y="405"/>
                    <a:pt x="252" y="296"/>
                    <a:pt x="237" y="238"/>
                  </a:cubicBezTo>
                  <a:cubicBezTo>
                    <a:pt x="234" y="177"/>
                    <a:pt x="247" y="94"/>
                    <a:pt x="190" y="54"/>
                  </a:cubicBezTo>
                  <a:cubicBezTo>
                    <a:pt x="171" y="25"/>
                    <a:pt x="152" y="7"/>
                    <a:pt x="118" y="0"/>
                  </a:cubicBezTo>
                  <a:cubicBezTo>
                    <a:pt x="96" y="8"/>
                    <a:pt x="89" y="30"/>
                    <a:pt x="77" y="18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49" name="Text Box 20">
              <a:extLst>
                <a:ext uri="{FF2B5EF4-FFF2-40B4-BE49-F238E27FC236}">
                  <a16:creationId xmlns:a16="http://schemas.microsoft.com/office/drawing/2014/main" id="{22D2F589-3662-4514-BF14-A4E352196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1" y="1391"/>
              <a:ext cx="209" cy="18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Comic Sans MS" panose="030F0702030302020204" pitchFamily="66" charset="0"/>
                </a:rPr>
                <a:t>L</a:t>
              </a:r>
              <a:r>
                <a:rPr lang="en-US" altLang="zh-CN" sz="1400" baseline="-250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2550" name="Oval 21">
              <a:extLst>
                <a:ext uri="{FF2B5EF4-FFF2-40B4-BE49-F238E27FC236}">
                  <a16:creationId xmlns:a16="http://schemas.microsoft.com/office/drawing/2014/main" id="{0FCD6B3C-4EA0-4A62-A5B0-A9C358A21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" y="1466"/>
              <a:ext cx="29" cy="29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22551" name="Oval 22">
              <a:extLst>
                <a:ext uri="{FF2B5EF4-FFF2-40B4-BE49-F238E27FC236}">
                  <a16:creationId xmlns:a16="http://schemas.microsoft.com/office/drawing/2014/main" id="{5BAB99EA-1809-403A-8EB2-3C925EAAB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1" y="1466"/>
              <a:ext cx="29" cy="29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22552" name="Oval 23">
              <a:extLst>
                <a:ext uri="{FF2B5EF4-FFF2-40B4-BE49-F238E27FC236}">
                  <a16:creationId xmlns:a16="http://schemas.microsoft.com/office/drawing/2014/main" id="{CE019F44-37A8-460C-95B4-3A2AA6F5E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9" y="1466"/>
              <a:ext cx="29" cy="29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22553" name="Text Box 24">
              <a:extLst>
                <a:ext uri="{FF2B5EF4-FFF2-40B4-BE49-F238E27FC236}">
                  <a16:creationId xmlns:a16="http://schemas.microsoft.com/office/drawing/2014/main" id="{78532AB8-FB3F-4A11-9E42-CDEAD538F7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7" y="1398"/>
              <a:ext cx="284" cy="18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Comic Sans MS" panose="030F0702030302020204" pitchFamily="66" charset="0"/>
                </a:rPr>
                <a:t>L</a:t>
              </a:r>
              <a:r>
                <a:rPr lang="en-US" altLang="zh-CN" sz="1400" baseline="-25000">
                  <a:latin typeface="Comic Sans MS" panose="030F0702030302020204" pitchFamily="66" charset="0"/>
                </a:rPr>
                <a:t> n-1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CB784E94-7FE1-0C4E-0B9E-6B3F4B14890C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CAAB782-B5CE-CFD8-026A-A3E4B397756C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12F077E8-1BE5-2696-AB7F-6D32E06FA0FC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5ED9D3D-34D7-934A-C50D-62F10F97FE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22590E55-2EAE-59CB-CAA5-F9C22897E119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3DC90D7-A848-0A93-8662-2A482DD0DFC0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989B3B0-9C81-CDD3-20F3-2022A7D82775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AC2CEAE2-0BD4-C3E4-5E3B-22EC5ED8B9D3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4DA70063-4DA9-9310-CF2A-B6E68581069A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42BF13F9-5744-2D30-C44B-6962813E618B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9FE422F8-A5DB-6FB6-C858-F9C377E129AA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3A2D07A-D77D-39F7-81F2-A8CDE3C90F57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B9860DED-5ACB-0DC3-B9DA-7F48A77197D4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EB4AFBD7-EEC3-D0E4-C60E-D18AA3513E1B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CFC66345-D15C-2762-47A1-CCAFE51CCEDF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A329BA4A-52A3-66A5-3BE7-6328C79E7373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AAF978C0-67D3-2D0D-7F9F-B2FE9EA8DDC8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718D997E-B082-BA3F-2C84-FD8C6ABE736F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DC12D774-6685-31F6-B240-E31B05BCBFB4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1104867-668B-5BCD-1C16-1E7E4284C0E9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4265406-DA76-0DD1-6333-6B5BEC19900C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6DABBE2C-C3E8-93B1-9667-E3AAD3086F26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94EC911F-A191-A3AD-1827-5650A9211DED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088C4F14-C1A5-0FA1-69B7-435AF18C73A4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BAE3BF4E-043D-8EFB-7FD7-8D321F64F76E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511E2A3-E748-EEE6-C3A6-681F5F86CD75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C3EFF0F5-42D8-340F-5BF7-50C74BD85AFB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7314112B-738D-DD81-7B2F-0342A3BB6A6A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84AA25C2-FEC6-1788-0FAE-1BE36830D2F3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5A6F269C-DA65-6CD9-460D-39CBD2A37A76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20308F0E-41BE-4D7D-55C6-87102F706834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04658FC9-897E-D270-ABE0-E8613C2B339A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5FFA80B9-7CC3-05F0-9C7B-118704C60B8A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16659AB9-B1A9-FC5E-CA98-CBBAFA7AF5FE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24ED4D9B-CE67-02DC-3C4E-9F7A410A6690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4DA135F9-E5C7-39F5-A6F9-03E1B36D7525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7B8B5288-51B7-A794-7A0B-FC9AD48F9E7E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D404063D-71B5-F98D-8A74-57A382F83A93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CED23492-E054-F043-03A1-5A00B9CD501D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3C9BAF49-87BB-2930-B714-6E7C6D3C273A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07A68772-96F5-52A2-4E79-9ABAF664DE4A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264B78FA-0B5D-5CE3-CB35-334AA2E44A56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D6D922F9-CE31-EE54-6E90-B8B3219DDA1D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3C28782A-E1C6-D347-4C78-9E7C230AD4C1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45AF14E4-6CE4-465D-169F-86C585A83A84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CA5EF078-BDD4-4A8B-43CD-423C93A1F876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FADF4F54-515F-7B29-C138-54D72D45821E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BE4956EC-0518-FA6E-7973-83A240147FF1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B1DADE65-20FC-149A-B54F-9C54F043DEB4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C3538A7C-3037-A25D-FF87-C5E6902AD51C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947C29B3-578C-9763-509E-794B61264FE1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BE09E87C-8F1B-E1EB-46B2-A074188FAE27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28" name="直接连接符 22527">
                <a:extLst>
                  <a:ext uri="{FF2B5EF4-FFF2-40B4-BE49-F238E27FC236}">
                    <a16:creationId xmlns:a16="http://schemas.microsoft.com/office/drawing/2014/main" id="{B4873803-406F-D7E0-A7F8-8784233023A5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29" name="直接连接符 22528">
                <a:extLst>
                  <a:ext uri="{FF2B5EF4-FFF2-40B4-BE49-F238E27FC236}">
                    <a16:creationId xmlns:a16="http://schemas.microsoft.com/office/drawing/2014/main" id="{0CDA6643-8916-8DE0-3964-EEED64DBA89A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54" name="直接连接符 22553">
                <a:extLst>
                  <a:ext uri="{FF2B5EF4-FFF2-40B4-BE49-F238E27FC236}">
                    <a16:creationId xmlns:a16="http://schemas.microsoft.com/office/drawing/2014/main" id="{A49A01FD-B3F6-E585-E56F-44F67ED93482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55" name="直接连接符 22554">
                <a:extLst>
                  <a:ext uri="{FF2B5EF4-FFF2-40B4-BE49-F238E27FC236}">
                    <a16:creationId xmlns:a16="http://schemas.microsoft.com/office/drawing/2014/main" id="{86B01A1B-C1B4-8140-6F1C-0B444D25EB7E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56" name="直接连接符 22555">
                <a:extLst>
                  <a:ext uri="{FF2B5EF4-FFF2-40B4-BE49-F238E27FC236}">
                    <a16:creationId xmlns:a16="http://schemas.microsoft.com/office/drawing/2014/main" id="{5B15FBE1-9B90-C836-C5C8-632FD845B488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57" name="直接连接符 22556">
                <a:extLst>
                  <a:ext uri="{FF2B5EF4-FFF2-40B4-BE49-F238E27FC236}">
                    <a16:creationId xmlns:a16="http://schemas.microsoft.com/office/drawing/2014/main" id="{599D7BB8-3663-A8A3-7CE6-4501A46E6D6B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58" name="直接连接符 22557">
                <a:extLst>
                  <a:ext uri="{FF2B5EF4-FFF2-40B4-BE49-F238E27FC236}">
                    <a16:creationId xmlns:a16="http://schemas.microsoft.com/office/drawing/2014/main" id="{9F7ADB07-0E0A-986D-7D12-C6D611369D56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59" name="直接连接符 22558">
                <a:extLst>
                  <a:ext uri="{FF2B5EF4-FFF2-40B4-BE49-F238E27FC236}">
                    <a16:creationId xmlns:a16="http://schemas.microsoft.com/office/drawing/2014/main" id="{E0817A87-73BE-A06F-A78D-0FFB6E5BE9DF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60" name="直接连接符 22559">
                <a:extLst>
                  <a:ext uri="{FF2B5EF4-FFF2-40B4-BE49-F238E27FC236}">
                    <a16:creationId xmlns:a16="http://schemas.microsoft.com/office/drawing/2014/main" id="{D3BDCFC0-49F8-6B8B-4B85-1176D64E2D1D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61" name="直接连接符 22560">
                <a:extLst>
                  <a:ext uri="{FF2B5EF4-FFF2-40B4-BE49-F238E27FC236}">
                    <a16:creationId xmlns:a16="http://schemas.microsoft.com/office/drawing/2014/main" id="{7CBD5D61-D944-96A8-35F5-7C85D3F27CBF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62" name="直接连接符 22561">
                <a:extLst>
                  <a:ext uri="{FF2B5EF4-FFF2-40B4-BE49-F238E27FC236}">
                    <a16:creationId xmlns:a16="http://schemas.microsoft.com/office/drawing/2014/main" id="{ED817AC2-9A97-1D21-EA25-76B104626F89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63" name="直接连接符 22562">
                <a:extLst>
                  <a:ext uri="{FF2B5EF4-FFF2-40B4-BE49-F238E27FC236}">
                    <a16:creationId xmlns:a16="http://schemas.microsoft.com/office/drawing/2014/main" id="{2B1D969B-DA9C-D308-A7DF-76CE72A39447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64" name="直接连接符 22563">
                <a:extLst>
                  <a:ext uri="{FF2B5EF4-FFF2-40B4-BE49-F238E27FC236}">
                    <a16:creationId xmlns:a16="http://schemas.microsoft.com/office/drawing/2014/main" id="{EE9BBE5B-20A9-B460-BE6E-84DD1C2FAC5A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65" name="直接连接符 22564">
                <a:extLst>
                  <a:ext uri="{FF2B5EF4-FFF2-40B4-BE49-F238E27FC236}">
                    <a16:creationId xmlns:a16="http://schemas.microsoft.com/office/drawing/2014/main" id="{54748922-57EC-822F-98D4-72ABE5BDFF01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66" name="直接连接符 22565">
                <a:extLst>
                  <a:ext uri="{FF2B5EF4-FFF2-40B4-BE49-F238E27FC236}">
                    <a16:creationId xmlns:a16="http://schemas.microsoft.com/office/drawing/2014/main" id="{2A4DC44F-63DE-14E4-C5B3-E8BFF9F66D18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67" name="直接连接符 22566">
                <a:extLst>
                  <a:ext uri="{FF2B5EF4-FFF2-40B4-BE49-F238E27FC236}">
                    <a16:creationId xmlns:a16="http://schemas.microsoft.com/office/drawing/2014/main" id="{1E302043-A795-19D1-E1A4-33C5A6238B06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68" name="直接连接符 22567">
                <a:extLst>
                  <a:ext uri="{FF2B5EF4-FFF2-40B4-BE49-F238E27FC236}">
                    <a16:creationId xmlns:a16="http://schemas.microsoft.com/office/drawing/2014/main" id="{1CE8B7C5-C625-EAE6-ABE2-9B88330C7ADB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69" name="直接连接符 22568">
                <a:extLst>
                  <a:ext uri="{FF2B5EF4-FFF2-40B4-BE49-F238E27FC236}">
                    <a16:creationId xmlns:a16="http://schemas.microsoft.com/office/drawing/2014/main" id="{A5A5907A-4A3E-21D0-8C27-56C60CACF2CF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70" name="直接连接符 22569">
                <a:extLst>
                  <a:ext uri="{FF2B5EF4-FFF2-40B4-BE49-F238E27FC236}">
                    <a16:creationId xmlns:a16="http://schemas.microsoft.com/office/drawing/2014/main" id="{0CF1E691-36E3-7FB9-D0A6-34E61F8CE4DB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71" name="直接连接符 22570">
                <a:extLst>
                  <a:ext uri="{FF2B5EF4-FFF2-40B4-BE49-F238E27FC236}">
                    <a16:creationId xmlns:a16="http://schemas.microsoft.com/office/drawing/2014/main" id="{1E854503-9135-B7DE-6682-5FBF11E02387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72" name="直接连接符 22571">
                <a:extLst>
                  <a:ext uri="{FF2B5EF4-FFF2-40B4-BE49-F238E27FC236}">
                    <a16:creationId xmlns:a16="http://schemas.microsoft.com/office/drawing/2014/main" id="{3EF30BFC-1594-1FCA-C578-6051558E5A89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73" name="直接连接符 22572">
                <a:extLst>
                  <a:ext uri="{FF2B5EF4-FFF2-40B4-BE49-F238E27FC236}">
                    <a16:creationId xmlns:a16="http://schemas.microsoft.com/office/drawing/2014/main" id="{19A4DDD0-FA07-C3AE-A47D-9CAF7D2D4A75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74" name="直接连接符 22573">
                <a:extLst>
                  <a:ext uri="{FF2B5EF4-FFF2-40B4-BE49-F238E27FC236}">
                    <a16:creationId xmlns:a16="http://schemas.microsoft.com/office/drawing/2014/main" id="{52C935C6-8CFE-7812-6247-6ADD190BA7B1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75" name="直接连接符 22574">
                <a:extLst>
                  <a:ext uri="{FF2B5EF4-FFF2-40B4-BE49-F238E27FC236}">
                    <a16:creationId xmlns:a16="http://schemas.microsoft.com/office/drawing/2014/main" id="{892D14F7-F2F0-AE56-2EEB-8A7C312077DE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76" name="直接连接符 22575">
                <a:extLst>
                  <a:ext uri="{FF2B5EF4-FFF2-40B4-BE49-F238E27FC236}">
                    <a16:creationId xmlns:a16="http://schemas.microsoft.com/office/drawing/2014/main" id="{B94A6A56-1CC8-491F-47F4-E8234F73D1C4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77" name="直接连接符 22576">
                <a:extLst>
                  <a:ext uri="{FF2B5EF4-FFF2-40B4-BE49-F238E27FC236}">
                    <a16:creationId xmlns:a16="http://schemas.microsoft.com/office/drawing/2014/main" id="{F47F8BBF-CE2A-6922-B80F-E9AE28ACE366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78" name="直接连接符 22577">
                <a:extLst>
                  <a:ext uri="{FF2B5EF4-FFF2-40B4-BE49-F238E27FC236}">
                    <a16:creationId xmlns:a16="http://schemas.microsoft.com/office/drawing/2014/main" id="{FCA96029-D49C-036C-5E05-234895C2941E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79" name="直接连接符 22578">
                <a:extLst>
                  <a:ext uri="{FF2B5EF4-FFF2-40B4-BE49-F238E27FC236}">
                    <a16:creationId xmlns:a16="http://schemas.microsoft.com/office/drawing/2014/main" id="{7404C86C-0792-9679-18B2-5D7BAE163A37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80" name="直接连接符 22579">
                <a:extLst>
                  <a:ext uri="{FF2B5EF4-FFF2-40B4-BE49-F238E27FC236}">
                    <a16:creationId xmlns:a16="http://schemas.microsoft.com/office/drawing/2014/main" id="{1E2F6C6B-29BF-D593-A3F8-F4A5C69D2BE6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81" name="直接连接符 22580">
                <a:extLst>
                  <a:ext uri="{FF2B5EF4-FFF2-40B4-BE49-F238E27FC236}">
                    <a16:creationId xmlns:a16="http://schemas.microsoft.com/office/drawing/2014/main" id="{55C952F5-D456-D54B-5B3B-AA4D9A537496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82" name="直接连接符 22581">
                <a:extLst>
                  <a:ext uri="{FF2B5EF4-FFF2-40B4-BE49-F238E27FC236}">
                    <a16:creationId xmlns:a16="http://schemas.microsoft.com/office/drawing/2014/main" id="{BFEE5963-AE05-1915-96DF-1375360E01C6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83" name="直接连接符 22582">
                <a:extLst>
                  <a:ext uri="{FF2B5EF4-FFF2-40B4-BE49-F238E27FC236}">
                    <a16:creationId xmlns:a16="http://schemas.microsoft.com/office/drawing/2014/main" id="{A282213B-4524-9FEB-FF6C-4EE30CBFD680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84" name="直接连接符 22583">
                <a:extLst>
                  <a:ext uri="{FF2B5EF4-FFF2-40B4-BE49-F238E27FC236}">
                    <a16:creationId xmlns:a16="http://schemas.microsoft.com/office/drawing/2014/main" id="{9586D583-EDF7-F92E-9345-93E005285607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85" name="直接连接符 22584">
                <a:extLst>
                  <a:ext uri="{FF2B5EF4-FFF2-40B4-BE49-F238E27FC236}">
                    <a16:creationId xmlns:a16="http://schemas.microsoft.com/office/drawing/2014/main" id="{163D2DAA-1C66-35C3-1E24-AB434BA9B98F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86" name="直接连接符 22585">
                <a:extLst>
                  <a:ext uri="{FF2B5EF4-FFF2-40B4-BE49-F238E27FC236}">
                    <a16:creationId xmlns:a16="http://schemas.microsoft.com/office/drawing/2014/main" id="{0CFB4878-6ACE-5604-B716-A6E806C43770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87" name="直接连接符 22586">
                <a:extLst>
                  <a:ext uri="{FF2B5EF4-FFF2-40B4-BE49-F238E27FC236}">
                    <a16:creationId xmlns:a16="http://schemas.microsoft.com/office/drawing/2014/main" id="{4D4760B7-B8D1-FCC7-07FF-E79FAE6DD68D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88" name="直接连接符 22587">
                <a:extLst>
                  <a:ext uri="{FF2B5EF4-FFF2-40B4-BE49-F238E27FC236}">
                    <a16:creationId xmlns:a16="http://schemas.microsoft.com/office/drawing/2014/main" id="{2F3B2FC6-8819-CC5D-E79C-7183EBADBDAF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89" name="直接连接符 22588">
                <a:extLst>
                  <a:ext uri="{FF2B5EF4-FFF2-40B4-BE49-F238E27FC236}">
                    <a16:creationId xmlns:a16="http://schemas.microsoft.com/office/drawing/2014/main" id="{0CE19E69-573D-4A3F-0560-7FB2169E3389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90" name="直接连接符 22589">
                <a:extLst>
                  <a:ext uri="{FF2B5EF4-FFF2-40B4-BE49-F238E27FC236}">
                    <a16:creationId xmlns:a16="http://schemas.microsoft.com/office/drawing/2014/main" id="{CAF4094B-EF76-54D5-3808-423FF52CAC31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91" name="直接连接符 22590">
                <a:extLst>
                  <a:ext uri="{FF2B5EF4-FFF2-40B4-BE49-F238E27FC236}">
                    <a16:creationId xmlns:a16="http://schemas.microsoft.com/office/drawing/2014/main" id="{1DFA8FDB-6C57-9F69-8D68-B946175E716F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92" name="直接连接符 22591">
                <a:extLst>
                  <a:ext uri="{FF2B5EF4-FFF2-40B4-BE49-F238E27FC236}">
                    <a16:creationId xmlns:a16="http://schemas.microsoft.com/office/drawing/2014/main" id="{F79379F9-C056-4DA9-EC2A-053D12F9B11F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93" name="直接连接符 22592">
                <a:extLst>
                  <a:ext uri="{FF2B5EF4-FFF2-40B4-BE49-F238E27FC236}">
                    <a16:creationId xmlns:a16="http://schemas.microsoft.com/office/drawing/2014/main" id="{BF0D1799-DBE8-2DEF-B76B-558BB9FD4AC0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94" name="直接连接符 22593">
                <a:extLst>
                  <a:ext uri="{FF2B5EF4-FFF2-40B4-BE49-F238E27FC236}">
                    <a16:creationId xmlns:a16="http://schemas.microsoft.com/office/drawing/2014/main" id="{8CCE0110-512D-92F0-FF72-BF1E88443303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95" name="直接连接符 22594">
                <a:extLst>
                  <a:ext uri="{FF2B5EF4-FFF2-40B4-BE49-F238E27FC236}">
                    <a16:creationId xmlns:a16="http://schemas.microsoft.com/office/drawing/2014/main" id="{D84AAE32-ADE7-41E1-C5B0-1E89A51636E1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96" name="直接连接符 22595">
                <a:extLst>
                  <a:ext uri="{FF2B5EF4-FFF2-40B4-BE49-F238E27FC236}">
                    <a16:creationId xmlns:a16="http://schemas.microsoft.com/office/drawing/2014/main" id="{F52C7987-FF8B-BD18-985B-1AC28D757FB8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97" name="直接连接符 22596">
                <a:extLst>
                  <a:ext uri="{FF2B5EF4-FFF2-40B4-BE49-F238E27FC236}">
                    <a16:creationId xmlns:a16="http://schemas.microsoft.com/office/drawing/2014/main" id="{216267A7-FF4B-B51E-8009-75FFE1DA3443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98" name="直接连接符 22597">
                <a:extLst>
                  <a:ext uri="{FF2B5EF4-FFF2-40B4-BE49-F238E27FC236}">
                    <a16:creationId xmlns:a16="http://schemas.microsoft.com/office/drawing/2014/main" id="{BA48BA73-BDA9-7D79-4AF1-A16BE21E7E49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99" name="直接连接符 22598">
                <a:extLst>
                  <a:ext uri="{FF2B5EF4-FFF2-40B4-BE49-F238E27FC236}">
                    <a16:creationId xmlns:a16="http://schemas.microsoft.com/office/drawing/2014/main" id="{5AF9C615-43FE-A928-349D-18EFE0443B26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00" name="直接连接符 22599">
                <a:extLst>
                  <a:ext uri="{FF2B5EF4-FFF2-40B4-BE49-F238E27FC236}">
                    <a16:creationId xmlns:a16="http://schemas.microsoft.com/office/drawing/2014/main" id="{C403CE71-811D-E116-BB17-B0AA404A3830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01" name="直接连接符 22600">
                <a:extLst>
                  <a:ext uri="{FF2B5EF4-FFF2-40B4-BE49-F238E27FC236}">
                    <a16:creationId xmlns:a16="http://schemas.microsoft.com/office/drawing/2014/main" id="{8C0BCE4A-B27A-C31E-3D11-06BDF372C257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02" name="直接连接符 22601">
                <a:extLst>
                  <a:ext uri="{FF2B5EF4-FFF2-40B4-BE49-F238E27FC236}">
                    <a16:creationId xmlns:a16="http://schemas.microsoft.com/office/drawing/2014/main" id="{E79DCCE5-79CC-522B-B2BC-D88A843A5F64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03" name="直接连接符 22602">
                <a:extLst>
                  <a:ext uri="{FF2B5EF4-FFF2-40B4-BE49-F238E27FC236}">
                    <a16:creationId xmlns:a16="http://schemas.microsoft.com/office/drawing/2014/main" id="{ED1C0E72-CCAC-8F51-0F82-587F4B7844BA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04" name="直接连接符 22603">
                <a:extLst>
                  <a:ext uri="{FF2B5EF4-FFF2-40B4-BE49-F238E27FC236}">
                    <a16:creationId xmlns:a16="http://schemas.microsoft.com/office/drawing/2014/main" id="{62012D62-8D05-9AC3-8472-56ABA9CCCF36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05" name="直接连接符 22604">
                <a:extLst>
                  <a:ext uri="{FF2B5EF4-FFF2-40B4-BE49-F238E27FC236}">
                    <a16:creationId xmlns:a16="http://schemas.microsoft.com/office/drawing/2014/main" id="{4A4C294F-925C-6F62-0D71-B730BC72A4AD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06" name="直接连接符 22605">
                <a:extLst>
                  <a:ext uri="{FF2B5EF4-FFF2-40B4-BE49-F238E27FC236}">
                    <a16:creationId xmlns:a16="http://schemas.microsoft.com/office/drawing/2014/main" id="{951FFD7E-666D-0894-1A34-B8A51EF46658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07" name="直接连接符 22606">
                <a:extLst>
                  <a:ext uri="{FF2B5EF4-FFF2-40B4-BE49-F238E27FC236}">
                    <a16:creationId xmlns:a16="http://schemas.microsoft.com/office/drawing/2014/main" id="{CA9640C9-B9E7-AD24-9D09-A5C1E89D28DA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08" name="直接连接符 22607">
                <a:extLst>
                  <a:ext uri="{FF2B5EF4-FFF2-40B4-BE49-F238E27FC236}">
                    <a16:creationId xmlns:a16="http://schemas.microsoft.com/office/drawing/2014/main" id="{16DE8CC5-5999-9908-3153-FDB5FC49A47C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09" name="直接连接符 22608">
                <a:extLst>
                  <a:ext uri="{FF2B5EF4-FFF2-40B4-BE49-F238E27FC236}">
                    <a16:creationId xmlns:a16="http://schemas.microsoft.com/office/drawing/2014/main" id="{7D683831-8125-418D-902E-A3268D1E01F1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10" name="直接连接符 22609">
                <a:extLst>
                  <a:ext uri="{FF2B5EF4-FFF2-40B4-BE49-F238E27FC236}">
                    <a16:creationId xmlns:a16="http://schemas.microsoft.com/office/drawing/2014/main" id="{8C14976B-34CB-AE2F-9AAF-DE3A456F808A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11" name="直接连接符 22610">
                <a:extLst>
                  <a:ext uri="{FF2B5EF4-FFF2-40B4-BE49-F238E27FC236}">
                    <a16:creationId xmlns:a16="http://schemas.microsoft.com/office/drawing/2014/main" id="{D57AC0B5-C799-BB47-9DE0-E8D7C850049A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12" name="直接连接符 22611">
                <a:extLst>
                  <a:ext uri="{FF2B5EF4-FFF2-40B4-BE49-F238E27FC236}">
                    <a16:creationId xmlns:a16="http://schemas.microsoft.com/office/drawing/2014/main" id="{C6FBB46A-26E8-D009-FAB5-2EB71FB13584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13" name="直接连接符 22612">
                <a:extLst>
                  <a:ext uri="{FF2B5EF4-FFF2-40B4-BE49-F238E27FC236}">
                    <a16:creationId xmlns:a16="http://schemas.microsoft.com/office/drawing/2014/main" id="{2DE590F0-B048-91D9-3BB5-A4F48CF1EFFD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14" name="直接连接符 22613">
                <a:extLst>
                  <a:ext uri="{FF2B5EF4-FFF2-40B4-BE49-F238E27FC236}">
                    <a16:creationId xmlns:a16="http://schemas.microsoft.com/office/drawing/2014/main" id="{92096674-EFBE-7676-4DA3-8AD84DCCB3BA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15" name="直接连接符 22614">
                <a:extLst>
                  <a:ext uri="{FF2B5EF4-FFF2-40B4-BE49-F238E27FC236}">
                    <a16:creationId xmlns:a16="http://schemas.microsoft.com/office/drawing/2014/main" id="{C002A680-B391-ACB5-0856-E08D1717B042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16" name="直接连接符 22615">
                <a:extLst>
                  <a:ext uri="{FF2B5EF4-FFF2-40B4-BE49-F238E27FC236}">
                    <a16:creationId xmlns:a16="http://schemas.microsoft.com/office/drawing/2014/main" id="{352A6BB3-5C36-F8DE-7042-035C99CC28B7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17" name="直接连接符 22616">
                <a:extLst>
                  <a:ext uri="{FF2B5EF4-FFF2-40B4-BE49-F238E27FC236}">
                    <a16:creationId xmlns:a16="http://schemas.microsoft.com/office/drawing/2014/main" id="{31087C1B-A7B7-97CA-E5A0-0AD987E3729C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18" name="直接连接符 22617">
                <a:extLst>
                  <a:ext uri="{FF2B5EF4-FFF2-40B4-BE49-F238E27FC236}">
                    <a16:creationId xmlns:a16="http://schemas.microsoft.com/office/drawing/2014/main" id="{D313D647-CDD6-C7B3-B17D-4C842DAEA2EA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19" name="直接连接符 22618">
                <a:extLst>
                  <a:ext uri="{FF2B5EF4-FFF2-40B4-BE49-F238E27FC236}">
                    <a16:creationId xmlns:a16="http://schemas.microsoft.com/office/drawing/2014/main" id="{51594DC2-94AB-0A39-6F97-1F38C82C23E5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20" name="直接连接符 22619">
                <a:extLst>
                  <a:ext uri="{FF2B5EF4-FFF2-40B4-BE49-F238E27FC236}">
                    <a16:creationId xmlns:a16="http://schemas.microsoft.com/office/drawing/2014/main" id="{27A428B2-4BC4-7DE0-9F94-2343156EC010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4F0B446-544B-8AB1-538D-9AC40998FE3E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3620E3FB-E81D-2C78-F37E-0E51EB4889FA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A16A24F1-E981-6AA5-CC8E-2E021A162D06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B2C27589-7EAF-64E4-A838-D659C5A97162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3115AE42-4B29-9FA2-E9BC-E1F07B6EB50A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1E623385-612A-D4D3-D56D-A6412BC4FAAF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CDA58B0F-4700-C73A-4FA3-173493BFA6C0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FE45FF58-B323-9A92-6507-E3626524015B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1F6E2A05-5D25-1604-1C77-B42A5C8E0AE7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865E617-08BA-5880-B258-739739A366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CE210F72-8B4D-48D9-9F2E-C6BC141F85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BFS</a:t>
            </a:r>
            <a:r>
              <a:rPr lang="zh-CN" altLang="en-US"/>
              <a:t>性质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1A6B7162-54A9-4A21-9982-841FE68D4B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428651"/>
            <a:ext cx="7886700" cy="435133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</a:p>
        </p:txBody>
      </p:sp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F26EC3ED-CB92-48BF-A59E-B608F3F76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A39821-C87C-4907-B73C-FC3FD989A24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CN" sz="1400"/>
          </a:p>
        </p:txBody>
      </p:sp>
      <p:pic>
        <p:nvPicPr>
          <p:cNvPr id="23557" name="Picture 6" descr="kleinberg_03F03">
            <a:extLst>
              <a:ext uri="{FF2B5EF4-FFF2-40B4-BE49-F238E27FC236}">
                <a16:creationId xmlns:a16="http://schemas.microsoft.com/office/drawing/2014/main" id="{1F20EEFA-FC0D-4286-B0B2-A49E4B40D4E4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87"/>
          <a:stretch>
            <a:fillRect/>
          </a:stretch>
        </p:blipFill>
        <p:spPr bwMode="auto">
          <a:xfrm>
            <a:off x="457200" y="3774976"/>
            <a:ext cx="777240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8" name="Picture 7" descr="kleinberg_03F02">
            <a:extLst>
              <a:ext uri="{FF2B5EF4-FFF2-40B4-BE49-F238E27FC236}">
                <a16:creationId xmlns:a16="http://schemas.microsoft.com/office/drawing/2014/main" id="{1A715932-D0F9-4E90-95F0-150FA2A66248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8" r="42842" b="20930"/>
          <a:stretch>
            <a:fillRect/>
          </a:stretch>
        </p:blipFill>
        <p:spPr bwMode="auto">
          <a:xfrm>
            <a:off x="2819402" y="1412776"/>
            <a:ext cx="2335213" cy="220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9" name="Rectangle 8">
            <a:extLst>
              <a:ext uri="{FF2B5EF4-FFF2-40B4-BE49-F238E27FC236}">
                <a16:creationId xmlns:a16="http://schemas.microsoft.com/office/drawing/2014/main" id="{9F2E9835-2D47-4F0C-9923-C4AF1A79D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9615" y="3887691"/>
            <a:ext cx="383118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mic Sans MS" panose="030F0702030302020204" pitchFamily="66" charset="0"/>
              </a:rPr>
              <a:t>L</a:t>
            </a:r>
            <a:r>
              <a:rPr lang="en-US" altLang="zh-CN" sz="1600" baseline="-25000">
                <a:latin typeface="Comic Sans MS" panose="030F0702030302020204" pitchFamily="66" charset="0"/>
              </a:rPr>
              <a:t>0</a:t>
            </a:r>
            <a:endParaRPr lang="en-US" altLang="zh-CN" sz="1600">
              <a:latin typeface="Comic Sans MS" panose="030F0702030302020204" pitchFamily="66" charset="0"/>
            </a:endParaRPr>
          </a:p>
        </p:txBody>
      </p:sp>
      <p:sp>
        <p:nvSpPr>
          <p:cNvPr id="23560" name="Rectangle 9">
            <a:extLst>
              <a:ext uri="{FF2B5EF4-FFF2-40B4-BE49-F238E27FC236}">
                <a16:creationId xmlns:a16="http://schemas.microsoft.com/office/drawing/2014/main" id="{75A5733B-5464-4F17-AF52-ED2184BC5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2315" y="4456016"/>
            <a:ext cx="360676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mic Sans MS" panose="030F0702030302020204" pitchFamily="66" charset="0"/>
              </a:rPr>
              <a:t>L</a:t>
            </a:r>
            <a:r>
              <a:rPr lang="en-US" altLang="zh-CN" sz="1600" baseline="-25000">
                <a:latin typeface="Comic Sans MS" panose="030F0702030302020204" pitchFamily="66" charset="0"/>
              </a:rPr>
              <a:t>1</a:t>
            </a:r>
            <a:endParaRPr lang="en-US" altLang="zh-CN" sz="1600">
              <a:latin typeface="Comic Sans MS" panose="030F0702030302020204" pitchFamily="66" charset="0"/>
            </a:endParaRPr>
          </a:p>
        </p:txBody>
      </p:sp>
      <p:sp>
        <p:nvSpPr>
          <p:cNvPr id="23561" name="Rectangle 10">
            <a:extLst>
              <a:ext uri="{FF2B5EF4-FFF2-40B4-BE49-F238E27FC236}">
                <a16:creationId xmlns:a16="http://schemas.microsoft.com/office/drawing/2014/main" id="{B41276BA-FEC4-4AEE-BBFB-7F78CCFB8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5015" y="5054503"/>
            <a:ext cx="383118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mic Sans MS" panose="030F0702030302020204" pitchFamily="66" charset="0"/>
              </a:rPr>
              <a:t>L</a:t>
            </a:r>
            <a:r>
              <a:rPr lang="en-US" altLang="zh-CN" sz="1600" baseline="-25000">
                <a:latin typeface="Comic Sans MS" panose="030F0702030302020204" pitchFamily="66" charset="0"/>
              </a:rPr>
              <a:t>2</a:t>
            </a:r>
            <a:endParaRPr lang="en-US" altLang="zh-CN" sz="1600">
              <a:latin typeface="Comic Sans MS" panose="030F0702030302020204" pitchFamily="66" charset="0"/>
            </a:endParaRPr>
          </a:p>
        </p:txBody>
      </p:sp>
      <p:sp>
        <p:nvSpPr>
          <p:cNvPr id="23562" name="Rectangle 11">
            <a:extLst>
              <a:ext uri="{FF2B5EF4-FFF2-40B4-BE49-F238E27FC236}">
                <a16:creationId xmlns:a16="http://schemas.microsoft.com/office/drawing/2014/main" id="{C23DDCD8-D517-4BC0-B0DE-FFE556D9E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6602" y="5610084"/>
            <a:ext cx="383118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</a:rPr>
              <a:t>L</a:t>
            </a:r>
            <a:r>
              <a:rPr lang="en-US" altLang="zh-CN" sz="1600" baseline="-25000" dirty="0">
                <a:latin typeface="Comic Sans MS" panose="030F0702030302020204" pitchFamily="66" charset="0"/>
              </a:rPr>
              <a:t>3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D255DDF-113B-1505-15E0-FC3AF41311E2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039C6DFF-FC65-C951-1822-DC560E920912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652F76D-B79E-4403-1A67-C941209CD5DC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09D3BDB-BB45-781D-9A99-1622A2ECABF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C531E949-8013-3975-7DAE-1029065D4CD5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3AB76C6-33BB-DF81-CF0B-9511CB8D1328}"/>
              </a:ext>
            </a:extLst>
          </p:cNvPr>
          <p:cNvGrpSpPr/>
          <p:nvPr/>
        </p:nvGrpSpPr>
        <p:grpSpPr>
          <a:xfrm>
            <a:off x="53758" y="6477621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D9AC953-6C3D-FA15-9BB5-1CD2D0C669A1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3494F0FD-9A9F-30C8-CA82-BD0EB6714F0E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1A6DA61F-A926-E8B8-B36A-3244D13214F1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D93D801A-FD48-7ADB-8461-835DC5704877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4D68D2C6-0DBC-B967-F1D5-F4233606DC97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3A2F4D5-0DA3-B8B3-3C52-9AB653270A55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EF669815-DC69-A22B-F077-34B60A501F7E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BE2ECD44-CCC8-1870-8219-23A68A9092DB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AEADCB45-8CBE-AB1F-12F5-5EE694E207B9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7E8FDF33-A88B-5E43-3488-16B84484D8DC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FB63178C-3300-A97F-54C4-B2DDEA61E7C9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173489AC-0171-BE11-0383-92468A8BFE60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34B6ACD7-200B-E4C4-8DA5-7F192C2DB279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4181B1F5-5EFC-EF70-4FCC-D698A4594790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098F1B98-824A-030C-1114-68B3CB89B2DB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2B876C15-AD0C-B0E7-34C0-AB6B89225463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7A514FB7-C32A-8B9D-4C1F-3F56F2674D22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6AA7A16F-1988-67BD-9D40-3FB79A6D7939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543938D5-6683-4B95-E6B4-5CB820B968D5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134DA676-AD7F-2712-3EFB-7100847A4413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5AE18E5C-0AA1-CC69-50FC-1BBD7319FAB9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18200AC-0B84-0251-6C6A-5531C3972B80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B6A266FF-E3DC-7AE3-1B3F-31935D018159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AC2D0DBB-AD6A-45C5-2017-B5F3096E4A14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168CFE41-06FF-8D66-E3D6-95E18A66DCB8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5CCC9063-A4EF-D25D-EA7C-056C7FA35D1B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BA45C9FC-B03A-D585-BD53-9F93DBEDEBED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650CFE31-E25F-02A1-36CB-ABE2E66EDD21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D520D8F1-8917-0C7C-65F5-3645377AF4F1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5403E5D2-4722-78E8-80FC-BD939B866CC3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81F161C1-A7AE-E0AD-4C04-C15DB9EEA6BD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3F6376A1-2AE6-5956-0FAF-912738AE29BB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E06B3BF8-80B5-3E36-A739-DDCC583CD3E1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906A1A6C-AF69-3C27-B918-E78B3911C875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F7C3512F-5441-50AA-DEB9-8EFDC2D12B0A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A3DD6825-33A8-A3B3-8548-2C65CA4D5E89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1DBE835B-91E2-2D0C-F56F-CFD49ADC8277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010B7622-219A-4747-DAB2-45A66359BCAA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A5B5A9F4-2578-592A-188D-84AFF9D1376F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75A6C91B-1249-46D5-C8EE-216B1AFDE233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A4A619B8-F3A8-36B6-62D9-C96EF7428CDF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F59C0816-EB57-B628-68AB-47116E0708C7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FABEDE1F-6197-D9DB-1920-09B0AEF85C10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77C3A204-E9B3-F15C-683E-EAF1EE06A21D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96687DB0-1A5C-4CBF-E00B-4034ADFAAFC0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1ABB2F25-6E44-D80B-E19E-5F949827A379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52" name="直接连接符 23551">
                <a:extLst>
                  <a:ext uri="{FF2B5EF4-FFF2-40B4-BE49-F238E27FC236}">
                    <a16:creationId xmlns:a16="http://schemas.microsoft.com/office/drawing/2014/main" id="{C5B86029-5D5D-9B70-FD61-F319105B3963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53" name="直接连接符 23552">
                <a:extLst>
                  <a:ext uri="{FF2B5EF4-FFF2-40B4-BE49-F238E27FC236}">
                    <a16:creationId xmlns:a16="http://schemas.microsoft.com/office/drawing/2014/main" id="{94510194-1646-8A03-D239-86BE37A6A449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63" name="直接连接符 23562">
                <a:extLst>
                  <a:ext uri="{FF2B5EF4-FFF2-40B4-BE49-F238E27FC236}">
                    <a16:creationId xmlns:a16="http://schemas.microsoft.com/office/drawing/2014/main" id="{D8139873-79C5-6650-085D-96A6ED30AB75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64" name="直接连接符 23563">
                <a:extLst>
                  <a:ext uri="{FF2B5EF4-FFF2-40B4-BE49-F238E27FC236}">
                    <a16:creationId xmlns:a16="http://schemas.microsoft.com/office/drawing/2014/main" id="{49CE2DA3-6E95-6950-8A4B-9564499D6A3C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65" name="直接连接符 23564">
                <a:extLst>
                  <a:ext uri="{FF2B5EF4-FFF2-40B4-BE49-F238E27FC236}">
                    <a16:creationId xmlns:a16="http://schemas.microsoft.com/office/drawing/2014/main" id="{D9985694-3D73-8F61-F95A-63BA79D78195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66" name="直接连接符 23565">
                <a:extLst>
                  <a:ext uri="{FF2B5EF4-FFF2-40B4-BE49-F238E27FC236}">
                    <a16:creationId xmlns:a16="http://schemas.microsoft.com/office/drawing/2014/main" id="{30A0602A-BDA1-F748-6E3B-9210838C0F40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67" name="直接连接符 23566">
                <a:extLst>
                  <a:ext uri="{FF2B5EF4-FFF2-40B4-BE49-F238E27FC236}">
                    <a16:creationId xmlns:a16="http://schemas.microsoft.com/office/drawing/2014/main" id="{F7DA7ECA-4834-050E-5C67-173C325B4139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68" name="直接连接符 23567">
                <a:extLst>
                  <a:ext uri="{FF2B5EF4-FFF2-40B4-BE49-F238E27FC236}">
                    <a16:creationId xmlns:a16="http://schemas.microsoft.com/office/drawing/2014/main" id="{3624DDC7-EEB6-7D25-6554-2D6E3FEB8E9D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69" name="直接连接符 23568">
                <a:extLst>
                  <a:ext uri="{FF2B5EF4-FFF2-40B4-BE49-F238E27FC236}">
                    <a16:creationId xmlns:a16="http://schemas.microsoft.com/office/drawing/2014/main" id="{1EBF1147-F465-74BE-D0C5-1EEA1059C133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70" name="直接连接符 23569">
                <a:extLst>
                  <a:ext uri="{FF2B5EF4-FFF2-40B4-BE49-F238E27FC236}">
                    <a16:creationId xmlns:a16="http://schemas.microsoft.com/office/drawing/2014/main" id="{2E6D6689-BC71-BD29-4E10-A7A92C05BE7D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71" name="直接连接符 23570">
                <a:extLst>
                  <a:ext uri="{FF2B5EF4-FFF2-40B4-BE49-F238E27FC236}">
                    <a16:creationId xmlns:a16="http://schemas.microsoft.com/office/drawing/2014/main" id="{19D10C41-AEE0-8DB0-F58E-ECB03ABEE3EF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72" name="直接连接符 23571">
                <a:extLst>
                  <a:ext uri="{FF2B5EF4-FFF2-40B4-BE49-F238E27FC236}">
                    <a16:creationId xmlns:a16="http://schemas.microsoft.com/office/drawing/2014/main" id="{46035569-C91E-0B76-EAF3-EEC89A32E027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73" name="直接连接符 23572">
                <a:extLst>
                  <a:ext uri="{FF2B5EF4-FFF2-40B4-BE49-F238E27FC236}">
                    <a16:creationId xmlns:a16="http://schemas.microsoft.com/office/drawing/2014/main" id="{A0C9F529-B344-EBDF-D58C-FE6E85F76F9A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74" name="直接连接符 23573">
                <a:extLst>
                  <a:ext uri="{FF2B5EF4-FFF2-40B4-BE49-F238E27FC236}">
                    <a16:creationId xmlns:a16="http://schemas.microsoft.com/office/drawing/2014/main" id="{8B1853D3-1D94-C978-DCA5-62265B3FD395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75" name="直接连接符 23574">
                <a:extLst>
                  <a:ext uri="{FF2B5EF4-FFF2-40B4-BE49-F238E27FC236}">
                    <a16:creationId xmlns:a16="http://schemas.microsoft.com/office/drawing/2014/main" id="{2C10FA1B-6738-7C19-E02E-DD24C8E694A1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76" name="直接连接符 23575">
                <a:extLst>
                  <a:ext uri="{FF2B5EF4-FFF2-40B4-BE49-F238E27FC236}">
                    <a16:creationId xmlns:a16="http://schemas.microsoft.com/office/drawing/2014/main" id="{599154AF-335E-05E1-198B-B3A40D172E7C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77" name="直接连接符 23576">
                <a:extLst>
                  <a:ext uri="{FF2B5EF4-FFF2-40B4-BE49-F238E27FC236}">
                    <a16:creationId xmlns:a16="http://schemas.microsoft.com/office/drawing/2014/main" id="{ECFEF14C-D5AA-8443-696B-5672F10E47C4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78" name="直接连接符 23577">
                <a:extLst>
                  <a:ext uri="{FF2B5EF4-FFF2-40B4-BE49-F238E27FC236}">
                    <a16:creationId xmlns:a16="http://schemas.microsoft.com/office/drawing/2014/main" id="{AB71219D-D469-CCAA-0665-FC2DC3A26822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79" name="直接连接符 23578">
                <a:extLst>
                  <a:ext uri="{FF2B5EF4-FFF2-40B4-BE49-F238E27FC236}">
                    <a16:creationId xmlns:a16="http://schemas.microsoft.com/office/drawing/2014/main" id="{9E42F1B1-EE0F-C293-C513-19F1B46BAE57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80" name="直接连接符 23579">
                <a:extLst>
                  <a:ext uri="{FF2B5EF4-FFF2-40B4-BE49-F238E27FC236}">
                    <a16:creationId xmlns:a16="http://schemas.microsoft.com/office/drawing/2014/main" id="{ACF7B8AE-88F7-757E-7515-C3D28A32B840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81" name="直接连接符 23580">
                <a:extLst>
                  <a:ext uri="{FF2B5EF4-FFF2-40B4-BE49-F238E27FC236}">
                    <a16:creationId xmlns:a16="http://schemas.microsoft.com/office/drawing/2014/main" id="{0CED88BB-BDAE-E773-9E15-3CC421C389D4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82" name="直接连接符 23581">
                <a:extLst>
                  <a:ext uri="{FF2B5EF4-FFF2-40B4-BE49-F238E27FC236}">
                    <a16:creationId xmlns:a16="http://schemas.microsoft.com/office/drawing/2014/main" id="{FFCF40D3-0E7D-9D27-AD87-C9D896EEF8BB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83" name="直接连接符 23582">
                <a:extLst>
                  <a:ext uri="{FF2B5EF4-FFF2-40B4-BE49-F238E27FC236}">
                    <a16:creationId xmlns:a16="http://schemas.microsoft.com/office/drawing/2014/main" id="{FDCAFDA6-3EEA-92F5-DD0E-5CDA9D623D54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84" name="直接连接符 23583">
                <a:extLst>
                  <a:ext uri="{FF2B5EF4-FFF2-40B4-BE49-F238E27FC236}">
                    <a16:creationId xmlns:a16="http://schemas.microsoft.com/office/drawing/2014/main" id="{A36B9839-9EBF-64EB-46C2-0E30C6C931D0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85" name="直接连接符 23584">
                <a:extLst>
                  <a:ext uri="{FF2B5EF4-FFF2-40B4-BE49-F238E27FC236}">
                    <a16:creationId xmlns:a16="http://schemas.microsoft.com/office/drawing/2014/main" id="{7EB5D435-E19F-969F-ACDD-B5187C76EE3D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86" name="直接连接符 23585">
                <a:extLst>
                  <a:ext uri="{FF2B5EF4-FFF2-40B4-BE49-F238E27FC236}">
                    <a16:creationId xmlns:a16="http://schemas.microsoft.com/office/drawing/2014/main" id="{223DF894-28B5-5C5E-8AF9-A44D86509D29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87" name="直接连接符 23586">
                <a:extLst>
                  <a:ext uri="{FF2B5EF4-FFF2-40B4-BE49-F238E27FC236}">
                    <a16:creationId xmlns:a16="http://schemas.microsoft.com/office/drawing/2014/main" id="{3D2DA214-F9A4-85EA-CF4F-1009745F9B68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88" name="直接连接符 23587">
                <a:extLst>
                  <a:ext uri="{FF2B5EF4-FFF2-40B4-BE49-F238E27FC236}">
                    <a16:creationId xmlns:a16="http://schemas.microsoft.com/office/drawing/2014/main" id="{01152CC2-D032-D7A6-D1B0-59757B49E040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89" name="直接连接符 23588">
                <a:extLst>
                  <a:ext uri="{FF2B5EF4-FFF2-40B4-BE49-F238E27FC236}">
                    <a16:creationId xmlns:a16="http://schemas.microsoft.com/office/drawing/2014/main" id="{ECDE76E9-299C-700B-A1F7-A5877C661EAC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90" name="直接连接符 23589">
                <a:extLst>
                  <a:ext uri="{FF2B5EF4-FFF2-40B4-BE49-F238E27FC236}">
                    <a16:creationId xmlns:a16="http://schemas.microsoft.com/office/drawing/2014/main" id="{57814BF4-C836-F17A-C0B6-2957B1407FBE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91" name="直接连接符 23590">
                <a:extLst>
                  <a:ext uri="{FF2B5EF4-FFF2-40B4-BE49-F238E27FC236}">
                    <a16:creationId xmlns:a16="http://schemas.microsoft.com/office/drawing/2014/main" id="{1AC0B721-4B32-7B1E-10E3-D3E6EA1780BD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92" name="直接连接符 23591">
                <a:extLst>
                  <a:ext uri="{FF2B5EF4-FFF2-40B4-BE49-F238E27FC236}">
                    <a16:creationId xmlns:a16="http://schemas.microsoft.com/office/drawing/2014/main" id="{F4ECA45F-850C-4BBB-F9A1-1BFFE582083C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93" name="直接连接符 23592">
                <a:extLst>
                  <a:ext uri="{FF2B5EF4-FFF2-40B4-BE49-F238E27FC236}">
                    <a16:creationId xmlns:a16="http://schemas.microsoft.com/office/drawing/2014/main" id="{72FFC24A-70F9-F7C9-8FF7-2B92B4FDFA69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94" name="直接连接符 23593">
                <a:extLst>
                  <a:ext uri="{FF2B5EF4-FFF2-40B4-BE49-F238E27FC236}">
                    <a16:creationId xmlns:a16="http://schemas.microsoft.com/office/drawing/2014/main" id="{6F050B76-21F4-F5B4-0DDD-7AE66576EEAD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95" name="直接连接符 23594">
                <a:extLst>
                  <a:ext uri="{FF2B5EF4-FFF2-40B4-BE49-F238E27FC236}">
                    <a16:creationId xmlns:a16="http://schemas.microsoft.com/office/drawing/2014/main" id="{A09C4974-DC70-7B5A-EAF4-070D052B698E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96" name="直接连接符 23595">
                <a:extLst>
                  <a:ext uri="{FF2B5EF4-FFF2-40B4-BE49-F238E27FC236}">
                    <a16:creationId xmlns:a16="http://schemas.microsoft.com/office/drawing/2014/main" id="{0B99E74E-566E-7386-A021-9DCDCD1BFA50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97" name="直接连接符 23596">
                <a:extLst>
                  <a:ext uri="{FF2B5EF4-FFF2-40B4-BE49-F238E27FC236}">
                    <a16:creationId xmlns:a16="http://schemas.microsoft.com/office/drawing/2014/main" id="{A8795EFF-E1A5-0182-F43B-9F0510041CF7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98" name="直接连接符 23597">
                <a:extLst>
                  <a:ext uri="{FF2B5EF4-FFF2-40B4-BE49-F238E27FC236}">
                    <a16:creationId xmlns:a16="http://schemas.microsoft.com/office/drawing/2014/main" id="{B6896A2F-FB22-A511-2B80-B55BADE5D2FF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99" name="直接连接符 23598">
                <a:extLst>
                  <a:ext uri="{FF2B5EF4-FFF2-40B4-BE49-F238E27FC236}">
                    <a16:creationId xmlns:a16="http://schemas.microsoft.com/office/drawing/2014/main" id="{56D086CF-51F0-A23D-0B49-E57C55318D21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00" name="直接连接符 23599">
                <a:extLst>
                  <a:ext uri="{FF2B5EF4-FFF2-40B4-BE49-F238E27FC236}">
                    <a16:creationId xmlns:a16="http://schemas.microsoft.com/office/drawing/2014/main" id="{64DCC304-E867-928B-3DD2-1F57890E34CF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01" name="直接连接符 23600">
                <a:extLst>
                  <a:ext uri="{FF2B5EF4-FFF2-40B4-BE49-F238E27FC236}">
                    <a16:creationId xmlns:a16="http://schemas.microsoft.com/office/drawing/2014/main" id="{310DBCC0-257E-A5F5-F473-A7499CB5DC63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02" name="直接连接符 23601">
                <a:extLst>
                  <a:ext uri="{FF2B5EF4-FFF2-40B4-BE49-F238E27FC236}">
                    <a16:creationId xmlns:a16="http://schemas.microsoft.com/office/drawing/2014/main" id="{B27E5B73-1F67-0ECE-B3DC-23ACC81358A1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03" name="直接连接符 23602">
                <a:extLst>
                  <a:ext uri="{FF2B5EF4-FFF2-40B4-BE49-F238E27FC236}">
                    <a16:creationId xmlns:a16="http://schemas.microsoft.com/office/drawing/2014/main" id="{88009FAE-624B-D99D-6A0A-10394116CDDA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04" name="直接连接符 23603">
                <a:extLst>
                  <a:ext uri="{FF2B5EF4-FFF2-40B4-BE49-F238E27FC236}">
                    <a16:creationId xmlns:a16="http://schemas.microsoft.com/office/drawing/2014/main" id="{D514E628-2E90-DE53-4307-26AD881F78F9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05" name="直接连接符 23604">
                <a:extLst>
                  <a:ext uri="{FF2B5EF4-FFF2-40B4-BE49-F238E27FC236}">
                    <a16:creationId xmlns:a16="http://schemas.microsoft.com/office/drawing/2014/main" id="{874F9EC2-4E12-D5CD-BE4E-7424E9B23C7E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06" name="直接连接符 23605">
                <a:extLst>
                  <a:ext uri="{FF2B5EF4-FFF2-40B4-BE49-F238E27FC236}">
                    <a16:creationId xmlns:a16="http://schemas.microsoft.com/office/drawing/2014/main" id="{FB1D1279-C23E-0445-4CE2-981C8D94C478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07" name="直接连接符 23606">
                <a:extLst>
                  <a:ext uri="{FF2B5EF4-FFF2-40B4-BE49-F238E27FC236}">
                    <a16:creationId xmlns:a16="http://schemas.microsoft.com/office/drawing/2014/main" id="{9B879DC4-BB5C-C41C-7602-FDB0448AAA0B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08" name="直接连接符 23607">
                <a:extLst>
                  <a:ext uri="{FF2B5EF4-FFF2-40B4-BE49-F238E27FC236}">
                    <a16:creationId xmlns:a16="http://schemas.microsoft.com/office/drawing/2014/main" id="{8EA9AD7D-03D0-72DE-0C28-814E5FA7FB25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09" name="直接连接符 23608">
                <a:extLst>
                  <a:ext uri="{FF2B5EF4-FFF2-40B4-BE49-F238E27FC236}">
                    <a16:creationId xmlns:a16="http://schemas.microsoft.com/office/drawing/2014/main" id="{FFF74096-DDBC-2C9C-F391-A6D8EC99A9BE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10" name="直接连接符 23609">
                <a:extLst>
                  <a:ext uri="{FF2B5EF4-FFF2-40B4-BE49-F238E27FC236}">
                    <a16:creationId xmlns:a16="http://schemas.microsoft.com/office/drawing/2014/main" id="{009583BF-6071-01E7-D7D5-11196BE03D88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11" name="直接连接符 23610">
                <a:extLst>
                  <a:ext uri="{FF2B5EF4-FFF2-40B4-BE49-F238E27FC236}">
                    <a16:creationId xmlns:a16="http://schemas.microsoft.com/office/drawing/2014/main" id="{2EEC1CCB-3329-2C6B-8634-D67F2F5C5CB5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12" name="直接连接符 23611">
                <a:extLst>
                  <a:ext uri="{FF2B5EF4-FFF2-40B4-BE49-F238E27FC236}">
                    <a16:creationId xmlns:a16="http://schemas.microsoft.com/office/drawing/2014/main" id="{5FB435FC-7088-447E-BD96-C45926BF8A8C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13" name="直接连接符 23612">
                <a:extLst>
                  <a:ext uri="{FF2B5EF4-FFF2-40B4-BE49-F238E27FC236}">
                    <a16:creationId xmlns:a16="http://schemas.microsoft.com/office/drawing/2014/main" id="{3AB74D9C-FD71-A4AF-D311-77442295451B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14" name="直接连接符 23613">
                <a:extLst>
                  <a:ext uri="{FF2B5EF4-FFF2-40B4-BE49-F238E27FC236}">
                    <a16:creationId xmlns:a16="http://schemas.microsoft.com/office/drawing/2014/main" id="{9F60FB64-C5E2-34F9-583B-8555DA170556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15" name="直接连接符 23614">
                <a:extLst>
                  <a:ext uri="{FF2B5EF4-FFF2-40B4-BE49-F238E27FC236}">
                    <a16:creationId xmlns:a16="http://schemas.microsoft.com/office/drawing/2014/main" id="{69E8D2BC-5F2D-EAC3-4251-E68C9553F6D7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16" name="直接连接符 23615">
                <a:extLst>
                  <a:ext uri="{FF2B5EF4-FFF2-40B4-BE49-F238E27FC236}">
                    <a16:creationId xmlns:a16="http://schemas.microsoft.com/office/drawing/2014/main" id="{1966486C-1AF0-E259-9842-50DA1AAB8634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17" name="直接连接符 23616">
                <a:extLst>
                  <a:ext uri="{FF2B5EF4-FFF2-40B4-BE49-F238E27FC236}">
                    <a16:creationId xmlns:a16="http://schemas.microsoft.com/office/drawing/2014/main" id="{11348EAF-BD34-7CB0-ABA6-21C0E90FC76C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18" name="直接连接符 23617">
                <a:extLst>
                  <a:ext uri="{FF2B5EF4-FFF2-40B4-BE49-F238E27FC236}">
                    <a16:creationId xmlns:a16="http://schemas.microsoft.com/office/drawing/2014/main" id="{9A6987FF-3046-704A-137F-8BEFB4A689CA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19" name="直接连接符 23618">
                <a:extLst>
                  <a:ext uri="{FF2B5EF4-FFF2-40B4-BE49-F238E27FC236}">
                    <a16:creationId xmlns:a16="http://schemas.microsoft.com/office/drawing/2014/main" id="{030011FD-1267-1921-8A5A-4A2534A5F42C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20" name="直接连接符 23619">
                <a:extLst>
                  <a:ext uri="{FF2B5EF4-FFF2-40B4-BE49-F238E27FC236}">
                    <a16:creationId xmlns:a16="http://schemas.microsoft.com/office/drawing/2014/main" id="{DCF23DC9-8275-735E-54C5-C059CA1F1F46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21" name="直接连接符 23620">
                <a:extLst>
                  <a:ext uri="{FF2B5EF4-FFF2-40B4-BE49-F238E27FC236}">
                    <a16:creationId xmlns:a16="http://schemas.microsoft.com/office/drawing/2014/main" id="{DFB47645-CE2D-21E9-132B-4FE963396AB6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22" name="直接连接符 23621">
                <a:extLst>
                  <a:ext uri="{FF2B5EF4-FFF2-40B4-BE49-F238E27FC236}">
                    <a16:creationId xmlns:a16="http://schemas.microsoft.com/office/drawing/2014/main" id="{8CDC95FB-FC33-BF9A-F8B4-89770C65F79D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23" name="直接连接符 23622">
                <a:extLst>
                  <a:ext uri="{FF2B5EF4-FFF2-40B4-BE49-F238E27FC236}">
                    <a16:creationId xmlns:a16="http://schemas.microsoft.com/office/drawing/2014/main" id="{054737A4-4952-1C4C-6379-B02B9CF0491F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24" name="直接连接符 23623">
                <a:extLst>
                  <a:ext uri="{FF2B5EF4-FFF2-40B4-BE49-F238E27FC236}">
                    <a16:creationId xmlns:a16="http://schemas.microsoft.com/office/drawing/2014/main" id="{28A62C21-D819-0FBD-8752-15523B3C89A3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25" name="直接连接符 23624">
                <a:extLst>
                  <a:ext uri="{FF2B5EF4-FFF2-40B4-BE49-F238E27FC236}">
                    <a16:creationId xmlns:a16="http://schemas.microsoft.com/office/drawing/2014/main" id="{18E2C130-54BF-E6B7-721D-ABAE75CC4074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26" name="直接连接符 23625">
                <a:extLst>
                  <a:ext uri="{FF2B5EF4-FFF2-40B4-BE49-F238E27FC236}">
                    <a16:creationId xmlns:a16="http://schemas.microsoft.com/office/drawing/2014/main" id="{339390B0-E2A0-0765-BD55-E2CC44AB5AFB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27" name="直接连接符 23626">
                <a:extLst>
                  <a:ext uri="{FF2B5EF4-FFF2-40B4-BE49-F238E27FC236}">
                    <a16:creationId xmlns:a16="http://schemas.microsoft.com/office/drawing/2014/main" id="{D95DC9D4-A6FA-4631-3877-C8D68F728A26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28" name="直接连接符 23627">
                <a:extLst>
                  <a:ext uri="{FF2B5EF4-FFF2-40B4-BE49-F238E27FC236}">
                    <a16:creationId xmlns:a16="http://schemas.microsoft.com/office/drawing/2014/main" id="{F96C23BD-DA74-34BD-0C03-AFD05BBCADD7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29" name="直接连接符 23628">
                <a:extLst>
                  <a:ext uri="{FF2B5EF4-FFF2-40B4-BE49-F238E27FC236}">
                    <a16:creationId xmlns:a16="http://schemas.microsoft.com/office/drawing/2014/main" id="{8A7BE8F4-3FE4-59A7-C7F0-75FE62BDB314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83A0E4A2-4935-6E5F-A062-EB7FCD65EB60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D294AF7E-C59C-DB44-9335-1EDF08E568E8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24A2700D-BF96-05C1-7796-59C91B6A960E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81C7941F-C595-8D15-CAE5-742536F6D263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E40F3B35-6747-76E0-AA23-6EF09B05CB88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A595886-B5CF-E292-5797-EDF4908F7250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AA5BAFB3-5F1C-5EF1-1AD6-C922A41D7F38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7FBF58F1-B948-DC7A-92DC-03579FD71D26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6441E539-9EE0-140C-D15E-5656AF47E387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484380BC-8976-B1FB-A14C-6D7341DF23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  <p:cxnSp>
        <p:nvCxnSpPr>
          <p:cNvPr id="23633" name="直接连接符 23632">
            <a:extLst>
              <a:ext uri="{FF2B5EF4-FFF2-40B4-BE49-F238E27FC236}">
                <a16:creationId xmlns:a16="http://schemas.microsoft.com/office/drawing/2014/main" id="{A059ED17-C62E-E54F-0D26-B82D427F9964}"/>
              </a:ext>
            </a:extLst>
          </p:cNvPr>
          <p:cNvCxnSpPr>
            <a:cxnSpLocks/>
            <a:endCxn id="23560" idx="1"/>
          </p:cNvCxnSpPr>
          <p:nvPr/>
        </p:nvCxnSpPr>
        <p:spPr>
          <a:xfrm>
            <a:off x="7774053" y="4625614"/>
            <a:ext cx="568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34" name="直接连接符 23633">
            <a:extLst>
              <a:ext uri="{FF2B5EF4-FFF2-40B4-BE49-F238E27FC236}">
                <a16:creationId xmlns:a16="http://schemas.microsoft.com/office/drawing/2014/main" id="{056BEA9C-4ED1-391D-7465-FBB3E32DBA09}"/>
              </a:ext>
            </a:extLst>
          </p:cNvPr>
          <p:cNvCxnSpPr>
            <a:cxnSpLocks/>
            <a:endCxn id="23559" idx="1"/>
          </p:cNvCxnSpPr>
          <p:nvPr/>
        </p:nvCxnSpPr>
        <p:spPr>
          <a:xfrm>
            <a:off x="7218491" y="4057289"/>
            <a:ext cx="11111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37" name="直接连接符 23636">
            <a:extLst>
              <a:ext uri="{FF2B5EF4-FFF2-40B4-BE49-F238E27FC236}">
                <a16:creationId xmlns:a16="http://schemas.microsoft.com/office/drawing/2014/main" id="{791372A3-2B86-7774-CBFA-D67790A410D3}"/>
              </a:ext>
            </a:extLst>
          </p:cNvPr>
          <p:cNvCxnSpPr>
            <a:cxnSpLocks/>
            <a:endCxn id="23561" idx="1"/>
          </p:cNvCxnSpPr>
          <p:nvPr/>
        </p:nvCxnSpPr>
        <p:spPr>
          <a:xfrm>
            <a:off x="8108508" y="5224101"/>
            <a:ext cx="2465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39" name="直接连接符 23638">
            <a:extLst>
              <a:ext uri="{FF2B5EF4-FFF2-40B4-BE49-F238E27FC236}">
                <a16:creationId xmlns:a16="http://schemas.microsoft.com/office/drawing/2014/main" id="{69A0BAF6-2E61-D038-FA7E-196E7C0A58CA}"/>
              </a:ext>
            </a:extLst>
          </p:cNvPr>
          <p:cNvCxnSpPr>
            <a:cxnSpLocks/>
            <a:endCxn id="23562" idx="1"/>
          </p:cNvCxnSpPr>
          <p:nvPr/>
        </p:nvCxnSpPr>
        <p:spPr>
          <a:xfrm>
            <a:off x="7020274" y="5779682"/>
            <a:ext cx="1336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9F87F437-85BA-469E-B5B1-1B8BD7AD3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BFS</a:t>
            </a:r>
            <a:r>
              <a:rPr lang="zh-CN" altLang="en-US"/>
              <a:t>性质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FBFB4525-652A-47CE-B9AD-D599E1DD44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0437" y="1400507"/>
            <a:ext cx="7772400" cy="5066965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zh-CN" sz="1800" dirty="0">
                <a:latin typeface="宋体" panose="02010600030101010101" pitchFamily="2" charset="-122"/>
              </a:rPr>
              <a:t>BFS(s):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zh-CN" sz="1800" dirty="0">
                <a:latin typeface="宋体" panose="02010600030101010101" pitchFamily="2" charset="-122"/>
              </a:rPr>
              <a:t> </a:t>
            </a:r>
            <a:r>
              <a:rPr lang="zh-CN" altLang="en-US" sz="1800" dirty="0">
                <a:latin typeface="宋体" panose="02010600030101010101" pitchFamily="2" charset="-122"/>
              </a:rPr>
              <a:t>置</a:t>
            </a:r>
            <a:r>
              <a:rPr lang="en-US" altLang="zh-CN" sz="1800" dirty="0">
                <a:latin typeface="宋体" panose="02010600030101010101" pitchFamily="2" charset="-122"/>
              </a:rPr>
              <a:t>Discovered[s]=true, </a:t>
            </a:r>
            <a:r>
              <a:rPr lang="zh-CN" altLang="en-US" sz="1800" dirty="0">
                <a:latin typeface="宋体" panose="02010600030101010101" pitchFamily="2" charset="-122"/>
              </a:rPr>
              <a:t>其他</a:t>
            </a:r>
            <a:r>
              <a:rPr lang="en-US" altLang="zh-CN" sz="1800" dirty="0">
                <a:latin typeface="宋体" panose="02010600030101010101" pitchFamily="2" charset="-122"/>
              </a:rPr>
              <a:t>v, </a:t>
            </a:r>
            <a:r>
              <a:rPr lang="zh-CN" altLang="en-US" sz="1800" dirty="0">
                <a:latin typeface="宋体" panose="02010600030101010101" pitchFamily="2" charset="-122"/>
              </a:rPr>
              <a:t>置</a:t>
            </a:r>
            <a:r>
              <a:rPr lang="en-US" altLang="zh-CN" sz="1800" dirty="0">
                <a:latin typeface="宋体" panose="02010600030101010101" pitchFamily="2" charset="-122"/>
              </a:rPr>
              <a:t>Discovered[v]=false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zh-CN" sz="1800" dirty="0">
                <a:latin typeface="宋体" panose="02010600030101010101" pitchFamily="2" charset="-122"/>
              </a:rPr>
              <a:t> </a:t>
            </a:r>
            <a:r>
              <a:rPr lang="zh-CN" altLang="en-US" sz="1800" dirty="0">
                <a:latin typeface="宋体" panose="02010600030101010101" pitchFamily="2" charset="-122"/>
              </a:rPr>
              <a:t>初始化</a:t>
            </a:r>
            <a:r>
              <a:rPr lang="en-US" altLang="zh-CN" sz="1800" dirty="0">
                <a:latin typeface="宋体" panose="02010600030101010101" pitchFamily="2" charset="-122"/>
              </a:rPr>
              <a:t>L[0], </a:t>
            </a:r>
            <a:r>
              <a:rPr lang="zh-CN" altLang="en-US" sz="1800" dirty="0">
                <a:latin typeface="宋体" panose="02010600030101010101" pitchFamily="2" charset="-122"/>
              </a:rPr>
              <a:t>单个元素</a:t>
            </a:r>
            <a:r>
              <a:rPr lang="en-US" altLang="zh-CN" sz="1800" dirty="0">
                <a:latin typeface="宋体" panose="02010600030101010101" pitchFamily="2" charset="-122"/>
              </a:rPr>
              <a:t>s</a:t>
            </a:r>
            <a:r>
              <a:rPr lang="zh-CN" altLang="en-US" sz="1800" dirty="0">
                <a:latin typeface="宋体" panose="02010600030101010101" pitchFamily="2" charset="-122"/>
              </a:rPr>
              <a:t>构成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zh-CN" altLang="en-US" sz="1800" dirty="0">
                <a:latin typeface="宋体" panose="02010600030101010101" pitchFamily="2" charset="-122"/>
              </a:rPr>
              <a:t> 置层计数器</a:t>
            </a:r>
            <a:r>
              <a:rPr lang="en-US" altLang="zh-CN" sz="1800" dirty="0" err="1">
                <a:latin typeface="宋体" panose="02010600030101010101" pitchFamily="2" charset="-122"/>
              </a:rPr>
              <a:t>i</a:t>
            </a:r>
            <a:r>
              <a:rPr lang="en-US" altLang="zh-CN" sz="1800" dirty="0">
                <a:latin typeface="宋体" panose="02010600030101010101" pitchFamily="2" charset="-122"/>
              </a:rPr>
              <a:t>=0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zh-CN" sz="1800" dirty="0">
                <a:latin typeface="宋体" panose="02010600030101010101" pitchFamily="2" charset="-122"/>
              </a:rPr>
              <a:t> </a:t>
            </a:r>
            <a:r>
              <a:rPr lang="zh-CN" altLang="en-US" sz="1800" dirty="0">
                <a:latin typeface="宋体" panose="02010600030101010101" pitchFamily="2" charset="-122"/>
              </a:rPr>
              <a:t>置</a:t>
            </a:r>
            <a:r>
              <a:rPr lang="en-US" altLang="zh-CN" sz="1800" dirty="0">
                <a:latin typeface="宋体" panose="02010600030101010101" pitchFamily="2" charset="-122"/>
              </a:rPr>
              <a:t>BFS</a:t>
            </a:r>
            <a:r>
              <a:rPr lang="zh-CN" altLang="en-US" sz="1800" dirty="0">
                <a:latin typeface="宋体" panose="02010600030101010101" pitchFamily="2" charset="-122"/>
              </a:rPr>
              <a:t>树</a:t>
            </a:r>
            <a:r>
              <a:rPr lang="en-US" altLang="zh-CN" sz="1800" dirty="0">
                <a:latin typeface="宋体" panose="02010600030101010101" pitchFamily="2" charset="-122"/>
              </a:rPr>
              <a:t>T=</a:t>
            </a:r>
            <a:r>
              <a:rPr lang="zh-CN" altLang="en-US" sz="1800" dirty="0">
                <a:latin typeface="宋体" panose="02010600030101010101" pitchFamily="2" charset="-122"/>
              </a:rPr>
              <a:t>空集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zh-CN" altLang="en-US" sz="1800" dirty="0">
                <a:latin typeface="宋体" panose="02010600030101010101" pitchFamily="2" charset="-122"/>
              </a:rPr>
              <a:t> </a:t>
            </a:r>
            <a:r>
              <a:rPr lang="en-US" altLang="zh-CN" sz="1800" dirty="0">
                <a:latin typeface="宋体" panose="02010600030101010101" pitchFamily="2" charset="-122"/>
              </a:rPr>
              <a:t>While L[</a:t>
            </a:r>
            <a:r>
              <a:rPr lang="en-US" altLang="zh-CN" sz="1800" dirty="0" err="1">
                <a:latin typeface="宋体" panose="02010600030101010101" pitchFamily="2" charset="-122"/>
              </a:rPr>
              <a:t>i</a:t>
            </a:r>
            <a:r>
              <a:rPr lang="en-US" altLang="zh-CN" sz="1800" dirty="0">
                <a:latin typeface="宋体" panose="02010600030101010101" pitchFamily="2" charset="-122"/>
              </a:rPr>
              <a:t>]</a:t>
            </a:r>
            <a:r>
              <a:rPr lang="zh-CN" altLang="en-US" sz="1800" dirty="0">
                <a:latin typeface="宋体" panose="02010600030101010101" pitchFamily="2" charset="-122"/>
              </a:rPr>
              <a:t>非空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zh-CN" altLang="en-US" sz="1800" dirty="0">
                <a:latin typeface="宋体" panose="02010600030101010101" pitchFamily="2" charset="-122"/>
              </a:rPr>
              <a:t>   初始化一个空表</a:t>
            </a:r>
            <a:r>
              <a:rPr lang="en-US" altLang="zh-CN" sz="1800" dirty="0">
                <a:latin typeface="宋体" panose="02010600030101010101" pitchFamily="2" charset="-122"/>
              </a:rPr>
              <a:t>L[i+1]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zh-CN" sz="1800" dirty="0">
                <a:latin typeface="宋体" panose="02010600030101010101" pitchFamily="2" charset="-122"/>
              </a:rPr>
              <a:t>   For </a:t>
            </a:r>
            <a:r>
              <a:rPr lang="zh-CN" altLang="en-US" sz="1800" dirty="0">
                <a:latin typeface="宋体" panose="02010600030101010101" pitchFamily="2" charset="-122"/>
              </a:rPr>
              <a:t>每个结点</a:t>
            </a:r>
            <a:r>
              <a:rPr lang="en-US" altLang="zh-CN" sz="1800" dirty="0">
                <a:latin typeface="宋体" panose="02010600030101010101" pitchFamily="2" charset="-122"/>
              </a:rPr>
              <a:t>L[</a:t>
            </a:r>
            <a:r>
              <a:rPr lang="en-US" altLang="zh-CN" sz="1800" dirty="0" err="1">
                <a:latin typeface="宋体" panose="02010600030101010101" pitchFamily="2" charset="-122"/>
              </a:rPr>
              <a:t>i</a:t>
            </a:r>
            <a:r>
              <a:rPr lang="en-US" altLang="zh-CN" sz="1800" dirty="0">
                <a:latin typeface="宋体" panose="02010600030101010101" pitchFamily="2" charset="-122"/>
              </a:rPr>
              <a:t>]</a:t>
            </a:r>
            <a:r>
              <a:rPr lang="zh-CN" altLang="en-US" sz="1800" dirty="0">
                <a:latin typeface="宋体" panose="02010600030101010101" pitchFamily="2" charset="-122"/>
              </a:rPr>
              <a:t>中结点</a:t>
            </a:r>
            <a:r>
              <a:rPr lang="en-US" altLang="zh-CN" sz="1800" dirty="0">
                <a:latin typeface="宋体" panose="02010600030101010101" pitchFamily="2" charset="-122"/>
              </a:rPr>
              <a:t>u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zh-CN" sz="1800" dirty="0">
                <a:latin typeface="宋体" panose="02010600030101010101" pitchFamily="2" charset="-122"/>
              </a:rPr>
              <a:t>      </a:t>
            </a:r>
            <a:r>
              <a:rPr lang="zh-CN" altLang="en-US" sz="1800" dirty="0">
                <a:latin typeface="宋体" panose="02010600030101010101" pitchFamily="2" charset="-122"/>
              </a:rPr>
              <a:t>考虑每条关联到</a:t>
            </a:r>
            <a:r>
              <a:rPr lang="en-US" altLang="zh-CN" sz="1800" dirty="0">
                <a:latin typeface="宋体" panose="02010600030101010101" pitchFamily="2" charset="-122"/>
              </a:rPr>
              <a:t>u</a:t>
            </a:r>
            <a:r>
              <a:rPr lang="zh-CN" altLang="en-US" sz="1800" dirty="0">
                <a:latin typeface="宋体" panose="02010600030101010101" pitchFamily="2" charset="-122"/>
              </a:rPr>
              <a:t>的边(</a:t>
            </a:r>
            <a:r>
              <a:rPr lang="en-US" altLang="zh-CN" sz="1800" dirty="0" err="1">
                <a:latin typeface="宋体" panose="02010600030101010101" pitchFamily="2" charset="-122"/>
              </a:rPr>
              <a:t>u,v</a:t>
            </a:r>
            <a:r>
              <a:rPr lang="en-US" altLang="zh-CN" sz="1800" dirty="0">
                <a:latin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zh-CN" sz="1800" dirty="0">
                <a:latin typeface="宋体" panose="02010600030101010101" pitchFamily="2" charset="-122"/>
              </a:rPr>
              <a:t>      If Discovered[v]=false then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zh-CN" sz="1800" dirty="0">
                <a:latin typeface="宋体" panose="02010600030101010101" pitchFamily="2" charset="-122"/>
              </a:rPr>
              <a:t>          </a:t>
            </a:r>
            <a:r>
              <a:rPr lang="zh-CN" altLang="en-US" sz="1800" dirty="0">
                <a:latin typeface="宋体" panose="02010600030101010101" pitchFamily="2" charset="-122"/>
              </a:rPr>
              <a:t>置 </a:t>
            </a:r>
            <a:r>
              <a:rPr lang="en-US" altLang="zh-CN" sz="1800" dirty="0" err="1">
                <a:latin typeface="宋体" panose="02010600030101010101" pitchFamily="2" charset="-122"/>
              </a:rPr>
              <a:t>Discoverd</a:t>
            </a:r>
            <a:r>
              <a:rPr lang="en-US" altLang="zh-CN" sz="1800" dirty="0">
                <a:latin typeface="宋体" panose="02010600030101010101" pitchFamily="2" charset="-122"/>
              </a:rPr>
              <a:t>[v]=true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zh-CN" sz="1800" dirty="0">
                <a:latin typeface="宋体" panose="02010600030101010101" pitchFamily="2" charset="-122"/>
              </a:rPr>
              <a:t>          </a:t>
            </a:r>
            <a:r>
              <a:rPr lang="zh-CN" altLang="en-US" sz="1800" dirty="0">
                <a:latin typeface="宋体" panose="02010600030101010101" pitchFamily="2" charset="-122"/>
              </a:rPr>
              <a:t>把边(</a:t>
            </a:r>
            <a:r>
              <a:rPr lang="en-US" altLang="zh-CN" sz="1800" dirty="0" err="1">
                <a:latin typeface="宋体" panose="02010600030101010101" pitchFamily="2" charset="-122"/>
              </a:rPr>
              <a:t>u,v</a:t>
            </a:r>
            <a:r>
              <a:rPr lang="en-US" altLang="zh-CN" sz="1800" dirty="0">
                <a:latin typeface="宋体" panose="02010600030101010101" pitchFamily="2" charset="-122"/>
              </a:rPr>
              <a:t>)</a:t>
            </a:r>
            <a:r>
              <a:rPr lang="zh-CN" altLang="en-US" sz="1800" dirty="0">
                <a:latin typeface="宋体" panose="02010600030101010101" pitchFamily="2" charset="-122"/>
              </a:rPr>
              <a:t>加到树</a:t>
            </a:r>
            <a:r>
              <a:rPr lang="en-US" altLang="zh-CN" sz="1800" dirty="0">
                <a:latin typeface="宋体" panose="02010600030101010101" pitchFamily="2" charset="-122"/>
              </a:rPr>
              <a:t>T</a:t>
            </a:r>
            <a:r>
              <a:rPr lang="zh-CN" altLang="en-US" sz="1800" dirty="0">
                <a:latin typeface="宋体" panose="02010600030101010101" pitchFamily="2" charset="-122"/>
              </a:rPr>
              <a:t>上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zh-CN" altLang="en-US" sz="1800" dirty="0">
                <a:latin typeface="宋体" panose="02010600030101010101" pitchFamily="2" charset="-122"/>
              </a:rPr>
              <a:t>          把</a:t>
            </a:r>
            <a:r>
              <a:rPr lang="en-US" altLang="zh-CN" sz="1800" dirty="0">
                <a:latin typeface="宋体" panose="02010600030101010101" pitchFamily="2" charset="-122"/>
              </a:rPr>
              <a:t>v</a:t>
            </a:r>
            <a:r>
              <a:rPr lang="zh-CN" altLang="en-US" sz="1800" dirty="0">
                <a:latin typeface="宋体" panose="02010600030101010101" pitchFamily="2" charset="-122"/>
              </a:rPr>
              <a:t>加到表</a:t>
            </a:r>
            <a:r>
              <a:rPr lang="en-US" altLang="zh-CN" sz="1800" dirty="0">
                <a:latin typeface="宋体" panose="02010600030101010101" pitchFamily="2" charset="-122"/>
              </a:rPr>
              <a:t>L[i+1]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zh-CN" sz="1800" dirty="0">
                <a:latin typeface="宋体" panose="02010600030101010101" pitchFamily="2" charset="-122"/>
              </a:rPr>
              <a:t>      Endif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zh-CN" sz="1800" dirty="0">
                <a:latin typeface="宋体" panose="02010600030101010101" pitchFamily="2" charset="-122"/>
              </a:rPr>
              <a:t>   </a:t>
            </a:r>
            <a:r>
              <a:rPr lang="en-US" altLang="zh-CN" sz="1800" dirty="0" err="1">
                <a:latin typeface="宋体" panose="02010600030101010101" pitchFamily="2" charset="-122"/>
              </a:rPr>
              <a:t>Endfor</a:t>
            </a:r>
            <a:endParaRPr lang="en-US" altLang="zh-CN" sz="18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zh-CN" sz="1800" dirty="0">
                <a:latin typeface="宋体" panose="02010600030101010101" pitchFamily="2" charset="-122"/>
              </a:rPr>
              <a:t>  </a:t>
            </a:r>
            <a:r>
              <a:rPr lang="zh-CN" altLang="en-US" sz="1800" dirty="0">
                <a:latin typeface="宋体" panose="02010600030101010101" pitchFamily="2" charset="-122"/>
              </a:rPr>
              <a:t>层计数器加1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zh-CN" altLang="en-US" sz="1800" dirty="0">
                <a:latin typeface="宋体" panose="02010600030101010101" pitchFamily="2" charset="-122"/>
              </a:rPr>
              <a:t> </a:t>
            </a:r>
            <a:r>
              <a:rPr lang="en-US" altLang="zh-CN" sz="1800" dirty="0" err="1">
                <a:latin typeface="宋体" panose="02010600030101010101" pitchFamily="2" charset="-122"/>
              </a:rPr>
              <a:t>Endwhile</a:t>
            </a:r>
            <a:endParaRPr lang="zh-CN" altLang="en-US" sz="1800" dirty="0"/>
          </a:p>
        </p:txBody>
      </p:sp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7EA31CBE-E6FD-4BAA-84E0-66F8F3010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570A67-67F6-4BCC-B5E1-8C9711497A17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8922153-AB32-70ED-EE43-8FFD4D5415C5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6236DE0-3BD5-FBF6-93BA-7B4682446DEA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41D4FB2-8FE1-0109-1C14-1F96825492FF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E77EEB2-A09B-75C0-73EE-C7EE4DA5FE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D30B1147-D296-DA6E-B8C9-83D532F700D7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57CB6BB-89DC-7DD8-DBAE-D574EBC88BEE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C39F2C2-BE93-9D92-DFB2-F86F6ED5C01C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B1484D37-69C2-BBBA-CBA3-24D535A61683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D98BFE39-D181-C573-9159-4868AC5D98B1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DD89B65D-EA0F-D4DA-EF46-23686AE03569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DA59314C-1672-CC79-2590-487A01A1D4F1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8A191FF7-FD41-0426-FFCA-5C89556CA769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4004E9FC-147B-A915-754B-B925310B9343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247D8C0C-647C-BA5F-D010-1992F8606F42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69C92373-92F6-BA06-463D-080C110A032B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EE27383E-C52F-9C3E-C06F-05EBDCD9A27A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2845CAD8-E9D2-CE9E-F60E-2ADC8C174AD6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1875B0D-F459-C954-F4CE-23C5B95C6FA0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AEFFF071-910D-4858-6453-94AA789528A0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A21FE81E-5115-9067-18E3-29AA03F8A2F5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7825DAAE-B728-8BB8-249D-AEC62EA1AF9A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532DC16B-FDA8-0975-87D4-5617379C8AE0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AD87DC41-F1D0-4F12-B411-7297B4159571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74057539-EC24-F867-331E-B7FBC0604589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C3EE92B-6661-382B-3F24-4F570651C681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8991311E-4952-F945-0D65-6B2EAEAFD50A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6F91E1D8-2C02-9736-2C68-2F85CD0ECF95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D6E870B2-D684-5870-4271-9D79266EF66C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D533D7E0-B327-3C4F-C68A-DB39941E9993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B98CADDC-A499-D557-4E1C-6AD41FD2495C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3A09939D-B773-00D1-9059-1936B2D34ECB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B9E70449-D120-4718-9F7B-FCC5C999E2A2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DD93BF93-15D3-DA49-5577-CD1D001BF233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2E2F2690-392B-653B-F982-610C37E3E7C0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11C870A7-ABE9-1C4C-718A-BEC50E2409EF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214F5C78-07A0-EC0A-E70F-A339B6A9B1B6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6B51C307-18A3-AED1-FFD1-105DE4FAA9C4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3090087B-5484-A5BD-8CFF-E7521881B49D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5035B818-AEE8-A1BF-7A0F-64250EF611CE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AEB622F9-54E8-5988-3CD8-0F5BEEAE919F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34FF4EDB-A711-F271-BDCB-AA7C24BF2BAB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ECCE6897-5200-42A2-C6A0-5C053D550559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531D47A6-8AD1-8D55-EA6D-E65DDD39FFD1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0CEE2E31-0AEA-EFD8-B39B-6494777674FF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C8678D47-65AE-03E0-2602-1B9D027A9AF9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B29EE5E5-806F-C559-97DE-2372FAECB9EE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DEB65504-23EE-C78D-C939-BD2FD066A50A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3AD16462-5C83-5534-1000-DFE001DADFFD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FEB402BD-5F51-F09F-2C29-55BFF9E62F35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15DD7120-C721-F9C3-A7B4-D4BE037BC5B1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120DCEF1-43DC-C79E-6936-0F0C23209446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3B0ECE14-4EE7-2F6E-EE38-256330873BDB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76" name="直接连接符 24575">
                <a:extLst>
                  <a:ext uri="{FF2B5EF4-FFF2-40B4-BE49-F238E27FC236}">
                    <a16:creationId xmlns:a16="http://schemas.microsoft.com/office/drawing/2014/main" id="{76626FD3-97E7-01CF-10BA-D7F587C24F49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77" name="直接连接符 24576">
                <a:extLst>
                  <a:ext uri="{FF2B5EF4-FFF2-40B4-BE49-F238E27FC236}">
                    <a16:creationId xmlns:a16="http://schemas.microsoft.com/office/drawing/2014/main" id="{C6310A17-C284-7BA6-B5C4-8ADAE2D2AB47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81" name="直接连接符 24580">
                <a:extLst>
                  <a:ext uri="{FF2B5EF4-FFF2-40B4-BE49-F238E27FC236}">
                    <a16:creationId xmlns:a16="http://schemas.microsoft.com/office/drawing/2014/main" id="{A6D3EEB1-E4B3-84A2-2E67-790DE098EFFC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82" name="直接连接符 24581">
                <a:extLst>
                  <a:ext uri="{FF2B5EF4-FFF2-40B4-BE49-F238E27FC236}">
                    <a16:creationId xmlns:a16="http://schemas.microsoft.com/office/drawing/2014/main" id="{206002B9-BBD1-E4C6-595D-5100AD8D65CB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83" name="直接连接符 24582">
                <a:extLst>
                  <a:ext uri="{FF2B5EF4-FFF2-40B4-BE49-F238E27FC236}">
                    <a16:creationId xmlns:a16="http://schemas.microsoft.com/office/drawing/2014/main" id="{6A74B890-13CE-3A09-E8A3-B7FF2B927C22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84" name="直接连接符 24583">
                <a:extLst>
                  <a:ext uri="{FF2B5EF4-FFF2-40B4-BE49-F238E27FC236}">
                    <a16:creationId xmlns:a16="http://schemas.microsoft.com/office/drawing/2014/main" id="{FAA5BB6A-6C37-2940-831D-2E9CFB5053F3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85" name="直接连接符 24584">
                <a:extLst>
                  <a:ext uri="{FF2B5EF4-FFF2-40B4-BE49-F238E27FC236}">
                    <a16:creationId xmlns:a16="http://schemas.microsoft.com/office/drawing/2014/main" id="{2B937EF7-A679-5BF4-6C6F-140F4F1F4CAB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86" name="直接连接符 24585">
                <a:extLst>
                  <a:ext uri="{FF2B5EF4-FFF2-40B4-BE49-F238E27FC236}">
                    <a16:creationId xmlns:a16="http://schemas.microsoft.com/office/drawing/2014/main" id="{D2756C77-5E01-10C9-1CE7-25D6E259ED34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87" name="直接连接符 24586">
                <a:extLst>
                  <a:ext uri="{FF2B5EF4-FFF2-40B4-BE49-F238E27FC236}">
                    <a16:creationId xmlns:a16="http://schemas.microsoft.com/office/drawing/2014/main" id="{DED616C1-4300-34E6-3063-F4EB0E291671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88" name="直接连接符 24587">
                <a:extLst>
                  <a:ext uri="{FF2B5EF4-FFF2-40B4-BE49-F238E27FC236}">
                    <a16:creationId xmlns:a16="http://schemas.microsoft.com/office/drawing/2014/main" id="{081523D7-F1B3-89F9-B23C-990ADED3BDE0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89" name="直接连接符 24588">
                <a:extLst>
                  <a:ext uri="{FF2B5EF4-FFF2-40B4-BE49-F238E27FC236}">
                    <a16:creationId xmlns:a16="http://schemas.microsoft.com/office/drawing/2014/main" id="{8C0D8154-CF30-EE26-71E5-2BB55A9879E7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90" name="直接连接符 24589">
                <a:extLst>
                  <a:ext uri="{FF2B5EF4-FFF2-40B4-BE49-F238E27FC236}">
                    <a16:creationId xmlns:a16="http://schemas.microsoft.com/office/drawing/2014/main" id="{18802C0B-0CE4-694E-9B72-B5CDC60671E1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91" name="直接连接符 24590">
                <a:extLst>
                  <a:ext uri="{FF2B5EF4-FFF2-40B4-BE49-F238E27FC236}">
                    <a16:creationId xmlns:a16="http://schemas.microsoft.com/office/drawing/2014/main" id="{090F82CD-B346-943A-F68E-074661F5429D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92" name="直接连接符 24591">
                <a:extLst>
                  <a:ext uri="{FF2B5EF4-FFF2-40B4-BE49-F238E27FC236}">
                    <a16:creationId xmlns:a16="http://schemas.microsoft.com/office/drawing/2014/main" id="{59651D0A-B1F5-F6D6-B1A0-86E3B6E04321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93" name="直接连接符 24592">
                <a:extLst>
                  <a:ext uri="{FF2B5EF4-FFF2-40B4-BE49-F238E27FC236}">
                    <a16:creationId xmlns:a16="http://schemas.microsoft.com/office/drawing/2014/main" id="{0619D8AF-7264-715B-032B-D6B1C2F58F50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94" name="直接连接符 24593">
                <a:extLst>
                  <a:ext uri="{FF2B5EF4-FFF2-40B4-BE49-F238E27FC236}">
                    <a16:creationId xmlns:a16="http://schemas.microsoft.com/office/drawing/2014/main" id="{08BEC02D-6E7D-76D5-E47F-CA419FDBD4BA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95" name="直接连接符 24594">
                <a:extLst>
                  <a:ext uri="{FF2B5EF4-FFF2-40B4-BE49-F238E27FC236}">
                    <a16:creationId xmlns:a16="http://schemas.microsoft.com/office/drawing/2014/main" id="{90148AFC-3030-A4D0-48C0-985B093912CC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96" name="直接连接符 24595">
                <a:extLst>
                  <a:ext uri="{FF2B5EF4-FFF2-40B4-BE49-F238E27FC236}">
                    <a16:creationId xmlns:a16="http://schemas.microsoft.com/office/drawing/2014/main" id="{15788A25-3BC5-3F7B-FA54-A2FD5EB5E1ED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97" name="直接连接符 24596">
                <a:extLst>
                  <a:ext uri="{FF2B5EF4-FFF2-40B4-BE49-F238E27FC236}">
                    <a16:creationId xmlns:a16="http://schemas.microsoft.com/office/drawing/2014/main" id="{C41D81A0-E9C5-77C9-8DD2-B9541DA9DDDA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98" name="直接连接符 24597">
                <a:extLst>
                  <a:ext uri="{FF2B5EF4-FFF2-40B4-BE49-F238E27FC236}">
                    <a16:creationId xmlns:a16="http://schemas.microsoft.com/office/drawing/2014/main" id="{5A674C1A-201C-BA64-720F-CFE6AB7CA62D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99" name="直接连接符 24598">
                <a:extLst>
                  <a:ext uri="{FF2B5EF4-FFF2-40B4-BE49-F238E27FC236}">
                    <a16:creationId xmlns:a16="http://schemas.microsoft.com/office/drawing/2014/main" id="{D0AEEB86-4FDB-4978-3CEA-5EACEC56CE40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00" name="直接连接符 24599">
                <a:extLst>
                  <a:ext uri="{FF2B5EF4-FFF2-40B4-BE49-F238E27FC236}">
                    <a16:creationId xmlns:a16="http://schemas.microsoft.com/office/drawing/2014/main" id="{1558C350-3056-0726-6D57-86E0546786E2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01" name="直接连接符 24600">
                <a:extLst>
                  <a:ext uri="{FF2B5EF4-FFF2-40B4-BE49-F238E27FC236}">
                    <a16:creationId xmlns:a16="http://schemas.microsoft.com/office/drawing/2014/main" id="{8671B7E6-C698-CB5C-1954-B5F2190B82FD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02" name="直接连接符 24601">
                <a:extLst>
                  <a:ext uri="{FF2B5EF4-FFF2-40B4-BE49-F238E27FC236}">
                    <a16:creationId xmlns:a16="http://schemas.microsoft.com/office/drawing/2014/main" id="{B19E8E78-6ABC-7DB9-BCD4-76EE1D77AB3A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03" name="直接连接符 24602">
                <a:extLst>
                  <a:ext uri="{FF2B5EF4-FFF2-40B4-BE49-F238E27FC236}">
                    <a16:creationId xmlns:a16="http://schemas.microsoft.com/office/drawing/2014/main" id="{CCD824B9-BE53-39A5-6833-59D0256311A6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04" name="直接连接符 24603">
                <a:extLst>
                  <a:ext uri="{FF2B5EF4-FFF2-40B4-BE49-F238E27FC236}">
                    <a16:creationId xmlns:a16="http://schemas.microsoft.com/office/drawing/2014/main" id="{0E381CBB-6D0B-B906-4297-9536CB0B3A47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05" name="直接连接符 24604">
                <a:extLst>
                  <a:ext uri="{FF2B5EF4-FFF2-40B4-BE49-F238E27FC236}">
                    <a16:creationId xmlns:a16="http://schemas.microsoft.com/office/drawing/2014/main" id="{430102B0-DB44-AC3A-D89E-C8023943392B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06" name="直接连接符 24605">
                <a:extLst>
                  <a:ext uri="{FF2B5EF4-FFF2-40B4-BE49-F238E27FC236}">
                    <a16:creationId xmlns:a16="http://schemas.microsoft.com/office/drawing/2014/main" id="{C5B61172-4EBB-FB46-013C-E351BB933D5B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07" name="直接连接符 24606">
                <a:extLst>
                  <a:ext uri="{FF2B5EF4-FFF2-40B4-BE49-F238E27FC236}">
                    <a16:creationId xmlns:a16="http://schemas.microsoft.com/office/drawing/2014/main" id="{AE51246C-1888-907B-0D12-2D10DBDD983C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08" name="直接连接符 24607">
                <a:extLst>
                  <a:ext uri="{FF2B5EF4-FFF2-40B4-BE49-F238E27FC236}">
                    <a16:creationId xmlns:a16="http://schemas.microsoft.com/office/drawing/2014/main" id="{7993302A-F3EE-F0E4-A19A-BC421CB71A3B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09" name="直接连接符 24608">
                <a:extLst>
                  <a:ext uri="{FF2B5EF4-FFF2-40B4-BE49-F238E27FC236}">
                    <a16:creationId xmlns:a16="http://schemas.microsoft.com/office/drawing/2014/main" id="{BCCF5438-7002-48CC-8A9B-023BD49221A4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10" name="直接连接符 24609">
                <a:extLst>
                  <a:ext uri="{FF2B5EF4-FFF2-40B4-BE49-F238E27FC236}">
                    <a16:creationId xmlns:a16="http://schemas.microsoft.com/office/drawing/2014/main" id="{79EF5D0B-4BC4-52D6-3D8B-270862832730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11" name="直接连接符 24610">
                <a:extLst>
                  <a:ext uri="{FF2B5EF4-FFF2-40B4-BE49-F238E27FC236}">
                    <a16:creationId xmlns:a16="http://schemas.microsoft.com/office/drawing/2014/main" id="{4D2FA146-936D-A466-97A0-D5DECDA77686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12" name="直接连接符 24611">
                <a:extLst>
                  <a:ext uri="{FF2B5EF4-FFF2-40B4-BE49-F238E27FC236}">
                    <a16:creationId xmlns:a16="http://schemas.microsoft.com/office/drawing/2014/main" id="{D6D8421C-1B5A-019B-A667-788E5D0A55FC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13" name="直接连接符 24612">
                <a:extLst>
                  <a:ext uri="{FF2B5EF4-FFF2-40B4-BE49-F238E27FC236}">
                    <a16:creationId xmlns:a16="http://schemas.microsoft.com/office/drawing/2014/main" id="{92CD6983-F5F3-1624-8A77-22B1FFC3AC19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14" name="直接连接符 24613">
                <a:extLst>
                  <a:ext uri="{FF2B5EF4-FFF2-40B4-BE49-F238E27FC236}">
                    <a16:creationId xmlns:a16="http://schemas.microsoft.com/office/drawing/2014/main" id="{AADE14AD-DA33-EA0B-9DC9-7569EFE65B31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15" name="直接连接符 24614">
                <a:extLst>
                  <a:ext uri="{FF2B5EF4-FFF2-40B4-BE49-F238E27FC236}">
                    <a16:creationId xmlns:a16="http://schemas.microsoft.com/office/drawing/2014/main" id="{2E837457-69F1-EF18-E4E4-5800F35ED642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16" name="直接连接符 24615">
                <a:extLst>
                  <a:ext uri="{FF2B5EF4-FFF2-40B4-BE49-F238E27FC236}">
                    <a16:creationId xmlns:a16="http://schemas.microsoft.com/office/drawing/2014/main" id="{9C77E8E9-6C3C-E0CC-9190-13940286F559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17" name="直接连接符 24616">
                <a:extLst>
                  <a:ext uri="{FF2B5EF4-FFF2-40B4-BE49-F238E27FC236}">
                    <a16:creationId xmlns:a16="http://schemas.microsoft.com/office/drawing/2014/main" id="{DFB06B64-1936-7710-4FEA-11D5D9472BDE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18" name="直接连接符 24617">
                <a:extLst>
                  <a:ext uri="{FF2B5EF4-FFF2-40B4-BE49-F238E27FC236}">
                    <a16:creationId xmlns:a16="http://schemas.microsoft.com/office/drawing/2014/main" id="{77DBFCD2-7AFA-4F30-BBDC-1419661DFF61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19" name="直接连接符 24618">
                <a:extLst>
                  <a:ext uri="{FF2B5EF4-FFF2-40B4-BE49-F238E27FC236}">
                    <a16:creationId xmlns:a16="http://schemas.microsoft.com/office/drawing/2014/main" id="{043F5862-C405-4E9D-5CCE-0C901005D2CB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20" name="直接连接符 24619">
                <a:extLst>
                  <a:ext uri="{FF2B5EF4-FFF2-40B4-BE49-F238E27FC236}">
                    <a16:creationId xmlns:a16="http://schemas.microsoft.com/office/drawing/2014/main" id="{965825AF-F066-0ED9-43F5-4C6FD25000A8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21" name="直接连接符 24620">
                <a:extLst>
                  <a:ext uri="{FF2B5EF4-FFF2-40B4-BE49-F238E27FC236}">
                    <a16:creationId xmlns:a16="http://schemas.microsoft.com/office/drawing/2014/main" id="{2AF5C058-12C3-D5C1-77BE-54D868F546A5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22" name="直接连接符 24621">
                <a:extLst>
                  <a:ext uri="{FF2B5EF4-FFF2-40B4-BE49-F238E27FC236}">
                    <a16:creationId xmlns:a16="http://schemas.microsoft.com/office/drawing/2014/main" id="{63C9A4EA-F05D-5EB5-E9A4-B583953A1BEB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23" name="直接连接符 24622">
                <a:extLst>
                  <a:ext uri="{FF2B5EF4-FFF2-40B4-BE49-F238E27FC236}">
                    <a16:creationId xmlns:a16="http://schemas.microsoft.com/office/drawing/2014/main" id="{20FF1AA2-B999-F014-000F-48EC9DC41634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24" name="直接连接符 24623">
                <a:extLst>
                  <a:ext uri="{FF2B5EF4-FFF2-40B4-BE49-F238E27FC236}">
                    <a16:creationId xmlns:a16="http://schemas.microsoft.com/office/drawing/2014/main" id="{67EFBC8C-F39C-51B9-014A-9C698C1D2F5C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25" name="直接连接符 24624">
                <a:extLst>
                  <a:ext uri="{FF2B5EF4-FFF2-40B4-BE49-F238E27FC236}">
                    <a16:creationId xmlns:a16="http://schemas.microsoft.com/office/drawing/2014/main" id="{5ECFF775-A60B-95DE-CF4B-CD4510F6F7A0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26" name="直接连接符 24625">
                <a:extLst>
                  <a:ext uri="{FF2B5EF4-FFF2-40B4-BE49-F238E27FC236}">
                    <a16:creationId xmlns:a16="http://schemas.microsoft.com/office/drawing/2014/main" id="{612A37F0-C36F-3A2B-7419-D2D753343B6D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27" name="直接连接符 24626">
                <a:extLst>
                  <a:ext uri="{FF2B5EF4-FFF2-40B4-BE49-F238E27FC236}">
                    <a16:creationId xmlns:a16="http://schemas.microsoft.com/office/drawing/2014/main" id="{4D5C55D3-3A57-7818-1F3C-CCB7AF8F86D6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28" name="直接连接符 24627">
                <a:extLst>
                  <a:ext uri="{FF2B5EF4-FFF2-40B4-BE49-F238E27FC236}">
                    <a16:creationId xmlns:a16="http://schemas.microsoft.com/office/drawing/2014/main" id="{2354428C-A814-DD05-4F39-3937C9CB6000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29" name="直接连接符 24628">
                <a:extLst>
                  <a:ext uri="{FF2B5EF4-FFF2-40B4-BE49-F238E27FC236}">
                    <a16:creationId xmlns:a16="http://schemas.microsoft.com/office/drawing/2014/main" id="{34C9471A-834B-51C9-0BF6-F84BBB16AD2C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30" name="直接连接符 24629">
                <a:extLst>
                  <a:ext uri="{FF2B5EF4-FFF2-40B4-BE49-F238E27FC236}">
                    <a16:creationId xmlns:a16="http://schemas.microsoft.com/office/drawing/2014/main" id="{FB2B130E-C16A-B125-CC72-FAB4F8188CEA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31" name="直接连接符 24630">
                <a:extLst>
                  <a:ext uri="{FF2B5EF4-FFF2-40B4-BE49-F238E27FC236}">
                    <a16:creationId xmlns:a16="http://schemas.microsoft.com/office/drawing/2014/main" id="{760F37C7-DCB0-4166-AC95-0A32276C1B43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32" name="直接连接符 24631">
                <a:extLst>
                  <a:ext uri="{FF2B5EF4-FFF2-40B4-BE49-F238E27FC236}">
                    <a16:creationId xmlns:a16="http://schemas.microsoft.com/office/drawing/2014/main" id="{6A7CF9E7-CCFD-0BDE-2FB2-339BD98FA11A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33" name="直接连接符 24632">
                <a:extLst>
                  <a:ext uri="{FF2B5EF4-FFF2-40B4-BE49-F238E27FC236}">
                    <a16:creationId xmlns:a16="http://schemas.microsoft.com/office/drawing/2014/main" id="{75C11CCA-FE84-1C15-15C5-0D908534C6FB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34" name="直接连接符 24633">
                <a:extLst>
                  <a:ext uri="{FF2B5EF4-FFF2-40B4-BE49-F238E27FC236}">
                    <a16:creationId xmlns:a16="http://schemas.microsoft.com/office/drawing/2014/main" id="{8AAFCD2E-05BC-80A3-2E45-E468DDF933FD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35" name="直接连接符 24634">
                <a:extLst>
                  <a:ext uri="{FF2B5EF4-FFF2-40B4-BE49-F238E27FC236}">
                    <a16:creationId xmlns:a16="http://schemas.microsoft.com/office/drawing/2014/main" id="{EEDC11AC-131B-0403-765B-E79D8A3B6E0E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36" name="直接连接符 24635">
                <a:extLst>
                  <a:ext uri="{FF2B5EF4-FFF2-40B4-BE49-F238E27FC236}">
                    <a16:creationId xmlns:a16="http://schemas.microsoft.com/office/drawing/2014/main" id="{98277D61-6D07-6DD0-33B8-4239E23F6337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37" name="直接连接符 24636">
                <a:extLst>
                  <a:ext uri="{FF2B5EF4-FFF2-40B4-BE49-F238E27FC236}">
                    <a16:creationId xmlns:a16="http://schemas.microsoft.com/office/drawing/2014/main" id="{50D2028D-7AAF-4B4F-8BD4-08DC9ACF299B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38" name="直接连接符 24637">
                <a:extLst>
                  <a:ext uri="{FF2B5EF4-FFF2-40B4-BE49-F238E27FC236}">
                    <a16:creationId xmlns:a16="http://schemas.microsoft.com/office/drawing/2014/main" id="{162A55AE-6D2F-48FC-4A43-1266933EFB8D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39" name="直接连接符 24638">
                <a:extLst>
                  <a:ext uri="{FF2B5EF4-FFF2-40B4-BE49-F238E27FC236}">
                    <a16:creationId xmlns:a16="http://schemas.microsoft.com/office/drawing/2014/main" id="{BC7E8BD5-25D4-0E86-41FC-E620977B03E6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40" name="直接连接符 24639">
                <a:extLst>
                  <a:ext uri="{FF2B5EF4-FFF2-40B4-BE49-F238E27FC236}">
                    <a16:creationId xmlns:a16="http://schemas.microsoft.com/office/drawing/2014/main" id="{5CCCA62C-FC68-932E-EAFF-A994FA452AD0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41" name="直接连接符 24640">
                <a:extLst>
                  <a:ext uri="{FF2B5EF4-FFF2-40B4-BE49-F238E27FC236}">
                    <a16:creationId xmlns:a16="http://schemas.microsoft.com/office/drawing/2014/main" id="{D9F5F7DF-EBFC-2245-3504-7A6B29AFAC55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42" name="直接连接符 24641">
                <a:extLst>
                  <a:ext uri="{FF2B5EF4-FFF2-40B4-BE49-F238E27FC236}">
                    <a16:creationId xmlns:a16="http://schemas.microsoft.com/office/drawing/2014/main" id="{BA2A2AB1-8593-49DA-3D6D-16561A2756EA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43" name="直接连接符 24642">
                <a:extLst>
                  <a:ext uri="{FF2B5EF4-FFF2-40B4-BE49-F238E27FC236}">
                    <a16:creationId xmlns:a16="http://schemas.microsoft.com/office/drawing/2014/main" id="{44D814EB-6964-AE6B-9230-9EBE5481D7B8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44" name="直接连接符 24643">
                <a:extLst>
                  <a:ext uri="{FF2B5EF4-FFF2-40B4-BE49-F238E27FC236}">
                    <a16:creationId xmlns:a16="http://schemas.microsoft.com/office/drawing/2014/main" id="{AE911F4A-99F9-C3D7-4AA4-B89294C633AC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45" name="直接连接符 24644">
                <a:extLst>
                  <a:ext uri="{FF2B5EF4-FFF2-40B4-BE49-F238E27FC236}">
                    <a16:creationId xmlns:a16="http://schemas.microsoft.com/office/drawing/2014/main" id="{E471308D-8F66-54E3-68E1-81C07F97DC72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46" name="直接连接符 24645">
                <a:extLst>
                  <a:ext uri="{FF2B5EF4-FFF2-40B4-BE49-F238E27FC236}">
                    <a16:creationId xmlns:a16="http://schemas.microsoft.com/office/drawing/2014/main" id="{EA3546E9-5D4C-B98B-0EBB-F2AFC0A4C22B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47" name="直接连接符 24646">
                <a:extLst>
                  <a:ext uri="{FF2B5EF4-FFF2-40B4-BE49-F238E27FC236}">
                    <a16:creationId xmlns:a16="http://schemas.microsoft.com/office/drawing/2014/main" id="{930D21B5-7BD2-3D1F-3586-6200F82CF0EB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3BA2BD9-603D-5F42-3FDF-42A61BB676DA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80B0E28A-CDFD-0944-4415-C762E4B59255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367DFB5E-6B90-2BCC-8D1F-74A8ED8CD249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71A53DF6-C847-D215-5285-59B0A5F34E72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0D45A948-600F-AEBB-56FC-04FEB999036D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B8ADE8F-8B2F-9374-7DD3-EB98E056142F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2AAD39E9-B9BA-9ACE-7E26-9417E85DD6A1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C326C766-79BC-021B-873D-B9B09BDBAFE2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648C9101-BEBB-9CDA-4576-1105BB4F575F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755B0D76-B64B-CA11-F3CC-3419DFA0AB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  <p:sp>
        <p:nvSpPr>
          <p:cNvPr id="24649" name="文本框 24648">
            <a:extLst>
              <a:ext uri="{FF2B5EF4-FFF2-40B4-BE49-F238E27FC236}">
                <a16:creationId xmlns:a16="http://schemas.microsoft.com/office/drawing/2014/main" id="{1E1E41B2-1704-931C-BD1D-C67BEBF5AF50}"/>
              </a:ext>
            </a:extLst>
          </p:cNvPr>
          <p:cNvSpPr txBox="1"/>
          <p:nvPr/>
        </p:nvSpPr>
        <p:spPr>
          <a:xfrm>
            <a:off x="2448274" y="59167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https://www.bilibili.com/video/BV1uCH1eoEYP?spm_id_from=333.788.videopod.sections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8DDBF1B6-41C2-42ED-95C1-0479CDCC5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BFS</a:t>
            </a:r>
            <a:r>
              <a:rPr lang="zh-CN" altLang="en-US"/>
              <a:t>性质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8DED874-19F8-4E00-AFE1-69D31C85A8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49" y="1556792"/>
            <a:ext cx="8060321" cy="4351338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2800" dirty="0"/>
              <a:t>定理3. 11 如果图是邻接表给出，</a:t>
            </a:r>
            <a:r>
              <a:rPr lang="en-US" altLang="zh-CN" sz="2800" dirty="0"/>
              <a:t>BFS</a:t>
            </a:r>
            <a:r>
              <a:rPr lang="zh-CN" altLang="en-US" sz="2800" dirty="0"/>
              <a:t>算法的上述实现将以</a:t>
            </a:r>
            <a:r>
              <a:rPr lang="en-US" altLang="zh-CN" sz="2800" dirty="0"/>
              <a:t>O(</a:t>
            </a:r>
            <a:r>
              <a:rPr lang="en-US" altLang="zh-CN" sz="2800" dirty="0" err="1"/>
              <a:t>m+n</a:t>
            </a:r>
            <a:r>
              <a:rPr lang="en-US" altLang="zh-CN" sz="2800" dirty="0"/>
              <a:t>)</a:t>
            </a:r>
            <a:r>
              <a:rPr lang="zh-CN" altLang="en-US" sz="2800" dirty="0"/>
              <a:t>时间运行。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2800" dirty="0"/>
              <a:t>Pf. </a:t>
            </a:r>
            <a:r>
              <a:rPr lang="zh-CN" altLang="en-US" sz="2800" dirty="0"/>
              <a:t>考虑结点 </a:t>
            </a:r>
            <a:r>
              <a:rPr lang="en-US" altLang="zh-CN" sz="2800" dirty="0"/>
              <a:t>u, </a:t>
            </a:r>
            <a:r>
              <a:rPr lang="zh-CN" altLang="en-US" sz="2800" dirty="0"/>
              <a:t>存在 </a:t>
            </a:r>
            <a:r>
              <a:rPr lang="en-US" altLang="zh-CN" sz="2800" dirty="0"/>
              <a:t>deg(u) </a:t>
            </a:r>
            <a:r>
              <a:rPr lang="zh-CN" altLang="en-US" sz="2800" dirty="0"/>
              <a:t>条与</a:t>
            </a:r>
            <a:r>
              <a:rPr lang="en-US" altLang="zh-CN" sz="2800" dirty="0"/>
              <a:t>u</a:t>
            </a:r>
            <a:r>
              <a:rPr lang="zh-CN" altLang="en-US" sz="2800" dirty="0"/>
              <a:t>相连的边 (</a:t>
            </a:r>
            <a:r>
              <a:rPr lang="en-US" altLang="zh-CN" sz="2800" dirty="0"/>
              <a:t>u, v)，</a:t>
            </a:r>
            <a:r>
              <a:rPr lang="zh-CN" altLang="en-US" sz="2800" dirty="0"/>
              <a:t>所以处理所有边的时间是 </a:t>
            </a:r>
            <a:r>
              <a:rPr lang="zh-CN" altLang="en-US" sz="2800" dirty="0">
                <a:sym typeface="Symbol" panose="05050102010706020507" pitchFamily="18" charset="2"/>
              </a:rPr>
              <a:t></a:t>
            </a:r>
            <a:r>
              <a:rPr lang="en-US" altLang="zh-CN" sz="2800" baseline="-25000" dirty="0" err="1">
                <a:sym typeface="Symbol" panose="05050102010706020507" pitchFamily="18" charset="2"/>
              </a:rPr>
              <a:t>uV</a:t>
            </a:r>
            <a:r>
              <a:rPr lang="en-US" altLang="zh-CN" sz="2800" baseline="-25000" dirty="0">
                <a:sym typeface="Symbol" panose="05050102010706020507" pitchFamily="18" charset="2"/>
              </a:rPr>
              <a:t> </a:t>
            </a:r>
            <a:r>
              <a:rPr lang="en-US" altLang="zh-CN" sz="2800" dirty="0"/>
              <a:t>deg(u) = 2m；</a:t>
            </a:r>
            <a:r>
              <a:rPr lang="zh-CN" altLang="en-US" sz="2800" dirty="0"/>
              <a:t>此外对于顶点, 还要</a:t>
            </a:r>
            <a:r>
              <a:rPr lang="en-US" altLang="zh-CN" sz="2800" dirty="0"/>
              <a:t>O(n)</a:t>
            </a:r>
            <a:r>
              <a:rPr lang="zh-CN" altLang="en-US" sz="2800" dirty="0"/>
              <a:t>的额外时间来管理数组</a:t>
            </a:r>
            <a:r>
              <a:rPr lang="en-US" altLang="zh-CN" sz="2800" dirty="0"/>
              <a:t>Discovered</a:t>
            </a:r>
            <a:r>
              <a:rPr lang="zh-CN" altLang="en-US" sz="2800" dirty="0"/>
              <a:t>.</a:t>
            </a:r>
          </a:p>
          <a:p>
            <a:pPr lvl="2" eaLnBrk="1" hangingPunct="1"/>
            <a:endParaRPr lang="en-US" altLang="zh-CN" dirty="0"/>
          </a:p>
        </p:txBody>
      </p:sp>
      <p:sp>
        <p:nvSpPr>
          <p:cNvPr id="25602" name="灯片编号占位符 5">
            <a:extLst>
              <a:ext uri="{FF2B5EF4-FFF2-40B4-BE49-F238E27FC236}">
                <a16:creationId xmlns:a16="http://schemas.microsoft.com/office/drawing/2014/main" id="{D88EE323-E3F5-4A95-8763-373A4CA35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0A2070-B809-427C-AB0C-1EFF9197FC18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CN" sz="140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88C0AD0-761D-586D-5237-71DAADF8E49C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71CB26D0-2376-0345-A50C-32B35BC5ED1B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7DECD013-BACD-8AB6-102E-453BAE3504A3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62FAA3BC-254B-E14C-1006-84EFD64E51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405C7A6D-9B31-D564-C3E0-0AC73BA1FDFC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5E571C7-FD2B-17E4-B25A-77FD810FD82E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AB1C19A-AC69-5EFA-EF72-7721F831A8C2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FA11B73D-8F6A-8931-906D-ACB53A6C605C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D033C6B0-455E-B806-4DFD-BE5F5830F87D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D7841F7-2412-D1CD-D66C-23218D1FA9CB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5C7D5064-3AD1-1757-29A8-196FA184FD2E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28AC52A9-7397-FBC1-4704-9DF1F3DA5B98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4187B80A-C8B4-FEF3-048C-C023CDD1A85F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35AC7C44-0298-CA8D-A059-8EC648FE1422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D6A8DDCA-7072-FFAA-EF92-64547F3D896E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37DABABE-4A8C-4DFF-D6DB-CC37B96BD465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455733AC-97BF-FD9D-4B28-ADE8E0A85431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50154708-E003-08D6-981E-12806B360AD8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7F6BED11-2E8F-7917-935F-A2CB8C5D55B8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06B87C37-3676-BCD4-A752-6E8B4F3893B6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9C67132-4C73-2ECE-A7EC-F2435EF395AC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F8C9B1F4-D6F1-3408-B5F0-D9FA479BFE65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CB6FC489-0422-1C04-FA87-6C7635721367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38B73E5F-7C3A-7F6D-E530-8C0045D9302F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2DAC1DE5-C737-7D9B-30F0-C27D1356BF00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C816AD01-5FB5-4EF3-B1FF-8237B14EB2C4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23D983D8-5162-40D1-6C60-D797D8CC1C98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22F089DE-3E4F-1A93-2AE3-007F668F8453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49EB1432-880E-33C0-D97F-837CD4E8BFBA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146D8CF5-776C-A2C7-69FF-FA1D37F987BF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F14FFB7E-8B1A-7D5E-FA47-EB33837AA1C8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500B4975-798C-6F4A-CC47-90743B8B7666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2E639092-C6BF-9B3A-8A71-3709C1969A9A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5D8C7C5E-E807-87EE-E64C-F5E1E1198E2A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508900D6-62EA-0D89-A98B-E3F544D6441F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7DCA7531-0EB1-33B1-C5A7-B6FF37358004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A9818E15-1B35-043D-F08D-7582C79D0359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E8F894F3-4F13-E4F1-A970-1E35F80AECB1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0B4BD5CB-10F1-DD56-9BE4-0C9E97F5FC4F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DA0EDBBB-A7E7-80A2-75A7-983D74CCC843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7A6BBFB2-3AE1-A3BA-75B8-6149CF504C33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4B5BCFF7-36E4-C783-81C5-F7DF03BA06AE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FB84374F-10D4-98E2-8172-2AC2804A745B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4DE48E64-AB08-9D21-9E2D-347C4D2B1853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FA46AF3D-A327-382D-47E4-2EAA6C10D0E4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BF817621-8F4E-10C2-0CEB-C06BF833FE4F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A222A196-6D38-2299-F4AC-7C50C28062F7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69685922-6611-AD84-A4F0-02603F5FC896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5F950DD1-5B38-5326-2440-84B4CDAC7739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883A4E49-B491-8FAC-BBE1-20F128174FAA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2F1DD82A-5C2E-16EC-EB9D-54681ACC697A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00" name="直接连接符 25599">
                <a:extLst>
                  <a:ext uri="{FF2B5EF4-FFF2-40B4-BE49-F238E27FC236}">
                    <a16:creationId xmlns:a16="http://schemas.microsoft.com/office/drawing/2014/main" id="{3DFF2F4F-44A6-89ED-B8B0-9111A1C544DF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01" name="直接连接符 25600">
                <a:extLst>
                  <a:ext uri="{FF2B5EF4-FFF2-40B4-BE49-F238E27FC236}">
                    <a16:creationId xmlns:a16="http://schemas.microsoft.com/office/drawing/2014/main" id="{6FBBAE5C-44DA-48FD-2C7B-9D83FC086943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04" name="直接连接符 25603">
                <a:extLst>
                  <a:ext uri="{FF2B5EF4-FFF2-40B4-BE49-F238E27FC236}">
                    <a16:creationId xmlns:a16="http://schemas.microsoft.com/office/drawing/2014/main" id="{FC47A61C-A249-95C2-12F1-039CCC6D389C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05" name="直接连接符 25604">
                <a:extLst>
                  <a:ext uri="{FF2B5EF4-FFF2-40B4-BE49-F238E27FC236}">
                    <a16:creationId xmlns:a16="http://schemas.microsoft.com/office/drawing/2014/main" id="{F08BAD6B-E3A0-9216-A7E2-C5EEA5087CFB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06" name="直接连接符 25605">
                <a:extLst>
                  <a:ext uri="{FF2B5EF4-FFF2-40B4-BE49-F238E27FC236}">
                    <a16:creationId xmlns:a16="http://schemas.microsoft.com/office/drawing/2014/main" id="{8485538B-2122-26CC-8E9C-9D532E98436F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07" name="直接连接符 25606">
                <a:extLst>
                  <a:ext uri="{FF2B5EF4-FFF2-40B4-BE49-F238E27FC236}">
                    <a16:creationId xmlns:a16="http://schemas.microsoft.com/office/drawing/2014/main" id="{DBBA56C3-A08A-2D5E-2C77-FFA6997F06AA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08" name="直接连接符 25607">
                <a:extLst>
                  <a:ext uri="{FF2B5EF4-FFF2-40B4-BE49-F238E27FC236}">
                    <a16:creationId xmlns:a16="http://schemas.microsoft.com/office/drawing/2014/main" id="{B757CE91-CAAB-BA22-A257-424A7A089584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09" name="直接连接符 25608">
                <a:extLst>
                  <a:ext uri="{FF2B5EF4-FFF2-40B4-BE49-F238E27FC236}">
                    <a16:creationId xmlns:a16="http://schemas.microsoft.com/office/drawing/2014/main" id="{EE2E14C4-A861-3C2D-2494-F9EF7416DE81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10" name="直接连接符 25609">
                <a:extLst>
                  <a:ext uri="{FF2B5EF4-FFF2-40B4-BE49-F238E27FC236}">
                    <a16:creationId xmlns:a16="http://schemas.microsoft.com/office/drawing/2014/main" id="{C420A2C4-754D-BDD6-C0E6-53233AFD4718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11" name="直接连接符 25610">
                <a:extLst>
                  <a:ext uri="{FF2B5EF4-FFF2-40B4-BE49-F238E27FC236}">
                    <a16:creationId xmlns:a16="http://schemas.microsoft.com/office/drawing/2014/main" id="{B023F92D-2BD6-2DCA-453A-064BDB50BE50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12" name="直接连接符 25611">
                <a:extLst>
                  <a:ext uri="{FF2B5EF4-FFF2-40B4-BE49-F238E27FC236}">
                    <a16:creationId xmlns:a16="http://schemas.microsoft.com/office/drawing/2014/main" id="{D47EC577-2336-4485-71E6-5BECC59E435A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13" name="直接连接符 25612">
                <a:extLst>
                  <a:ext uri="{FF2B5EF4-FFF2-40B4-BE49-F238E27FC236}">
                    <a16:creationId xmlns:a16="http://schemas.microsoft.com/office/drawing/2014/main" id="{5EAE5E37-FC9B-D772-E4D3-5DD02182A53C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14" name="直接连接符 25613">
                <a:extLst>
                  <a:ext uri="{FF2B5EF4-FFF2-40B4-BE49-F238E27FC236}">
                    <a16:creationId xmlns:a16="http://schemas.microsoft.com/office/drawing/2014/main" id="{819E77B4-5433-96CB-421F-2B44EE8EAE52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15" name="直接连接符 25614">
                <a:extLst>
                  <a:ext uri="{FF2B5EF4-FFF2-40B4-BE49-F238E27FC236}">
                    <a16:creationId xmlns:a16="http://schemas.microsoft.com/office/drawing/2014/main" id="{39769FCC-C946-C671-F686-0C39F17AFFC0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16" name="直接连接符 25615">
                <a:extLst>
                  <a:ext uri="{FF2B5EF4-FFF2-40B4-BE49-F238E27FC236}">
                    <a16:creationId xmlns:a16="http://schemas.microsoft.com/office/drawing/2014/main" id="{8F3A08BE-31DB-6D6B-783C-6C3A489720E7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17" name="直接连接符 25616">
                <a:extLst>
                  <a:ext uri="{FF2B5EF4-FFF2-40B4-BE49-F238E27FC236}">
                    <a16:creationId xmlns:a16="http://schemas.microsoft.com/office/drawing/2014/main" id="{F6A9FECA-DB13-2ECB-0B8C-AED5C5073C42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18" name="直接连接符 25617">
                <a:extLst>
                  <a:ext uri="{FF2B5EF4-FFF2-40B4-BE49-F238E27FC236}">
                    <a16:creationId xmlns:a16="http://schemas.microsoft.com/office/drawing/2014/main" id="{3682C294-CFDD-9928-713C-062968BDC17A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19" name="直接连接符 25618">
                <a:extLst>
                  <a:ext uri="{FF2B5EF4-FFF2-40B4-BE49-F238E27FC236}">
                    <a16:creationId xmlns:a16="http://schemas.microsoft.com/office/drawing/2014/main" id="{21685784-096C-CFBE-1EE5-DC2C4B013690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20" name="直接连接符 25619">
                <a:extLst>
                  <a:ext uri="{FF2B5EF4-FFF2-40B4-BE49-F238E27FC236}">
                    <a16:creationId xmlns:a16="http://schemas.microsoft.com/office/drawing/2014/main" id="{850B7690-8613-3E54-3BCC-173126D1984A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21" name="直接连接符 25620">
                <a:extLst>
                  <a:ext uri="{FF2B5EF4-FFF2-40B4-BE49-F238E27FC236}">
                    <a16:creationId xmlns:a16="http://schemas.microsoft.com/office/drawing/2014/main" id="{1C326004-C494-0E3C-F88D-24A99179ACE7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22" name="直接连接符 25621">
                <a:extLst>
                  <a:ext uri="{FF2B5EF4-FFF2-40B4-BE49-F238E27FC236}">
                    <a16:creationId xmlns:a16="http://schemas.microsoft.com/office/drawing/2014/main" id="{8AB2EBEC-FD59-41FA-A307-52DF89FADD24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23" name="直接连接符 25622">
                <a:extLst>
                  <a:ext uri="{FF2B5EF4-FFF2-40B4-BE49-F238E27FC236}">
                    <a16:creationId xmlns:a16="http://schemas.microsoft.com/office/drawing/2014/main" id="{70DC3375-1549-2049-3F30-8C5643287716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24" name="直接连接符 25623">
                <a:extLst>
                  <a:ext uri="{FF2B5EF4-FFF2-40B4-BE49-F238E27FC236}">
                    <a16:creationId xmlns:a16="http://schemas.microsoft.com/office/drawing/2014/main" id="{53DD0D84-63EC-AB8D-5D20-A8F9BDC21311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25" name="直接连接符 25624">
                <a:extLst>
                  <a:ext uri="{FF2B5EF4-FFF2-40B4-BE49-F238E27FC236}">
                    <a16:creationId xmlns:a16="http://schemas.microsoft.com/office/drawing/2014/main" id="{E4EB0E1C-3835-8FD9-18C6-A202962F6CB1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26" name="直接连接符 25625">
                <a:extLst>
                  <a:ext uri="{FF2B5EF4-FFF2-40B4-BE49-F238E27FC236}">
                    <a16:creationId xmlns:a16="http://schemas.microsoft.com/office/drawing/2014/main" id="{3E431DAC-228E-C9D3-10A6-B96CB22474FE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27" name="直接连接符 25626">
                <a:extLst>
                  <a:ext uri="{FF2B5EF4-FFF2-40B4-BE49-F238E27FC236}">
                    <a16:creationId xmlns:a16="http://schemas.microsoft.com/office/drawing/2014/main" id="{670031DB-4AED-8DDA-6DC0-6BA8505AE443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28" name="直接连接符 25627">
                <a:extLst>
                  <a:ext uri="{FF2B5EF4-FFF2-40B4-BE49-F238E27FC236}">
                    <a16:creationId xmlns:a16="http://schemas.microsoft.com/office/drawing/2014/main" id="{236BD816-7FCA-DEB3-69A5-EA37582A689E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29" name="直接连接符 25628">
                <a:extLst>
                  <a:ext uri="{FF2B5EF4-FFF2-40B4-BE49-F238E27FC236}">
                    <a16:creationId xmlns:a16="http://schemas.microsoft.com/office/drawing/2014/main" id="{07B2B880-F0D5-370B-11FE-56432CCB0D86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30" name="直接连接符 25629">
                <a:extLst>
                  <a:ext uri="{FF2B5EF4-FFF2-40B4-BE49-F238E27FC236}">
                    <a16:creationId xmlns:a16="http://schemas.microsoft.com/office/drawing/2014/main" id="{50B8F159-70F2-625D-8890-21DD94506EDD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31" name="直接连接符 25630">
                <a:extLst>
                  <a:ext uri="{FF2B5EF4-FFF2-40B4-BE49-F238E27FC236}">
                    <a16:creationId xmlns:a16="http://schemas.microsoft.com/office/drawing/2014/main" id="{0AA1F47F-CBC7-654A-FB32-37814E859389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32" name="直接连接符 25631">
                <a:extLst>
                  <a:ext uri="{FF2B5EF4-FFF2-40B4-BE49-F238E27FC236}">
                    <a16:creationId xmlns:a16="http://schemas.microsoft.com/office/drawing/2014/main" id="{7351FAD3-5096-DDF1-2019-23D7E6F2AAB0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33" name="直接连接符 25632">
                <a:extLst>
                  <a:ext uri="{FF2B5EF4-FFF2-40B4-BE49-F238E27FC236}">
                    <a16:creationId xmlns:a16="http://schemas.microsoft.com/office/drawing/2014/main" id="{226B7E5D-29E3-0734-F7E3-E47D187D462E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34" name="直接连接符 25633">
                <a:extLst>
                  <a:ext uri="{FF2B5EF4-FFF2-40B4-BE49-F238E27FC236}">
                    <a16:creationId xmlns:a16="http://schemas.microsoft.com/office/drawing/2014/main" id="{32205E0C-5FF6-E8A8-AF3D-EAA8BB0ECC25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35" name="直接连接符 25634">
                <a:extLst>
                  <a:ext uri="{FF2B5EF4-FFF2-40B4-BE49-F238E27FC236}">
                    <a16:creationId xmlns:a16="http://schemas.microsoft.com/office/drawing/2014/main" id="{A750F212-5517-E568-365A-7A8964EFF2B5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36" name="直接连接符 25635">
                <a:extLst>
                  <a:ext uri="{FF2B5EF4-FFF2-40B4-BE49-F238E27FC236}">
                    <a16:creationId xmlns:a16="http://schemas.microsoft.com/office/drawing/2014/main" id="{49F7A46A-1113-6074-7D42-124141CF53F9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37" name="直接连接符 25636">
                <a:extLst>
                  <a:ext uri="{FF2B5EF4-FFF2-40B4-BE49-F238E27FC236}">
                    <a16:creationId xmlns:a16="http://schemas.microsoft.com/office/drawing/2014/main" id="{FC7823E8-B110-B0F2-3674-4096BB39DC32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38" name="直接连接符 25637">
                <a:extLst>
                  <a:ext uri="{FF2B5EF4-FFF2-40B4-BE49-F238E27FC236}">
                    <a16:creationId xmlns:a16="http://schemas.microsoft.com/office/drawing/2014/main" id="{1F97590B-4EC0-A2CE-5A87-2034CE3C2A35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39" name="直接连接符 25638">
                <a:extLst>
                  <a:ext uri="{FF2B5EF4-FFF2-40B4-BE49-F238E27FC236}">
                    <a16:creationId xmlns:a16="http://schemas.microsoft.com/office/drawing/2014/main" id="{5053C3DE-400C-BFF2-A2DA-9BDF7DD956F6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40" name="直接连接符 25639">
                <a:extLst>
                  <a:ext uri="{FF2B5EF4-FFF2-40B4-BE49-F238E27FC236}">
                    <a16:creationId xmlns:a16="http://schemas.microsoft.com/office/drawing/2014/main" id="{2EBE0A21-1C78-EC00-42F7-5D0B6F607733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41" name="直接连接符 25640">
                <a:extLst>
                  <a:ext uri="{FF2B5EF4-FFF2-40B4-BE49-F238E27FC236}">
                    <a16:creationId xmlns:a16="http://schemas.microsoft.com/office/drawing/2014/main" id="{F78F4E5F-ACDD-9B83-DEEB-F13277A7FC66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42" name="直接连接符 25641">
                <a:extLst>
                  <a:ext uri="{FF2B5EF4-FFF2-40B4-BE49-F238E27FC236}">
                    <a16:creationId xmlns:a16="http://schemas.microsoft.com/office/drawing/2014/main" id="{833E1ED0-CF31-0036-CF75-6E48920624DC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43" name="直接连接符 25642">
                <a:extLst>
                  <a:ext uri="{FF2B5EF4-FFF2-40B4-BE49-F238E27FC236}">
                    <a16:creationId xmlns:a16="http://schemas.microsoft.com/office/drawing/2014/main" id="{DBA66657-B986-6AE7-9590-D6FCB4F59072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44" name="直接连接符 25643">
                <a:extLst>
                  <a:ext uri="{FF2B5EF4-FFF2-40B4-BE49-F238E27FC236}">
                    <a16:creationId xmlns:a16="http://schemas.microsoft.com/office/drawing/2014/main" id="{2E183D62-4BA8-11A0-6886-FEC4D0398A57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45" name="直接连接符 25644">
                <a:extLst>
                  <a:ext uri="{FF2B5EF4-FFF2-40B4-BE49-F238E27FC236}">
                    <a16:creationId xmlns:a16="http://schemas.microsoft.com/office/drawing/2014/main" id="{20B6069D-B29F-081C-4825-B506F3786E86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46" name="直接连接符 25645">
                <a:extLst>
                  <a:ext uri="{FF2B5EF4-FFF2-40B4-BE49-F238E27FC236}">
                    <a16:creationId xmlns:a16="http://schemas.microsoft.com/office/drawing/2014/main" id="{8E8BD4EE-140A-3503-6926-CEAA30750FA1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47" name="直接连接符 25646">
                <a:extLst>
                  <a:ext uri="{FF2B5EF4-FFF2-40B4-BE49-F238E27FC236}">
                    <a16:creationId xmlns:a16="http://schemas.microsoft.com/office/drawing/2014/main" id="{B26F410F-0080-EDE1-7C9C-F1D7EA61A161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48" name="直接连接符 25647">
                <a:extLst>
                  <a:ext uri="{FF2B5EF4-FFF2-40B4-BE49-F238E27FC236}">
                    <a16:creationId xmlns:a16="http://schemas.microsoft.com/office/drawing/2014/main" id="{0E6161DA-28F4-161E-F3D4-5EF178CE5CEB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49" name="直接连接符 25648">
                <a:extLst>
                  <a:ext uri="{FF2B5EF4-FFF2-40B4-BE49-F238E27FC236}">
                    <a16:creationId xmlns:a16="http://schemas.microsoft.com/office/drawing/2014/main" id="{668790F6-612D-4018-63FE-4DB71810E4CA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50" name="直接连接符 25649">
                <a:extLst>
                  <a:ext uri="{FF2B5EF4-FFF2-40B4-BE49-F238E27FC236}">
                    <a16:creationId xmlns:a16="http://schemas.microsoft.com/office/drawing/2014/main" id="{DD2D2730-FC95-591F-1722-461345F1F9FA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51" name="直接连接符 25650">
                <a:extLst>
                  <a:ext uri="{FF2B5EF4-FFF2-40B4-BE49-F238E27FC236}">
                    <a16:creationId xmlns:a16="http://schemas.microsoft.com/office/drawing/2014/main" id="{DE2337EC-0671-7E99-186E-49B08CDE841C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52" name="直接连接符 25651">
                <a:extLst>
                  <a:ext uri="{FF2B5EF4-FFF2-40B4-BE49-F238E27FC236}">
                    <a16:creationId xmlns:a16="http://schemas.microsoft.com/office/drawing/2014/main" id="{5FFC9301-E4EF-B247-0CC3-6B6A266A2705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53" name="直接连接符 25652">
                <a:extLst>
                  <a:ext uri="{FF2B5EF4-FFF2-40B4-BE49-F238E27FC236}">
                    <a16:creationId xmlns:a16="http://schemas.microsoft.com/office/drawing/2014/main" id="{F86804E3-1F1A-6B01-ACD9-2BB454E4FA4F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54" name="直接连接符 25653">
                <a:extLst>
                  <a:ext uri="{FF2B5EF4-FFF2-40B4-BE49-F238E27FC236}">
                    <a16:creationId xmlns:a16="http://schemas.microsoft.com/office/drawing/2014/main" id="{BD29F075-EA06-68B0-BFA9-468952BD147F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55" name="直接连接符 25654">
                <a:extLst>
                  <a:ext uri="{FF2B5EF4-FFF2-40B4-BE49-F238E27FC236}">
                    <a16:creationId xmlns:a16="http://schemas.microsoft.com/office/drawing/2014/main" id="{99977421-02CB-3322-CEAC-D377A65E76CC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56" name="直接连接符 25655">
                <a:extLst>
                  <a:ext uri="{FF2B5EF4-FFF2-40B4-BE49-F238E27FC236}">
                    <a16:creationId xmlns:a16="http://schemas.microsoft.com/office/drawing/2014/main" id="{99A48EB5-F9ED-AEAB-ABB3-A88B551BF347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57" name="直接连接符 25656">
                <a:extLst>
                  <a:ext uri="{FF2B5EF4-FFF2-40B4-BE49-F238E27FC236}">
                    <a16:creationId xmlns:a16="http://schemas.microsoft.com/office/drawing/2014/main" id="{8CB58595-D5F5-0828-B86C-8F917C08257F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58" name="直接连接符 25657">
                <a:extLst>
                  <a:ext uri="{FF2B5EF4-FFF2-40B4-BE49-F238E27FC236}">
                    <a16:creationId xmlns:a16="http://schemas.microsoft.com/office/drawing/2014/main" id="{EA26F22D-011A-BE12-7063-29E05AEC7530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59" name="直接连接符 25658">
                <a:extLst>
                  <a:ext uri="{FF2B5EF4-FFF2-40B4-BE49-F238E27FC236}">
                    <a16:creationId xmlns:a16="http://schemas.microsoft.com/office/drawing/2014/main" id="{A5C26F85-094D-9CFA-E29E-3CD81A4704B0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60" name="直接连接符 25659">
                <a:extLst>
                  <a:ext uri="{FF2B5EF4-FFF2-40B4-BE49-F238E27FC236}">
                    <a16:creationId xmlns:a16="http://schemas.microsoft.com/office/drawing/2014/main" id="{72D36868-318A-4035-B577-8DEC62082B30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61" name="直接连接符 25660">
                <a:extLst>
                  <a:ext uri="{FF2B5EF4-FFF2-40B4-BE49-F238E27FC236}">
                    <a16:creationId xmlns:a16="http://schemas.microsoft.com/office/drawing/2014/main" id="{FE1FD7A1-5C16-051E-0175-8AD2C414F962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62" name="直接连接符 25661">
                <a:extLst>
                  <a:ext uri="{FF2B5EF4-FFF2-40B4-BE49-F238E27FC236}">
                    <a16:creationId xmlns:a16="http://schemas.microsoft.com/office/drawing/2014/main" id="{B45FA3B7-157F-F1DE-93C6-CAB8A61002A4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63" name="直接连接符 25662">
                <a:extLst>
                  <a:ext uri="{FF2B5EF4-FFF2-40B4-BE49-F238E27FC236}">
                    <a16:creationId xmlns:a16="http://schemas.microsoft.com/office/drawing/2014/main" id="{B7957EB6-EE2F-1673-DEA6-C0B088047660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64" name="直接连接符 25663">
                <a:extLst>
                  <a:ext uri="{FF2B5EF4-FFF2-40B4-BE49-F238E27FC236}">
                    <a16:creationId xmlns:a16="http://schemas.microsoft.com/office/drawing/2014/main" id="{11D5B462-503F-A321-7E5C-A3401FF29E02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65" name="直接连接符 25664">
                <a:extLst>
                  <a:ext uri="{FF2B5EF4-FFF2-40B4-BE49-F238E27FC236}">
                    <a16:creationId xmlns:a16="http://schemas.microsoft.com/office/drawing/2014/main" id="{865A3877-9736-C8F9-5596-091C103950BC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66" name="直接连接符 25665">
                <a:extLst>
                  <a:ext uri="{FF2B5EF4-FFF2-40B4-BE49-F238E27FC236}">
                    <a16:creationId xmlns:a16="http://schemas.microsoft.com/office/drawing/2014/main" id="{0300E592-5E24-F426-ED4E-2E206AEC851B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67" name="直接连接符 25666">
                <a:extLst>
                  <a:ext uri="{FF2B5EF4-FFF2-40B4-BE49-F238E27FC236}">
                    <a16:creationId xmlns:a16="http://schemas.microsoft.com/office/drawing/2014/main" id="{EF048C24-2665-5715-726D-D1FC1F08908F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68" name="直接连接符 25667">
                <a:extLst>
                  <a:ext uri="{FF2B5EF4-FFF2-40B4-BE49-F238E27FC236}">
                    <a16:creationId xmlns:a16="http://schemas.microsoft.com/office/drawing/2014/main" id="{B4CCEE03-15A3-C501-C270-AE6EE14F4BFF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69" name="直接连接符 25668">
                <a:extLst>
                  <a:ext uri="{FF2B5EF4-FFF2-40B4-BE49-F238E27FC236}">
                    <a16:creationId xmlns:a16="http://schemas.microsoft.com/office/drawing/2014/main" id="{8050A724-06E9-FDB7-F4B5-24670D6AAD7C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70" name="直接连接符 25669">
                <a:extLst>
                  <a:ext uri="{FF2B5EF4-FFF2-40B4-BE49-F238E27FC236}">
                    <a16:creationId xmlns:a16="http://schemas.microsoft.com/office/drawing/2014/main" id="{7E284F9B-0258-B848-4E7A-EBC840E636C0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71" name="直接连接符 25670">
                <a:extLst>
                  <a:ext uri="{FF2B5EF4-FFF2-40B4-BE49-F238E27FC236}">
                    <a16:creationId xmlns:a16="http://schemas.microsoft.com/office/drawing/2014/main" id="{DA46D38B-603C-2CE9-EE84-19AA07DD8051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9A62590-0FB3-09E0-5794-061C7F672B88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EFD230EB-743F-7BCE-48D1-EFC5F607B202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1C613277-DCF7-5EC2-7C4A-B5E55027DA81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67E24471-B21A-CBD8-8BCF-5FCAD7ED084C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F5B58881-5077-81A1-7F65-A4E947D6C749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95BB227D-3D0A-28C4-EFA0-195A17F68CE7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4FE93F08-4866-4F66-DDAB-876C0126CB51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11A708C7-F95E-8129-B628-2CEDF46C350A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834A5184-F639-1FA8-E91F-873A0AE3AEBD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F93E748-F1B1-002B-CB1E-7333A5143D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216522C1-766F-415A-8EE0-B5A7CB0748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BFS </a:t>
            </a:r>
            <a:r>
              <a:rPr lang="zh-CN" altLang="en-US"/>
              <a:t>性质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B7454A0-E1C0-40D9-8033-206C96C83A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484784"/>
            <a:ext cx="7886700" cy="4351338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定理   </a:t>
            </a:r>
            <a:r>
              <a:rPr lang="en-US" altLang="zh-CN" sz="2800" dirty="0"/>
              <a:t>BFS</a:t>
            </a:r>
            <a:r>
              <a:rPr lang="zh-CN" altLang="en-US" sz="2800" dirty="0"/>
              <a:t>算法产生的层</a:t>
            </a:r>
            <a:r>
              <a:rPr lang="en-US" altLang="zh-CN" sz="2800" dirty="0"/>
              <a:t> L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 </a:t>
            </a:r>
            <a:r>
              <a:rPr lang="zh-CN" altLang="en-US" sz="2800" dirty="0"/>
              <a:t>就是到源点</a:t>
            </a:r>
            <a:r>
              <a:rPr lang="en-US" altLang="zh-CN" sz="2800" dirty="0"/>
              <a:t>s</a:t>
            </a:r>
            <a:r>
              <a:rPr lang="zh-CN" altLang="en-US" sz="2800" dirty="0"/>
              <a:t>距离为</a:t>
            </a:r>
            <a:r>
              <a:rPr lang="en-US" altLang="zh-CN" sz="2800" dirty="0" err="1"/>
              <a:t>i</a:t>
            </a:r>
            <a:r>
              <a:rPr lang="zh-CN" altLang="en-US" sz="2800" dirty="0"/>
              <a:t>的顶点集合.当且仅当</a:t>
            </a:r>
            <a:r>
              <a:rPr lang="en-US" altLang="zh-CN" sz="2800" dirty="0"/>
              <a:t> t </a:t>
            </a:r>
            <a:r>
              <a:rPr lang="zh-CN" altLang="en-US" sz="2800" dirty="0"/>
              <a:t>出现在某一层中时存在一条</a:t>
            </a:r>
            <a:r>
              <a:rPr lang="en-US" altLang="zh-CN" sz="2800" dirty="0"/>
              <a:t>s</a:t>
            </a:r>
            <a:r>
              <a:rPr lang="zh-CN" altLang="en-US" sz="2800" dirty="0"/>
              <a:t>到</a:t>
            </a:r>
            <a:r>
              <a:rPr lang="en-US" altLang="zh-CN" sz="2800" dirty="0"/>
              <a:t>t</a:t>
            </a:r>
            <a:r>
              <a:rPr lang="zh-CN" altLang="en-US" sz="2800" dirty="0"/>
              <a:t>的路径.</a:t>
            </a:r>
          </a:p>
          <a:p>
            <a:pPr eaLnBrk="1" hangingPunct="1">
              <a:lnSpc>
                <a:spcPct val="150000"/>
              </a:lnSpc>
            </a:pPr>
            <a:endParaRPr lang="zh-CN" altLang="en-US" sz="28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定理 设</a:t>
            </a:r>
            <a:r>
              <a:rPr lang="en-US" altLang="zh-CN" sz="2800" dirty="0"/>
              <a:t>T</a:t>
            </a:r>
            <a:r>
              <a:rPr lang="zh-CN" altLang="en-US" sz="2800" dirty="0"/>
              <a:t>是图</a:t>
            </a:r>
            <a:r>
              <a:rPr lang="en-US" altLang="zh-CN" sz="2800" dirty="0"/>
              <a:t>G = (V, E)</a:t>
            </a:r>
            <a:r>
              <a:rPr lang="zh-CN" altLang="en-US" sz="2800" dirty="0"/>
              <a:t>的一棵宽度优先搜索树，</a:t>
            </a:r>
            <a:r>
              <a:rPr lang="en-US" altLang="zh-CN" sz="2800" dirty="0"/>
              <a:t>(x, y)</a:t>
            </a:r>
            <a:r>
              <a:rPr lang="zh-CN" altLang="en-US" sz="2800" dirty="0"/>
              <a:t>是</a:t>
            </a:r>
            <a:r>
              <a:rPr lang="en-US" altLang="zh-CN" sz="2800" dirty="0"/>
              <a:t>G</a:t>
            </a:r>
            <a:r>
              <a:rPr lang="zh-CN" altLang="en-US" sz="2800" dirty="0"/>
              <a:t>中的一条边.那么 </a:t>
            </a:r>
            <a:r>
              <a:rPr lang="en-US" altLang="zh-CN" sz="2800" dirty="0"/>
              <a:t>x ， y </a:t>
            </a:r>
            <a:r>
              <a:rPr lang="zh-CN" altLang="en-US" sz="2800" dirty="0"/>
              <a:t>所属的层数至多相差</a:t>
            </a:r>
            <a:r>
              <a:rPr lang="en-US" altLang="zh-CN" sz="2800" dirty="0"/>
              <a:t> 1.</a:t>
            </a:r>
          </a:p>
        </p:txBody>
      </p:sp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F0C9D29A-5E65-44DE-994B-1759E0E0E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B0CAD3-D903-4325-A86E-4DF8C78865DB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A529CED-753A-810B-198B-97209E40DA19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4301E0A-B0EC-A7CE-451F-478CA73E6978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09BFF068-14D9-0008-62B2-9EF7C5580AF6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E09E299-9CCF-E64D-0EA6-D13D74F69C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256E5542-090A-22F0-5201-3988A289B4A3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53C6E4E-501D-1D25-90B4-1F0B0D4814D9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62E01F2-A2D0-36E7-5B1D-00D0310AB756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5702A6F0-B3B5-61CD-2A61-12FDB85CBAD1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4308A627-0FC4-9B0B-2EC8-D6E1A06A0CA2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D1EB43B6-87C0-8A96-C045-78C25043D900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614A44DD-13C8-4036-1A6E-AB9EDED575BF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6B41AA49-879C-5569-A535-6F4A58FFA4F7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8D116865-2F24-A2CF-6BFA-4C94BE5A4B14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07E16E0B-751A-A189-A993-D4B4C0959D4F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2602B3BB-7241-06D2-497B-0D26D3C289F5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54448C0D-CC34-D3D1-E0A2-99B808C362AC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78DE8BAD-83B1-A6B5-B8F5-2DA4AE6D2012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FD96279D-83AD-CBEC-4108-B445DFEC82E8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DC6FFB7-0298-4694-8B6B-EF8AC8A52E85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8BCABA88-52DD-39B4-0AA9-2DDE55E4785F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379AB04-4B8C-327E-E8C9-88154D752DFA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7C7B6C15-8807-E2C9-2FB2-D7F675697BF5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2300151C-C906-427C-E8E6-9292A4A49D75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9C80C967-6C02-4E41-A09A-8C46DA1427C5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53CEBDEB-5777-A95C-1B58-8590069499B5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27C70B23-3B45-BA05-3C1B-A50751F81894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5B2315DF-3483-187E-D2FB-F9BE8F1E429F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AA761E5F-8AD2-F15E-86A2-3861A1971729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08CE248C-5178-C4E1-49CA-210121D28250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E1B2BDFF-5C5C-5DB0-7039-1E451F05DCD1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DF9F3E0F-2376-BBE5-804B-11F77EB25A86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DAE83EEB-7308-916A-6FC6-2F50BB4BFE4C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9B63109F-4199-A7CD-94F2-A89D7E6584CA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C5CCAD95-7334-9F93-DA1C-1C783C8274E5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2AC79CE8-9BCE-9F37-FA99-90B30F8351C7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443C9921-5410-C2B5-7DB3-1FEF8BE15D67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DE3BC38C-4916-38FE-9B35-AD9726B76846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56A85936-2C5E-F87F-2B76-0B1092AB0D60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36D84424-C627-9F39-0240-E4EC2BC3FCAD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7BAAE79E-F25A-FC68-8E1F-B2157F2645F5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30239DAC-BA5D-289E-40D3-FBD38A0EEFC2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72D61172-7638-7DDE-28FB-1B479F32C66A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71DA896F-A1FE-5EE7-82E5-BE8C26668A3F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B5151F2D-9E7D-EDD5-B51C-CDD386988F15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E60D77AE-E623-F13F-9DF1-E0F6E418ED99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7CDC7956-C68A-907A-B8FF-18E7239782D4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7C884079-B9CA-7F53-772D-B3F28290556C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91897B56-B35C-9029-D991-0A2D7F18655F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7C1A07B9-AC6A-4D9A-35D5-BEF373D4E358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EB887731-8F85-8D77-75E6-ABC5B2D6DA0C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CE3D1E2A-5C20-316C-9E01-1C62E2C29C35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E887B0F2-1D6E-6092-5978-C18D436DFFCF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4" name="直接连接符 47103">
                <a:extLst>
                  <a:ext uri="{FF2B5EF4-FFF2-40B4-BE49-F238E27FC236}">
                    <a16:creationId xmlns:a16="http://schemas.microsoft.com/office/drawing/2014/main" id="{9D29D842-0038-EC4E-E139-A2656DE6AA13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5" name="直接连接符 47104">
                <a:extLst>
                  <a:ext uri="{FF2B5EF4-FFF2-40B4-BE49-F238E27FC236}">
                    <a16:creationId xmlns:a16="http://schemas.microsoft.com/office/drawing/2014/main" id="{1115FE17-3CD9-99F5-B06D-3FFD1B0F6B8A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6" name="直接连接符 47105">
                <a:extLst>
                  <a:ext uri="{FF2B5EF4-FFF2-40B4-BE49-F238E27FC236}">
                    <a16:creationId xmlns:a16="http://schemas.microsoft.com/office/drawing/2014/main" id="{852BA5C1-418F-FF60-B2AA-3D1DF01A4642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8" name="直接连接符 47107">
                <a:extLst>
                  <a:ext uri="{FF2B5EF4-FFF2-40B4-BE49-F238E27FC236}">
                    <a16:creationId xmlns:a16="http://schemas.microsoft.com/office/drawing/2014/main" id="{E283CC7E-1429-1A19-439A-5D59C6BEFB7F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9" name="直接连接符 47108">
                <a:extLst>
                  <a:ext uri="{FF2B5EF4-FFF2-40B4-BE49-F238E27FC236}">
                    <a16:creationId xmlns:a16="http://schemas.microsoft.com/office/drawing/2014/main" id="{8791A4B3-6641-8668-0629-27EC1DACE09B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0" name="直接连接符 47109">
                <a:extLst>
                  <a:ext uri="{FF2B5EF4-FFF2-40B4-BE49-F238E27FC236}">
                    <a16:creationId xmlns:a16="http://schemas.microsoft.com/office/drawing/2014/main" id="{961146A0-CA77-4DCB-F30C-1C3AF696FAE1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1" name="直接连接符 47110">
                <a:extLst>
                  <a:ext uri="{FF2B5EF4-FFF2-40B4-BE49-F238E27FC236}">
                    <a16:creationId xmlns:a16="http://schemas.microsoft.com/office/drawing/2014/main" id="{3F70DC62-AAFC-1F23-2300-6E44D13E1FD1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2" name="直接连接符 47111">
                <a:extLst>
                  <a:ext uri="{FF2B5EF4-FFF2-40B4-BE49-F238E27FC236}">
                    <a16:creationId xmlns:a16="http://schemas.microsoft.com/office/drawing/2014/main" id="{5443DC28-5529-D930-7904-7CBD0645C38E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3" name="直接连接符 47112">
                <a:extLst>
                  <a:ext uri="{FF2B5EF4-FFF2-40B4-BE49-F238E27FC236}">
                    <a16:creationId xmlns:a16="http://schemas.microsoft.com/office/drawing/2014/main" id="{A0C935CE-DDB4-57AB-2934-C80C5D980FE0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4" name="直接连接符 47113">
                <a:extLst>
                  <a:ext uri="{FF2B5EF4-FFF2-40B4-BE49-F238E27FC236}">
                    <a16:creationId xmlns:a16="http://schemas.microsoft.com/office/drawing/2014/main" id="{D551C1D4-D630-9791-3500-0067DE43F647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5" name="直接连接符 47114">
                <a:extLst>
                  <a:ext uri="{FF2B5EF4-FFF2-40B4-BE49-F238E27FC236}">
                    <a16:creationId xmlns:a16="http://schemas.microsoft.com/office/drawing/2014/main" id="{1066CDA2-4085-BAF6-9E40-EF32E2A615BF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6" name="直接连接符 47115">
                <a:extLst>
                  <a:ext uri="{FF2B5EF4-FFF2-40B4-BE49-F238E27FC236}">
                    <a16:creationId xmlns:a16="http://schemas.microsoft.com/office/drawing/2014/main" id="{772F1FE4-F32F-647F-F327-3199CA4759FA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7" name="直接连接符 47116">
                <a:extLst>
                  <a:ext uri="{FF2B5EF4-FFF2-40B4-BE49-F238E27FC236}">
                    <a16:creationId xmlns:a16="http://schemas.microsoft.com/office/drawing/2014/main" id="{F7AEE15B-DCCC-ABB9-3C02-02A17E88D3B9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8" name="直接连接符 47117">
                <a:extLst>
                  <a:ext uri="{FF2B5EF4-FFF2-40B4-BE49-F238E27FC236}">
                    <a16:creationId xmlns:a16="http://schemas.microsoft.com/office/drawing/2014/main" id="{2B8C3A72-D19D-A1CE-915E-275CFA0FE2AD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9" name="直接连接符 47118">
                <a:extLst>
                  <a:ext uri="{FF2B5EF4-FFF2-40B4-BE49-F238E27FC236}">
                    <a16:creationId xmlns:a16="http://schemas.microsoft.com/office/drawing/2014/main" id="{38330ECA-E622-F9F7-F835-C990F7DFF97D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0" name="直接连接符 47119">
                <a:extLst>
                  <a:ext uri="{FF2B5EF4-FFF2-40B4-BE49-F238E27FC236}">
                    <a16:creationId xmlns:a16="http://schemas.microsoft.com/office/drawing/2014/main" id="{E4CB0AC8-6A68-0150-FDA4-95D54266E354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1" name="直接连接符 47120">
                <a:extLst>
                  <a:ext uri="{FF2B5EF4-FFF2-40B4-BE49-F238E27FC236}">
                    <a16:creationId xmlns:a16="http://schemas.microsoft.com/office/drawing/2014/main" id="{D09F3AA7-57FD-1DEC-409E-E9B06EFECB53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2" name="直接连接符 47121">
                <a:extLst>
                  <a:ext uri="{FF2B5EF4-FFF2-40B4-BE49-F238E27FC236}">
                    <a16:creationId xmlns:a16="http://schemas.microsoft.com/office/drawing/2014/main" id="{6321012A-A5FD-48E3-9FB4-68399ED07149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3" name="直接连接符 47122">
                <a:extLst>
                  <a:ext uri="{FF2B5EF4-FFF2-40B4-BE49-F238E27FC236}">
                    <a16:creationId xmlns:a16="http://schemas.microsoft.com/office/drawing/2014/main" id="{1FA4126D-1E03-82CD-0E8E-8F7B8D816B32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4" name="直接连接符 47123">
                <a:extLst>
                  <a:ext uri="{FF2B5EF4-FFF2-40B4-BE49-F238E27FC236}">
                    <a16:creationId xmlns:a16="http://schemas.microsoft.com/office/drawing/2014/main" id="{35641E92-1FEB-FE6A-96FD-E19F0223C9E4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5" name="直接连接符 47124">
                <a:extLst>
                  <a:ext uri="{FF2B5EF4-FFF2-40B4-BE49-F238E27FC236}">
                    <a16:creationId xmlns:a16="http://schemas.microsoft.com/office/drawing/2014/main" id="{DB32B722-6DC1-1AFF-3741-0BF927861917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6" name="直接连接符 47125">
                <a:extLst>
                  <a:ext uri="{FF2B5EF4-FFF2-40B4-BE49-F238E27FC236}">
                    <a16:creationId xmlns:a16="http://schemas.microsoft.com/office/drawing/2014/main" id="{AA94A2E1-98E3-9755-5404-C5B27FDF48E7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7" name="直接连接符 47126">
                <a:extLst>
                  <a:ext uri="{FF2B5EF4-FFF2-40B4-BE49-F238E27FC236}">
                    <a16:creationId xmlns:a16="http://schemas.microsoft.com/office/drawing/2014/main" id="{1666222F-8861-1BF6-1503-5A08408FF1BB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8" name="直接连接符 47127">
                <a:extLst>
                  <a:ext uri="{FF2B5EF4-FFF2-40B4-BE49-F238E27FC236}">
                    <a16:creationId xmlns:a16="http://schemas.microsoft.com/office/drawing/2014/main" id="{D5336D54-5C28-BAEA-22FE-61DC728E67C6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9" name="直接连接符 47128">
                <a:extLst>
                  <a:ext uri="{FF2B5EF4-FFF2-40B4-BE49-F238E27FC236}">
                    <a16:creationId xmlns:a16="http://schemas.microsoft.com/office/drawing/2014/main" id="{D44BFF37-8B0B-6B69-1996-B30662E8B885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0" name="直接连接符 47129">
                <a:extLst>
                  <a:ext uri="{FF2B5EF4-FFF2-40B4-BE49-F238E27FC236}">
                    <a16:creationId xmlns:a16="http://schemas.microsoft.com/office/drawing/2014/main" id="{9B8A4EE2-04CD-23BA-4FDE-77BAC95A5EFA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1" name="直接连接符 47130">
                <a:extLst>
                  <a:ext uri="{FF2B5EF4-FFF2-40B4-BE49-F238E27FC236}">
                    <a16:creationId xmlns:a16="http://schemas.microsoft.com/office/drawing/2014/main" id="{45195B25-8240-9B34-ECE6-627D26AFF7DB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2" name="直接连接符 47131">
                <a:extLst>
                  <a:ext uri="{FF2B5EF4-FFF2-40B4-BE49-F238E27FC236}">
                    <a16:creationId xmlns:a16="http://schemas.microsoft.com/office/drawing/2014/main" id="{A637020A-5E47-09AB-D28B-5A9134557F8D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3" name="直接连接符 47132">
                <a:extLst>
                  <a:ext uri="{FF2B5EF4-FFF2-40B4-BE49-F238E27FC236}">
                    <a16:creationId xmlns:a16="http://schemas.microsoft.com/office/drawing/2014/main" id="{10612B24-0420-D95D-E13F-1F2445D85429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4" name="直接连接符 47133">
                <a:extLst>
                  <a:ext uri="{FF2B5EF4-FFF2-40B4-BE49-F238E27FC236}">
                    <a16:creationId xmlns:a16="http://schemas.microsoft.com/office/drawing/2014/main" id="{8991AE89-43C1-95B7-9735-2178BA8FD056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5" name="直接连接符 47134">
                <a:extLst>
                  <a:ext uri="{FF2B5EF4-FFF2-40B4-BE49-F238E27FC236}">
                    <a16:creationId xmlns:a16="http://schemas.microsoft.com/office/drawing/2014/main" id="{9F7EA283-4332-464A-9DB2-605B87816EE6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6" name="直接连接符 47135">
                <a:extLst>
                  <a:ext uri="{FF2B5EF4-FFF2-40B4-BE49-F238E27FC236}">
                    <a16:creationId xmlns:a16="http://schemas.microsoft.com/office/drawing/2014/main" id="{5E8745B2-457D-F95C-294B-6D3163653533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7" name="直接连接符 47136">
                <a:extLst>
                  <a:ext uri="{FF2B5EF4-FFF2-40B4-BE49-F238E27FC236}">
                    <a16:creationId xmlns:a16="http://schemas.microsoft.com/office/drawing/2014/main" id="{3DC996A0-4A2A-9CA3-F065-C89C4FFBBE16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8" name="直接连接符 47137">
                <a:extLst>
                  <a:ext uri="{FF2B5EF4-FFF2-40B4-BE49-F238E27FC236}">
                    <a16:creationId xmlns:a16="http://schemas.microsoft.com/office/drawing/2014/main" id="{862B4832-C82C-F909-EF88-B7CD451E0EFB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9" name="直接连接符 47138">
                <a:extLst>
                  <a:ext uri="{FF2B5EF4-FFF2-40B4-BE49-F238E27FC236}">
                    <a16:creationId xmlns:a16="http://schemas.microsoft.com/office/drawing/2014/main" id="{6EB05746-4D3C-0F4D-8330-89165FBBA170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0" name="直接连接符 47139">
                <a:extLst>
                  <a:ext uri="{FF2B5EF4-FFF2-40B4-BE49-F238E27FC236}">
                    <a16:creationId xmlns:a16="http://schemas.microsoft.com/office/drawing/2014/main" id="{4887DDC2-7DBF-663F-4FB9-60A5AB02D856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1" name="直接连接符 47140">
                <a:extLst>
                  <a:ext uri="{FF2B5EF4-FFF2-40B4-BE49-F238E27FC236}">
                    <a16:creationId xmlns:a16="http://schemas.microsoft.com/office/drawing/2014/main" id="{033400EC-67C7-E895-9E87-5165EBDDF84C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2" name="直接连接符 47141">
                <a:extLst>
                  <a:ext uri="{FF2B5EF4-FFF2-40B4-BE49-F238E27FC236}">
                    <a16:creationId xmlns:a16="http://schemas.microsoft.com/office/drawing/2014/main" id="{D81BA829-DF3F-AF9B-D3F2-F9D96171E349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3" name="直接连接符 47142">
                <a:extLst>
                  <a:ext uri="{FF2B5EF4-FFF2-40B4-BE49-F238E27FC236}">
                    <a16:creationId xmlns:a16="http://schemas.microsoft.com/office/drawing/2014/main" id="{67C316EA-ED26-8C1E-5B72-85A894FE10D6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4" name="直接连接符 47143">
                <a:extLst>
                  <a:ext uri="{FF2B5EF4-FFF2-40B4-BE49-F238E27FC236}">
                    <a16:creationId xmlns:a16="http://schemas.microsoft.com/office/drawing/2014/main" id="{2CB0F35E-B801-2C2B-0591-5BFE4F742E2E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5" name="直接连接符 47144">
                <a:extLst>
                  <a:ext uri="{FF2B5EF4-FFF2-40B4-BE49-F238E27FC236}">
                    <a16:creationId xmlns:a16="http://schemas.microsoft.com/office/drawing/2014/main" id="{D6828285-63C4-2B08-A519-E568A9E6DAAF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6" name="直接连接符 47145">
                <a:extLst>
                  <a:ext uri="{FF2B5EF4-FFF2-40B4-BE49-F238E27FC236}">
                    <a16:creationId xmlns:a16="http://schemas.microsoft.com/office/drawing/2014/main" id="{AD26373D-A84B-21D1-232D-291D1E14FF81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7" name="直接连接符 47146">
                <a:extLst>
                  <a:ext uri="{FF2B5EF4-FFF2-40B4-BE49-F238E27FC236}">
                    <a16:creationId xmlns:a16="http://schemas.microsoft.com/office/drawing/2014/main" id="{3D642AF0-CE3A-161F-B29E-26BAED4E653E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8" name="直接连接符 47147">
                <a:extLst>
                  <a:ext uri="{FF2B5EF4-FFF2-40B4-BE49-F238E27FC236}">
                    <a16:creationId xmlns:a16="http://schemas.microsoft.com/office/drawing/2014/main" id="{5B5C9965-9738-5C1F-3FEE-C87C2F21AC10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9" name="直接连接符 47148">
                <a:extLst>
                  <a:ext uri="{FF2B5EF4-FFF2-40B4-BE49-F238E27FC236}">
                    <a16:creationId xmlns:a16="http://schemas.microsoft.com/office/drawing/2014/main" id="{4FFAEAF5-233B-560E-7A52-CD045567A127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0" name="直接连接符 47149">
                <a:extLst>
                  <a:ext uri="{FF2B5EF4-FFF2-40B4-BE49-F238E27FC236}">
                    <a16:creationId xmlns:a16="http://schemas.microsoft.com/office/drawing/2014/main" id="{968AEC64-B64E-E7FC-3DB9-CD52E8545B88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1" name="直接连接符 47150">
                <a:extLst>
                  <a:ext uri="{FF2B5EF4-FFF2-40B4-BE49-F238E27FC236}">
                    <a16:creationId xmlns:a16="http://schemas.microsoft.com/office/drawing/2014/main" id="{8A887122-27E9-6931-7672-CFD7CD146CA8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2" name="直接连接符 47151">
                <a:extLst>
                  <a:ext uri="{FF2B5EF4-FFF2-40B4-BE49-F238E27FC236}">
                    <a16:creationId xmlns:a16="http://schemas.microsoft.com/office/drawing/2014/main" id="{C1BDEABA-48AF-8CBE-D34A-411DFE117C3C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3" name="直接连接符 47152">
                <a:extLst>
                  <a:ext uri="{FF2B5EF4-FFF2-40B4-BE49-F238E27FC236}">
                    <a16:creationId xmlns:a16="http://schemas.microsoft.com/office/drawing/2014/main" id="{4A6430B9-ECCD-FB22-7AE6-A79B72EA96CF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4" name="直接连接符 47153">
                <a:extLst>
                  <a:ext uri="{FF2B5EF4-FFF2-40B4-BE49-F238E27FC236}">
                    <a16:creationId xmlns:a16="http://schemas.microsoft.com/office/drawing/2014/main" id="{53E2A652-8E76-F9A8-A4AC-2A1C16E94F43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5" name="直接连接符 47154">
                <a:extLst>
                  <a:ext uri="{FF2B5EF4-FFF2-40B4-BE49-F238E27FC236}">
                    <a16:creationId xmlns:a16="http://schemas.microsoft.com/office/drawing/2014/main" id="{751F31C7-D083-8252-B2BE-52EEB1706898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6" name="直接连接符 47155">
                <a:extLst>
                  <a:ext uri="{FF2B5EF4-FFF2-40B4-BE49-F238E27FC236}">
                    <a16:creationId xmlns:a16="http://schemas.microsoft.com/office/drawing/2014/main" id="{2FE6FA42-CCBA-C137-3F43-BA8ECAD4BEE7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7" name="直接连接符 47156">
                <a:extLst>
                  <a:ext uri="{FF2B5EF4-FFF2-40B4-BE49-F238E27FC236}">
                    <a16:creationId xmlns:a16="http://schemas.microsoft.com/office/drawing/2014/main" id="{8A97691B-5145-184F-D1FD-51C5A45FE0BE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8" name="直接连接符 47157">
                <a:extLst>
                  <a:ext uri="{FF2B5EF4-FFF2-40B4-BE49-F238E27FC236}">
                    <a16:creationId xmlns:a16="http://schemas.microsoft.com/office/drawing/2014/main" id="{329662C1-140D-D108-C3CE-8819A6F5B726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9" name="直接连接符 47158">
                <a:extLst>
                  <a:ext uri="{FF2B5EF4-FFF2-40B4-BE49-F238E27FC236}">
                    <a16:creationId xmlns:a16="http://schemas.microsoft.com/office/drawing/2014/main" id="{731C78CA-C55A-0E93-2409-8625C28D508D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0" name="直接连接符 47159">
                <a:extLst>
                  <a:ext uri="{FF2B5EF4-FFF2-40B4-BE49-F238E27FC236}">
                    <a16:creationId xmlns:a16="http://schemas.microsoft.com/office/drawing/2014/main" id="{0D05A5D2-5B7B-218C-32BA-90F0326BEFC1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1" name="直接连接符 47160">
                <a:extLst>
                  <a:ext uri="{FF2B5EF4-FFF2-40B4-BE49-F238E27FC236}">
                    <a16:creationId xmlns:a16="http://schemas.microsoft.com/office/drawing/2014/main" id="{7FFBB663-82C9-860D-105B-9FFF720D0154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2" name="直接连接符 47161">
                <a:extLst>
                  <a:ext uri="{FF2B5EF4-FFF2-40B4-BE49-F238E27FC236}">
                    <a16:creationId xmlns:a16="http://schemas.microsoft.com/office/drawing/2014/main" id="{B27A2F66-6D7B-708E-61B2-372277AD058E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3" name="直接连接符 47162">
                <a:extLst>
                  <a:ext uri="{FF2B5EF4-FFF2-40B4-BE49-F238E27FC236}">
                    <a16:creationId xmlns:a16="http://schemas.microsoft.com/office/drawing/2014/main" id="{5A7F0C46-EE01-E208-A18A-550B04BC4EA5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4" name="直接连接符 47163">
                <a:extLst>
                  <a:ext uri="{FF2B5EF4-FFF2-40B4-BE49-F238E27FC236}">
                    <a16:creationId xmlns:a16="http://schemas.microsoft.com/office/drawing/2014/main" id="{00C19B81-0A63-4167-139E-AE14CC973452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5" name="直接连接符 47164">
                <a:extLst>
                  <a:ext uri="{FF2B5EF4-FFF2-40B4-BE49-F238E27FC236}">
                    <a16:creationId xmlns:a16="http://schemas.microsoft.com/office/drawing/2014/main" id="{1F8E86D1-B2B7-3D7D-06BE-5293164CE53A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6" name="直接连接符 47165">
                <a:extLst>
                  <a:ext uri="{FF2B5EF4-FFF2-40B4-BE49-F238E27FC236}">
                    <a16:creationId xmlns:a16="http://schemas.microsoft.com/office/drawing/2014/main" id="{D7A9A893-E9A8-DAF3-AA07-04DA23BF31EE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7" name="直接连接符 47166">
                <a:extLst>
                  <a:ext uri="{FF2B5EF4-FFF2-40B4-BE49-F238E27FC236}">
                    <a16:creationId xmlns:a16="http://schemas.microsoft.com/office/drawing/2014/main" id="{B53E160A-B845-BC70-DDDE-528BC6A876BB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24" name="直接连接符 26623">
                <a:extLst>
                  <a:ext uri="{FF2B5EF4-FFF2-40B4-BE49-F238E27FC236}">
                    <a16:creationId xmlns:a16="http://schemas.microsoft.com/office/drawing/2014/main" id="{8304647B-EF9B-9CE4-28CB-575B1682DE50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25" name="直接连接符 26624">
                <a:extLst>
                  <a:ext uri="{FF2B5EF4-FFF2-40B4-BE49-F238E27FC236}">
                    <a16:creationId xmlns:a16="http://schemas.microsoft.com/office/drawing/2014/main" id="{53247694-14F8-43E1-388B-97EE6F28586F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28" name="直接连接符 26627">
                <a:extLst>
                  <a:ext uri="{FF2B5EF4-FFF2-40B4-BE49-F238E27FC236}">
                    <a16:creationId xmlns:a16="http://schemas.microsoft.com/office/drawing/2014/main" id="{122E6CBD-546F-8C4B-6E56-281D08E44C30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29" name="直接连接符 26628">
                <a:extLst>
                  <a:ext uri="{FF2B5EF4-FFF2-40B4-BE49-F238E27FC236}">
                    <a16:creationId xmlns:a16="http://schemas.microsoft.com/office/drawing/2014/main" id="{569FA705-398D-F8EF-A7E1-C17B2C913B08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30" name="直接连接符 26629">
                <a:extLst>
                  <a:ext uri="{FF2B5EF4-FFF2-40B4-BE49-F238E27FC236}">
                    <a16:creationId xmlns:a16="http://schemas.microsoft.com/office/drawing/2014/main" id="{102E9551-C721-3E55-3382-9E5867954378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31" name="直接连接符 26630">
                <a:extLst>
                  <a:ext uri="{FF2B5EF4-FFF2-40B4-BE49-F238E27FC236}">
                    <a16:creationId xmlns:a16="http://schemas.microsoft.com/office/drawing/2014/main" id="{316F23DF-34DD-A0D8-F195-C5FEDCB45F5D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31B52D2-6B17-C13D-793C-9DC2C5BF250A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C2AF06BC-6E3D-BB33-8173-E201A17D0A98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F5CB842B-6951-C4E7-FF08-574ACFAE8A14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B0659582-C5B5-68F8-962C-ABE644EBCE3F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19EA9A80-F7DE-DF9D-188D-C59A2E8F2B58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905BF41E-1D8A-28D0-7042-E564D8085EE4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BA439634-4403-2848-EE84-BA28BE3D7CBD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871BEBEB-19C8-BC77-A145-58DB44925A02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29488304-648E-3CD8-B612-7D840A9A6AEE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ADC60AD-D745-1BEA-4F4D-E1EBDB0863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275E8-4924-8A4D-C438-10E7157C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3A1E51B7-8298-390C-3675-BEA79C24B7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DFS:</a:t>
            </a:r>
            <a:r>
              <a:rPr lang="zh-CN" altLang="en-US" dirty="0"/>
              <a:t>深度优先搜索</a:t>
            </a:r>
            <a:endParaRPr lang="en-US" altLang="zh-CN" dirty="0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55DD989-5537-CC30-D6F2-4824335489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" y="1329492"/>
            <a:ext cx="8959760" cy="5103341"/>
          </a:xfrm>
        </p:spPr>
        <p:txBody>
          <a:bodyPr>
            <a:normAutofit fontScale="92500"/>
          </a:bodyPr>
          <a:lstStyle/>
          <a:p>
            <a:pPr lvl="1" algn="just" eaLnBrk="1" hangingPunct="1">
              <a:lnSpc>
                <a:spcPct val="150000"/>
              </a:lnSpc>
            </a:pPr>
            <a:r>
              <a:rPr lang="zh-CN" altLang="en-US" sz="2800" dirty="0"/>
              <a:t>其核心思想是从起始节点开始，沿着一条路径尽可能</a:t>
            </a:r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</a:rPr>
              <a:t>深</a:t>
            </a:r>
            <a:r>
              <a:rPr lang="zh-CN" altLang="en-US" sz="2800" dirty="0"/>
              <a:t>地探索，直到无法继续或达到目标节点，然后</a:t>
            </a:r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</a:rPr>
              <a:t>回溯到之前的节点</a:t>
            </a:r>
            <a:r>
              <a:rPr lang="zh-CN" altLang="en-US" sz="2800" dirty="0"/>
              <a:t>，继续探索其他路径 。</a:t>
            </a:r>
            <a:endParaRPr lang="en-US" altLang="zh-CN" sz="2800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sz="2800" dirty="0"/>
              <a:t>迷宫游戏中，一直沿着一条路走到不能再走，再回到上一个岔路口选择新的路，直到找到出口或遍历完整个迷宫。</a:t>
            </a:r>
            <a:endParaRPr lang="en-US" altLang="zh-CN" sz="2800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sz="2800" dirty="0"/>
              <a:t>实现时，常利用递归或栈数据结构，递归方式是不断调用自身深入搜索，栈则是保存待探索的节点，先进后出。</a:t>
            </a:r>
          </a:p>
          <a:p>
            <a:pPr lvl="1" algn="just" eaLnBrk="1" hangingPunct="1"/>
            <a:endParaRPr lang="en-US" altLang="zh-CN" dirty="0"/>
          </a:p>
        </p:txBody>
      </p:sp>
      <p:sp>
        <p:nvSpPr>
          <p:cNvPr id="27650" name="灯片编号占位符 5">
            <a:extLst>
              <a:ext uri="{FF2B5EF4-FFF2-40B4-BE49-F238E27FC236}">
                <a16:creationId xmlns:a16="http://schemas.microsoft.com/office/drawing/2014/main" id="{DA4F367E-28F7-41E7-011D-A76A66973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8A22B6-DFEE-43CC-B1C5-D63D35E7765D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574F590-2AF5-FB63-6DD1-1889F53E220E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6930B08-33FF-2AE8-86F4-E42B5DC4B6E4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3C3159F5-C61E-F5F5-F21C-F1B484750B99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6F9AFA6-86F9-4D4F-4722-87CD54FD49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2C2DA879-FB52-1E0F-CB4A-89657237BF93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5A4973E-24F1-FFB7-F6FE-F9D339EE036B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B835F38-C745-E42A-F8A9-5FCDB812F084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ACBC3303-6256-E88C-B46D-E90F00BA404C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AF473464-81AF-32A6-DA80-D4CCD246E5A6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E80DD3C1-F7D7-41BD-2643-409436079D8C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07F330C-C012-E39E-AC11-1F12B9861EB5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762B0AC7-17C4-D691-59EC-7DD0D8E2D346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13335CEB-A705-570E-A933-52405888C50A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1C00411-4D56-C399-98BA-12D4EC7FBF46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2B1DD4DF-3C28-8647-6623-04B29D72DF2A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E6B51B38-05C9-95A4-F7A0-7286AF86B26C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68FBF75D-A162-D821-F747-7DB5AE47EAC4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102878C5-407A-752A-CC3F-4CC8C1E3BD2B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9AFDDA2C-113D-E45B-C60E-E3003194F5AC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D0766D10-CEE9-D18D-881C-C354B5BE827A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3CEFF68C-E6DE-EEF9-C7C3-AC011756D609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FE0F3F43-99F3-0686-2E82-4E72BC8219DE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5BCB1F79-4FB8-9040-5CA0-DB5A611AA35E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4D584953-4E67-0F5E-D9C8-9584AB7B113A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75A43991-7F9C-B685-7C98-FFF89F233FEA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7C25B54B-DB5B-AC61-395F-04DA1B142C89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E4909A47-C5C6-6FF6-1348-152F11B487A6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5F8F37C0-19C9-D815-B955-FDB760CC8EC2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E2A112AF-EAFC-9AA7-DE94-E00A55586835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0BD1306B-58FB-FFE0-D1F6-B55EEA0482D1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D46D95CE-8E1C-7BB6-42E0-169BC6FDB577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4310C8BA-2EFD-A987-C6F3-5FE16E813CDF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C1E84DB7-FF59-FC8F-263F-830162B7BC98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E9F30815-2F94-B9A1-5FC7-88781EF23224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583CD60D-BC6F-AEC3-14E8-5215FA300B8B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C79279FF-5AEE-ED66-5EFB-42B4E4929D3D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0B014D7B-D9C3-5DF2-0EE6-CBBBD0A0D52E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306193FD-D351-6D39-59A1-36F264F45053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8CE7B8C1-BE46-E9A6-E7DA-7A3BE0787F25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29686E91-0864-6323-F3A5-08C340698FB0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7BC7CB71-B96B-EEA4-1814-7C7910D2E57D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ACD7BDE-916D-9701-092F-8ED7B1144E68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31924DF9-05F1-9C6B-9C90-1D9805F8B3C7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F007604D-5B3C-9995-A0A1-04E994978A87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3EFB8B16-BF06-2C43-0E2D-6B13CF63BC86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2CE665DD-3B5B-7965-C0FB-EE7C978A7BF2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7C545C67-6BF5-73C1-5237-4EC0479E8493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44F141E-59CF-DC6F-7C78-2FD58A4BEE81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4EC1E286-BDA7-DCEC-3962-BE746B7D02CC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05BD95E1-618D-DC07-CE83-752887C74CF9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F35AF0A3-F878-C6B8-ED92-FE0C018D4FA9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E685AF1F-F0C1-DE1F-2473-4D20C5624A89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28" name="直接连接符 48127">
                <a:extLst>
                  <a:ext uri="{FF2B5EF4-FFF2-40B4-BE49-F238E27FC236}">
                    <a16:creationId xmlns:a16="http://schemas.microsoft.com/office/drawing/2014/main" id="{E0381AF7-6CF7-C95F-B009-8721B2E722E1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29" name="直接连接符 48128">
                <a:extLst>
                  <a:ext uri="{FF2B5EF4-FFF2-40B4-BE49-F238E27FC236}">
                    <a16:creationId xmlns:a16="http://schemas.microsoft.com/office/drawing/2014/main" id="{E6112802-F023-3D4D-0BCA-AA8488EFEC91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0" name="直接连接符 48129">
                <a:extLst>
                  <a:ext uri="{FF2B5EF4-FFF2-40B4-BE49-F238E27FC236}">
                    <a16:creationId xmlns:a16="http://schemas.microsoft.com/office/drawing/2014/main" id="{1C5CA04C-30F2-EB1A-27DD-FC346B93062E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2" name="直接连接符 48131">
                <a:extLst>
                  <a:ext uri="{FF2B5EF4-FFF2-40B4-BE49-F238E27FC236}">
                    <a16:creationId xmlns:a16="http://schemas.microsoft.com/office/drawing/2014/main" id="{9EA83F89-0A78-0AC2-4F91-9488A3158AAD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3" name="直接连接符 48132">
                <a:extLst>
                  <a:ext uri="{FF2B5EF4-FFF2-40B4-BE49-F238E27FC236}">
                    <a16:creationId xmlns:a16="http://schemas.microsoft.com/office/drawing/2014/main" id="{B4E013A0-76EA-D897-6507-264C1CBD413D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4" name="直接连接符 48133">
                <a:extLst>
                  <a:ext uri="{FF2B5EF4-FFF2-40B4-BE49-F238E27FC236}">
                    <a16:creationId xmlns:a16="http://schemas.microsoft.com/office/drawing/2014/main" id="{C75692C8-31A8-B64B-5627-8F93164D7C13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5" name="直接连接符 48134">
                <a:extLst>
                  <a:ext uri="{FF2B5EF4-FFF2-40B4-BE49-F238E27FC236}">
                    <a16:creationId xmlns:a16="http://schemas.microsoft.com/office/drawing/2014/main" id="{CE32A069-A323-29B3-9531-3F07E661FA23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6" name="直接连接符 48135">
                <a:extLst>
                  <a:ext uri="{FF2B5EF4-FFF2-40B4-BE49-F238E27FC236}">
                    <a16:creationId xmlns:a16="http://schemas.microsoft.com/office/drawing/2014/main" id="{3ECD6552-A1C4-8979-836F-6829D12E233C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7" name="直接连接符 48136">
                <a:extLst>
                  <a:ext uri="{FF2B5EF4-FFF2-40B4-BE49-F238E27FC236}">
                    <a16:creationId xmlns:a16="http://schemas.microsoft.com/office/drawing/2014/main" id="{1CBE4BB2-5EDA-5B10-DBA0-939968362FA3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8" name="直接连接符 48137">
                <a:extLst>
                  <a:ext uri="{FF2B5EF4-FFF2-40B4-BE49-F238E27FC236}">
                    <a16:creationId xmlns:a16="http://schemas.microsoft.com/office/drawing/2014/main" id="{077D4E96-53CB-AB52-8387-1A0A3B2D5A24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9" name="直接连接符 48138">
                <a:extLst>
                  <a:ext uri="{FF2B5EF4-FFF2-40B4-BE49-F238E27FC236}">
                    <a16:creationId xmlns:a16="http://schemas.microsoft.com/office/drawing/2014/main" id="{45ED1A2C-FF6E-1048-4CD8-0CAA0F4AE7EB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0" name="直接连接符 48139">
                <a:extLst>
                  <a:ext uri="{FF2B5EF4-FFF2-40B4-BE49-F238E27FC236}">
                    <a16:creationId xmlns:a16="http://schemas.microsoft.com/office/drawing/2014/main" id="{8D044F04-9E12-1109-8E45-181B3D20AB82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1" name="直接连接符 48140">
                <a:extLst>
                  <a:ext uri="{FF2B5EF4-FFF2-40B4-BE49-F238E27FC236}">
                    <a16:creationId xmlns:a16="http://schemas.microsoft.com/office/drawing/2014/main" id="{64D3B693-244F-4484-D7CF-D89EB26111DB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2" name="直接连接符 48141">
                <a:extLst>
                  <a:ext uri="{FF2B5EF4-FFF2-40B4-BE49-F238E27FC236}">
                    <a16:creationId xmlns:a16="http://schemas.microsoft.com/office/drawing/2014/main" id="{26FE00EF-1FCD-DF13-691E-B471ED5AFCE1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3" name="直接连接符 48142">
                <a:extLst>
                  <a:ext uri="{FF2B5EF4-FFF2-40B4-BE49-F238E27FC236}">
                    <a16:creationId xmlns:a16="http://schemas.microsoft.com/office/drawing/2014/main" id="{0D88811C-4201-0B24-CD04-65B739C502EF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4" name="直接连接符 48143">
                <a:extLst>
                  <a:ext uri="{FF2B5EF4-FFF2-40B4-BE49-F238E27FC236}">
                    <a16:creationId xmlns:a16="http://schemas.microsoft.com/office/drawing/2014/main" id="{1A6759A7-2AFD-CB87-6D4A-0B98FEFAE747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5" name="直接连接符 48144">
                <a:extLst>
                  <a:ext uri="{FF2B5EF4-FFF2-40B4-BE49-F238E27FC236}">
                    <a16:creationId xmlns:a16="http://schemas.microsoft.com/office/drawing/2014/main" id="{C0A4F365-33E2-9572-A061-0637812E9E77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6" name="直接连接符 48145">
                <a:extLst>
                  <a:ext uri="{FF2B5EF4-FFF2-40B4-BE49-F238E27FC236}">
                    <a16:creationId xmlns:a16="http://schemas.microsoft.com/office/drawing/2014/main" id="{8C085EE9-36E4-4F3E-1CA6-E031090A4411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7" name="直接连接符 48146">
                <a:extLst>
                  <a:ext uri="{FF2B5EF4-FFF2-40B4-BE49-F238E27FC236}">
                    <a16:creationId xmlns:a16="http://schemas.microsoft.com/office/drawing/2014/main" id="{3C366842-F172-6756-CA08-0B33C1AF5110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8" name="直接连接符 48147">
                <a:extLst>
                  <a:ext uri="{FF2B5EF4-FFF2-40B4-BE49-F238E27FC236}">
                    <a16:creationId xmlns:a16="http://schemas.microsoft.com/office/drawing/2014/main" id="{8C7C4EB2-E4CE-364B-0699-33B560DCB1B1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9" name="直接连接符 48148">
                <a:extLst>
                  <a:ext uri="{FF2B5EF4-FFF2-40B4-BE49-F238E27FC236}">
                    <a16:creationId xmlns:a16="http://schemas.microsoft.com/office/drawing/2014/main" id="{707EFFDA-7F38-1735-329D-3A7EBD96799A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0" name="直接连接符 48149">
                <a:extLst>
                  <a:ext uri="{FF2B5EF4-FFF2-40B4-BE49-F238E27FC236}">
                    <a16:creationId xmlns:a16="http://schemas.microsoft.com/office/drawing/2014/main" id="{B90D3958-F7E8-C19A-7C91-8E31A798B28E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1" name="直接连接符 48150">
                <a:extLst>
                  <a:ext uri="{FF2B5EF4-FFF2-40B4-BE49-F238E27FC236}">
                    <a16:creationId xmlns:a16="http://schemas.microsoft.com/office/drawing/2014/main" id="{51DE8935-C568-867D-3333-4BAA3DA0C0CA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2" name="直接连接符 48151">
                <a:extLst>
                  <a:ext uri="{FF2B5EF4-FFF2-40B4-BE49-F238E27FC236}">
                    <a16:creationId xmlns:a16="http://schemas.microsoft.com/office/drawing/2014/main" id="{BE04B96B-DA95-985B-6C31-842BB3ABA342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3" name="直接连接符 48152">
                <a:extLst>
                  <a:ext uri="{FF2B5EF4-FFF2-40B4-BE49-F238E27FC236}">
                    <a16:creationId xmlns:a16="http://schemas.microsoft.com/office/drawing/2014/main" id="{48E8E4F3-D773-A7EE-4850-12F662D4FF01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4" name="直接连接符 48153">
                <a:extLst>
                  <a:ext uri="{FF2B5EF4-FFF2-40B4-BE49-F238E27FC236}">
                    <a16:creationId xmlns:a16="http://schemas.microsoft.com/office/drawing/2014/main" id="{8900FD07-2DC3-886E-6ED2-9F7B8375F00B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5" name="直接连接符 48154">
                <a:extLst>
                  <a:ext uri="{FF2B5EF4-FFF2-40B4-BE49-F238E27FC236}">
                    <a16:creationId xmlns:a16="http://schemas.microsoft.com/office/drawing/2014/main" id="{D8F6EFF2-242D-33FC-D41A-B198FA79992C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6" name="直接连接符 48155">
                <a:extLst>
                  <a:ext uri="{FF2B5EF4-FFF2-40B4-BE49-F238E27FC236}">
                    <a16:creationId xmlns:a16="http://schemas.microsoft.com/office/drawing/2014/main" id="{28C328D4-F340-E5CB-59FB-D45A80C11A3A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7" name="直接连接符 48156">
                <a:extLst>
                  <a:ext uri="{FF2B5EF4-FFF2-40B4-BE49-F238E27FC236}">
                    <a16:creationId xmlns:a16="http://schemas.microsoft.com/office/drawing/2014/main" id="{04AA9761-84D8-5556-A2BC-F9F5538E00D0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8" name="直接连接符 48157">
                <a:extLst>
                  <a:ext uri="{FF2B5EF4-FFF2-40B4-BE49-F238E27FC236}">
                    <a16:creationId xmlns:a16="http://schemas.microsoft.com/office/drawing/2014/main" id="{C33CD825-85ED-06FD-F047-A32761BAC199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9" name="直接连接符 48158">
                <a:extLst>
                  <a:ext uri="{FF2B5EF4-FFF2-40B4-BE49-F238E27FC236}">
                    <a16:creationId xmlns:a16="http://schemas.microsoft.com/office/drawing/2014/main" id="{CB214384-02D6-DC06-F0A6-123FF2B5F563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0" name="直接连接符 48159">
                <a:extLst>
                  <a:ext uri="{FF2B5EF4-FFF2-40B4-BE49-F238E27FC236}">
                    <a16:creationId xmlns:a16="http://schemas.microsoft.com/office/drawing/2014/main" id="{8A48B2B3-6815-BFF4-DBBC-7B43E749A0F0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1" name="直接连接符 48160">
                <a:extLst>
                  <a:ext uri="{FF2B5EF4-FFF2-40B4-BE49-F238E27FC236}">
                    <a16:creationId xmlns:a16="http://schemas.microsoft.com/office/drawing/2014/main" id="{6772D5E4-78ED-9F6A-4791-F656425394E7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2" name="直接连接符 48161">
                <a:extLst>
                  <a:ext uri="{FF2B5EF4-FFF2-40B4-BE49-F238E27FC236}">
                    <a16:creationId xmlns:a16="http://schemas.microsoft.com/office/drawing/2014/main" id="{F3DECFDA-61C7-8B02-5BE9-6D38D7567715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3" name="直接连接符 48162">
                <a:extLst>
                  <a:ext uri="{FF2B5EF4-FFF2-40B4-BE49-F238E27FC236}">
                    <a16:creationId xmlns:a16="http://schemas.microsoft.com/office/drawing/2014/main" id="{46D6E3F0-5FC2-9FDC-AF45-A9E49DE72D8D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4" name="直接连接符 48163">
                <a:extLst>
                  <a:ext uri="{FF2B5EF4-FFF2-40B4-BE49-F238E27FC236}">
                    <a16:creationId xmlns:a16="http://schemas.microsoft.com/office/drawing/2014/main" id="{CCC668DF-43F9-262C-71A9-C9BBDEB305CF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5" name="直接连接符 48164">
                <a:extLst>
                  <a:ext uri="{FF2B5EF4-FFF2-40B4-BE49-F238E27FC236}">
                    <a16:creationId xmlns:a16="http://schemas.microsoft.com/office/drawing/2014/main" id="{AE2BD360-14B2-AE31-F8C9-A203CA3FCE1F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6" name="直接连接符 48165">
                <a:extLst>
                  <a:ext uri="{FF2B5EF4-FFF2-40B4-BE49-F238E27FC236}">
                    <a16:creationId xmlns:a16="http://schemas.microsoft.com/office/drawing/2014/main" id="{FAB770F6-E75C-ACF0-39D8-814F0EB39C2B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7" name="直接连接符 48166">
                <a:extLst>
                  <a:ext uri="{FF2B5EF4-FFF2-40B4-BE49-F238E27FC236}">
                    <a16:creationId xmlns:a16="http://schemas.microsoft.com/office/drawing/2014/main" id="{189E538D-B5DD-6166-E063-DF749C0447B3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8" name="直接连接符 48167">
                <a:extLst>
                  <a:ext uri="{FF2B5EF4-FFF2-40B4-BE49-F238E27FC236}">
                    <a16:creationId xmlns:a16="http://schemas.microsoft.com/office/drawing/2014/main" id="{3BC4D5A3-1642-E7C0-EF2E-D42C6175C865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9" name="直接连接符 48168">
                <a:extLst>
                  <a:ext uri="{FF2B5EF4-FFF2-40B4-BE49-F238E27FC236}">
                    <a16:creationId xmlns:a16="http://schemas.microsoft.com/office/drawing/2014/main" id="{D7969F4D-718D-DB6C-ADD2-A7455FC636C5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0" name="直接连接符 48169">
                <a:extLst>
                  <a:ext uri="{FF2B5EF4-FFF2-40B4-BE49-F238E27FC236}">
                    <a16:creationId xmlns:a16="http://schemas.microsoft.com/office/drawing/2014/main" id="{E74F6D19-B59C-1A5D-7B2A-A9CEAE57F663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1" name="直接连接符 48170">
                <a:extLst>
                  <a:ext uri="{FF2B5EF4-FFF2-40B4-BE49-F238E27FC236}">
                    <a16:creationId xmlns:a16="http://schemas.microsoft.com/office/drawing/2014/main" id="{44A0DA3A-77A4-56AB-78D2-12F0F4C9A190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2" name="直接连接符 48171">
                <a:extLst>
                  <a:ext uri="{FF2B5EF4-FFF2-40B4-BE49-F238E27FC236}">
                    <a16:creationId xmlns:a16="http://schemas.microsoft.com/office/drawing/2014/main" id="{D9670005-4953-B574-9B64-8C9A30220D94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3" name="直接连接符 48172">
                <a:extLst>
                  <a:ext uri="{FF2B5EF4-FFF2-40B4-BE49-F238E27FC236}">
                    <a16:creationId xmlns:a16="http://schemas.microsoft.com/office/drawing/2014/main" id="{D2A906C5-068B-5CAA-213A-225237FE17E9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4" name="直接连接符 48173">
                <a:extLst>
                  <a:ext uri="{FF2B5EF4-FFF2-40B4-BE49-F238E27FC236}">
                    <a16:creationId xmlns:a16="http://schemas.microsoft.com/office/drawing/2014/main" id="{046AB6D2-C157-BA9B-F54F-975DA8C169DF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5" name="直接连接符 48174">
                <a:extLst>
                  <a:ext uri="{FF2B5EF4-FFF2-40B4-BE49-F238E27FC236}">
                    <a16:creationId xmlns:a16="http://schemas.microsoft.com/office/drawing/2014/main" id="{255537F2-2D52-09DE-A7C2-FCEB395E2BC1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6" name="直接连接符 48175">
                <a:extLst>
                  <a:ext uri="{FF2B5EF4-FFF2-40B4-BE49-F238E27FC236}">
                    <a16:creationId xmlns:a16="http://schemas.microsoft.com/office/drawing/2014/main" id="{43BA810D-F322-B4BD-91EB-8B3B4EB0F369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7" name="直接连接符 48176">
                <a:extLst>
                  <a:ext uri="{FF2B5EF4-FFF2-40B4-BE49-F238E27FC236}">
                    <a16:creationId xmlns:a16="http://schemas.microsoft.com/office/drawing/2014/main" id="{3EB0F088-4091-F7EC-5211-A15F44714694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8" name="直接连接符 48177">
                <a:extLst>
                  <a:ext uri="{FF2B5EF4-FFF2-40B4-BE49-F238E27FC236}">
                    <a16:creationId xmlns:a16="http://schemas.microsoft.com/office/drawing/2014/main" id="{F2F6B618-52DD-3D68-D5A3-4F57BE777211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9" name="直接连接符 48178">
                <a:extLst>
                  <a:ext uri="{FF2B5EF4-FFF2-40B4-BE49-F238E27FC236}">
                    <a16:creationId xmlns:a16="http://schemas.microsoft.com/office/drawing/2014/main" id="{A888888F-D85C-28DC-CFCC-E4F74130BBA7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0" name="直接连接符 48179">
                <a:extLst>
                  <a:ext uri="{FF2B5EF4-FFF2-40B4-BE49-F238E27FC236}">
                    <a16:creationId xmlns:a16="http://schemas.microsoft.com/office/drawing/2014/main" id="{30D5CDEE-CDC0-EA3A-5FED-C629F555E151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1" name="直接连接符 48180">
                <a:extLst>
                  <a:ext uri="{FF2B5EF4-FFF2-40B4-BE49-F238E27FC236}">
                    <a16:creationId xmlns:a16="http://schemas.microsoft.com/office/drawing/2014/main" id="{A0C153B9-363D-C4E8-BA84-BBEC45D4C368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2" name="直接连接符 48181">
                <a:extLst>
                  <a:ext uri="{FF2B5EF4-FFF2-40B4-BE49-F238E27FC236}">
                    <a16:creationId xmlns:a16="http://schemas.microsoft.com/office/drawing/2014/main" id="{B1506A11-713D-2ABE-5BAC-108566764D3C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3" name="直接连接符 48182">
                <a:extLst>
                  <a:ext uri="{FF2B5EF4-FFF2-40B4-BE49-F238E27FC236}">
                    <a16:creationId xmlns:a16="http://schemas.microsoft.com/office/drawing/2014/main" id="{FD42D830-6665-E1B0-6966-14EE996DCEE2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4" name="直接连接符 48183">
                <a:extLst>
                  <a:ext uri="{FF2B5EF4-FFF2-40B4-BE49-F238E27FC236}">
                    <a16:creationId xmlns:a16="http://schemas.microsoft.com/office/drawing/2014/main" id="{72163E15-480B-49EB-E66A-AA85D4D65658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5" name="直接连接符 48184">
                <a:extLst>
                  <a:ext uri="{FF2B5EF4-FFF2-40B4-BE49-F238E27FC236}">
                    <a16:creationId xmlns:a16="http://schemas.microsoft.com/office/drawing/2014/main" id="{54A0901C-F7B2-8485-3336-6BD5D1CD32E7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6" name="直接连接符 48185">
                <a:extLst>
                  <a:ext uri="{FF2B5EF4-FFF2-40B4-BE49-F238E27FC236}">
                    <a16:creationId xmlns:a16="http://schemas.microsoft.com/office/drawing/2014/main" id="{AB6F32B1-E22F-7AE3-0258-496F4816F3D8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7" name="直接连接符 48186">
                <a:extLst>
                  <a:ext uri="{FF2B5EF4-FFF2-40B4-BE49-F238E27FC236}">
                    <a16:creationId xmlns:a16="http://schemas.microsoft.com/office/drawing/2014/main" id="{29C2687B-BA2B-52E4-B708-CD2BDA82149C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8" name="直接连接符 48187">
                <a:extLst>
                  <a:ext uri="{FF2B5EF4-FFF2-40B4-BE49-F238E27FC236}">
                    <a16:creationId xmlns:a16="http://schemas.microsoft.com/office/drawing/2014/main" id="{46B62E42-1317-4BFF-5C28-E0F97867A4CE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9" name="直接连接符 48188">
                <a:extLst>
                  <a:ext uri="{FF2B5EF4-FFF2-40B4-BE49-F238E27FC236}">
                    <a16:creationId xmlns:a16="http://schemas.microsoft.com/office/drawing/2014/main" id="{6DFCE56C-E600-7610-2C82-5947EFD2CA0E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90" name="直接连接符 48189">
                <a:extLst>
                  <a:ext uri="{FF2B5EF4-FFF2-40B4-BE49-F238E27FC236}">
                    <a16:creationId xmlns:a16="http://schemas.microsoft.com/office/drawing/2014/main" id="{6E417BE2-C5D1-4221-7BD6-5BAF0C4D5F2D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91" name="直接连接符 48190">
                <a:extLst>
                  <a:ext uri="{FF2B5EF4-FFF2-40B4-BE49-F238E27FC236}">
                    <a16:creationId xmlns:a16="http://schemas.microsoft.com/office/drawing/2014/main" id="{BC224371-6424-B551-4B80-494859C2EE25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48" name="直接连接符 27647">
                <a:extLst>
                  <a:ext uri="{FF2B5EF4-FFF2-40B4-BE49-F238E27FC236}">
                    <a16:creationId xmlns:a16="http://schemas.microsoft.com/office/drawing/2014/main" id="{97FFBEFE-D6AB-E2E1-F8A9-DA3EA7B5CF85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49" name="直接连接符 27648">
                <a:extLst>
                  <a:ext uri="{FF2B5EF4-FFF2-40B4-BE49-F238E27FC236}">
                    <a16:creationId xmlns:a16="http://schemas.microsoft.com/office/drawing/2014/main" id="{F3FA6E50-6750-0854-BE96-9ED87AAD76F4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52" name="直接连接符 27651">
                <a:extLst>
                  <a:ext uri="{FF2B5EF4-FFF2-40B4-BE49-F238E27FC236}">
                    <a16:creationId xmlns:a16="http://schemas.microsoft.com/office/drawing/2014/main" id="{56C33C9E-3FDB-F6DF-78E0-80BD235403CA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53" name="直接连接符 27652">
                <a:extLst>
                  <a:ext uri="{FF2B5EF4-FFF2-40B4-BE49-F238E27FC236}">
                    <a16:creationId xmlns:a16="http://schemas.microsoft.com/office/drawing/2014/main" id="{95247459-50FF-C8CB-46E2-34EECA190669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54" name="直接连接符 27653">
                <a:extLst>
                  <a:ext uri="{FF2B5EF4-FFF2-40B4-BE49-F238E27FC236}">
                    <a16:creationId xmlns:a16="http://schemas.microsoft.com/office/drawing/2014/main" id="{93F07598-B394-2B8C-3C43-8E15F341D801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55" name="直接连接符 27654">
                <a:extLst>
                  <a:ext uri="{FF2B5EF4-FFF2-40B4-BE49-F238E27FC236}">
                    <a16:creationId xmlns:a16="http://schemas.microsoft.com/office/drawing/2014/main" id="{D506BE5B-C110-CD42-47CB-0CB60926B0BF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C60FFFB-CB65-3B29-7711-D7B251FA669F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2E2CD1DC-EDF7-8FAA-ECC7-A4F393E28581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56B5FDEA-5104-DE09-8719-074B07BA7B9E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3133A8EC-4A76-4464-72BA-4768C48980C7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485DCD2E-4D80-79CB-17B4-583D555AA496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2D626727-C346-62A0-F6B3-4F00F7F7B36C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6AFD8490-986C-B509-B6F6-46966DE192A9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8E623AE4-2571-78D9-1C82-68EA8BB2A2F0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58EF56AB-6549-4F35-5789-380A9973BFE9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C0BF41E6-96C8-CBB3-690A-7DF092DF6C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179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469E4-3353-3091-81AB-A64A55EB7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A75E374A-2880-2595-30CB-E6E6BA4D92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DFS:</a:t>
            </a:r>
            <a:r>
              <a:rPr lang="zh-CN" altLang="en-US" dirty="0"/>
              <a:t>深度优先搜索</a:t>
            </a:r>
            <a:endParaRPr lang="en-US" altLang="zh-CN" dirty="0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7EF44F9-4C2C-A428-1306-081A30E3DC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1764" y="1508700"/>
            <a:ext cx="8820471" cy="4984172"/>
          </a:xfrm>
        </p:spPr>
        <p:txBody>
          <a:bodyPr>
            <a:normAutofit fontScale="92500" lnSpcReduction="20000"/>
          </a:bodyPr>
          <a:lstStyle/>
          <a:p>
            <a:pPr marL="457200" lvl="1" indent="0">
              <a:lnSpc>
                <a:spcPct val="150000"/>
              </a:lnSpc>
              <a:buClr>
                <a:schemeClr val="tx1"/>
              </a:buClr>
              <a:buNone/>
            </a:pPr>
            <a:r>
              <a:rPr lang="zh-CN" altLang="en-US" sz="2500" dirty="0"/>
              <a:t>性质：</a:t>
            </a:r>
          </a:p>
          <a:p>
            <a:pPr marL="914400" lvl="1" indent="-457200">
              <a:lnSpc>
                <a:spcPct val="150000"/>
              </a:lnSpc>
              <a:buClr>
                <a:schemeClr val="tx1"/>
              </a:buClr>
              <a:buSzPct val="100000"/>
              <a:buFont typeface="+mj-ea"/>
              <a:buAutoNum type="circleNumDbPlain"/>
            </a:pPr>
            <a:r>
              <a:rPr lang="zh-CN" altLang="en-US" sz="2500" dirty="0"/>
              <a:t>遍历特性：可以</a:t>
            </a:r>
            <a:r>
              <a:rPr lang="zh-CN" altLang="en-US" sz="2500" dirty="0">
                <a:solidFill>
                  <a:schemeClr val="accent4">
                    <a:lumMod val="75000"/>
                  </a:schemeClr>
                </a:solidFill>
              </a:rPr>
              <a:t>快速深入</a:t>
            </a:r>
            <a:r>
              <a:rPr lang="zh-CN" altLang="en-US" sz="2500" dirty="0"/>
              <a:t>到图或树的结构内部，对于寻找从起始节点到目标节点的一条路径效率较高。</a:t>
            </a:r>
          </a:p>
          <a:p>
            <a:pPr marL="914400" lvl="1" indent="-457200">
              <a:lnSpc>
                <a:spcPct val="150000"/>
              </a:lnSpc>
              <a:buClr>
                <a:schemeClr val="tx1"/>
              </a:buClr>
              <a:buSzPct val="100000"/>
              <a:buFont typeface="+mj-ea"/>
              <a:buAutoNum type="circleNumDbPlain"/>
            </a:pPr>
            <a:r>
              <a:rPr lang="zh-CN" altLang="en-US" sz="2500" dirty="0"/>
              <a:t>空间复杂度：在最坏情况下，深度优先搜索的空间复杂度为 </a:t>
            </a:r>
            <a:r>
              <a:rPr lang="en-US" altLang="zh-CN" sz="2500" dirty="0"/>
              <a:t>O (n)</a:t>
            </a:r>
            <a:r>
              <a:rPr lang="zh-CN" altLang="en-US" sz="2500" dirty="0"/>
              <a:t> </a:t>
            </a:r>
            <a:r>
              <a:rPr lang="en-US" altLang="zh-CN" sz="2500" dirty="0"/>
              <a:t>,</a:t>
            </a:r>
            <a:r>
              <a:rPr lang="zh-CN" altLang="en-US" sz="2500" dirty="0"/>
              <a:t>因为在递归调用时，栈中最多会保存从起始节点到最深节点的所有节点。</a:t>
            </a:r>
          </a:p>
          <a:p>
            <a:pPr marL="914400" lvl="1" indent="-457200">
              <a:lnSpc>
                <a:spcPct val="150000"/>
              </a:lnSpc>
              <a:buClr>
                <a:schemeClr val="tx1"/>
              </a:buClr>
              <a:buSzPct val="100000"/>
              <a:buFont typeface="+mj-ea"/>
              <a:buAutoNum type="circleNumDbPlain"/>
            </a:pPr>
            <a:r>
              <a:rPr lang="zh-CN" altLang="en-US" sz="2500" dirty="0"/>
              <a:t>时间复杂度：对于有 </a:t>
            </a:r>
            <a:r>
              <a:rPr lang="en-US" altLang="zh-CN" sz="2500" dirty="0"/>
              <a:t>V </a:t>
            </a:r>
            <a:r>
              <a:rPr lang="zh-CN" altLang="en-US" sz="2500" dirty="0"/>
              <a:t>个节点和 </a:t>
            </a:r>
            <a:r>
              <a:rPr lang="en-US" altLang="zh-CN" sz="2500" dirty="0"/>
              <a:t>E </a:t>
            </a:r>
            <a:r>
              <a:rPr lang="zh-CN" altLang="en-US" sz="2500" dirty="0"/>
              <a:t>条边的图，邻接表形式给出时时间复杂度为 </a:t>
            </a:r>
            <a:r>
              <a:rPr lang="en-US" altLang="zh-CN" sz="2500" dirty="0"/>
              <a:t>O (m + n) </a:t>
            </a:r>
            <a:r>
              <a:rPr lang="zh-CN" altLang="en-US" sz="2500" dirty="0"/>
              <a:t>。</a:t>
            </a:r>
          </a:p>
          <a:p>
            <a:pPr marL="914400" lvl="1" indent="-457200">
              <a:lnSpc>
                <a:spcPct val="150000"/>
              </a:lnSpc>
              <a:buClr>
                <a:schemeClr val="tx1"/>
              </a:buClr>
              <a:buSzPct val="100000"/>
              <a:buFont typeface="+mj-ea"/>
              <a:buAutoNum type="circleNumDbPlain"/>
            </a:pPr>
            <a:r>
              <a:rPr lang="zh-CN" altLang="en-US" sz="2500" dirty="0"/>
              <a:t>路径特点：找到的路径不一定是最短路径，它更侧重于深度探索。</a:t>
            </a:r>
            <a:endParaRPr lang="en-US" altLang="zh-CN" sz="2500" dirty="0"/>
          </a:p>
        </p:txBody>
      </p:sp>
      <p:sp>
        <p:nvSpPr>
          <p:cNvPr id="27650" name="灯片编号占位符 5">
            <a:extLst>
              <a:ext uri="{FF2B5EF4-FFF2-40B4-BE49-F238E27FC236}">
                <a16:creationId xmlns:a16="http://schemas.microsoft.com/office/drawing/2014/main" id="{58A84A75-D907-0940-6BE3-5609FBAA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8A22B6-DFEE-43CC-B1C5-D63D35E7765D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D7A1E5A-B2BC-C6DB-3208-745DC096EA92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B419E245-D0FC-773B-7C20-07C1D27A5729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755C15E-ED6E-9115-B871-F15E784D0410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B2C927F-A020-52E1-847C-DF56C21681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6D97C836-7C2D-F205-186F-1EA3FA0346C5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F785C07-B86D-9BCE-64FD-FCCC30CF1EF1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2A7A22A-6C6F-26A3-B184-7A4B7C089181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7B1174C7-2848-7EDA-A268-58CFE9803832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301369CA-0536-4A45-D99D-084D17340D7F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E130D0CF-B917-2060-D014-8C8635302CDD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E01ED649-148B-020A-29FB-9CE7C075C878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1F77DD9B-7A00-AABA-A8E2-BB68E3C1FBA7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21F115A3-CCD5-2E87-4896-09D96FA61E95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5F105806-203F-AE67-CA3F-479FFF9A4ACC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151DDEE0-07AC-F1CE-461B-2589B8A3014A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84BEEA00-2010-A1FB-ED7E-36BA52BB4D57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C8B5AAD3-9CC7-1403-CA8B-97F9DC661663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9BBC64B2-0A89-C39F-B452-36334AFB6C52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01C3E82F-B919-74E9-0E9A-EBF1C8F3DA0B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B4373BFC-F76D-2E2F-D5ED-45EFD20EEEC5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53B20218-D2FA-B970-929F-C1B5542A4EF8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5803455-B8B8-F9FF-EBC6-0C28428831EC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A75D9CDA-9987-1A26-435E-96ED2FFD1482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C38C7979-D83B-CB6B-3883-7E05E3C202EE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CFB88F9-3E8B-BDE5-6D55-FC869E520F2A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A93E0A6B-375E-F48B-6C72-72CAA9410D94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51926804-FEA3-7A53-C628-869CE1F01A56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1E92ED7F-02EA-7577-B73C-CC50B8BE0D63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1029797F-3E8C-1793-3478-60D2E9617F56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DAB62C35-ADE3-2272-569A-B184303AB94A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6C96F8EF-B107-1D75-FA72-E57B26F72B8E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008A0F61-2AEC-FF71-271F-31C3A7DC9859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B4D9D530-CA85-C726-59D9-F2E960094687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D9D9C1EE-7CC6-493C-26B9-7EAEB78B6CD2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632A71A1-37E1-5C1F-2E6D-074BDA2979BF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DAAC21CD-23E9-4E0D-9E06-9D42A8594972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3B57571C-5ACC-96E9-3944-6C91420F9974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C2DFE923-D3C8-B27A-98B3-B7D720DBE9FA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148BAAAF-6B7B-5D43-C8B4-82EFAF9D8096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3C5C6F99-FE32-C730-4E78-6F9C8ED5F558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008B2D32-3146-1C43-4D26-1D7D06B10AEA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3F0A4DDD-3376-D13B-83F4-1FF780299F50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39597CF6-DABF-4B38-3FFB-ABA0E657ED81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8ECD7A78-50D2-9854-5069-9964C40DAEE5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6C0DA28F-612E-A89A-3A2E-6C4D21C32B10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E17A2E08-0878-5955-A64A-B490D7826CF2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EBC386B3-56FF-E45B-AD2C-8EAEED5FE3F5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93659541-7FE0-0AD2-BA9C-A28468E29E80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27F2224A-CCE7-CFD7-B001-0524C6EC233D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BD99A068-F43A-885D-555A-6C5E08A0CBB5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9E891F86-57DC-3FD2-C53E-484A944CD23E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DB698A5A-666F-9B4A-65D0-EAD2A63468F4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28" name="直接连接符 48127">
                <a:extLst>
                  <a:ext uri="{FF2B5EF4-FFF2-40B4-BE49-F238E27FC236}">
                    <a16:creationId xmlns:a16="http://schemas.microsoft.com/office/drawing/2014/main" id="{5F41A6EE-ABF0-39EF-44EF-230D217B927A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29" name="直接连接符 48128">
                <a:extLst>
                  <a:ext uri="{FF2B5EF4-FFF2-40B4-BE49-F238E27FC236}">
                    <a16:creationId xmlns:a16="http://schemas.microsoft.com/office/drawing/2014/main" id="{C2FAECAB-A5EF-DCA3-CF80-B2E5578CB9FE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0" name="直接连接符 48129">
                <a:extLst>
                  <a:ext uri="{FF2B5EF4-FFF2-40B4-BE49-F238E27FC236}">
                    <a16:creationId xmlns:a16="http://schemas.microsoft.com/office/drawing/2014/main" id="{D3485D24-FFB4-0B6B-3A9B-C0DB5FE2FE64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2" name="直接连接符 48131">
                <a:extLst>
                  <a:ext uri="{FF2B5EF4-FFF2-40B4-BE49-F238E27FC236}">
                    <a16:creationId xmlns:a16="http://schemas.microsoft.com/office/drawing/2014/main" id="{5076E686-55FC-9600-035A-9E4AF82B1489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3" name="直接连接符 48132">
                <a:extLst>
                  <a:ext uri="{FF2B5EF4-FFF2-40B4-BE49-F238E27FC236}">
                    <a16:creationId xmlns:a16="http://schemas.microsoft.com/office/drawing/2014/main" id="{8574BF63-2700-217F-F8C1-747A48ED9D21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4" name="直接连接符 48133">
                <a:extLst>
                  <a:ext uri="{FF2B5EF4-FFF2-40B4-BE49-F238E27FC236}">
                    <a16:creationId xmlns:a16="http://schemas.microsoft.com/office/drawing/2014/main" id="{B4D3D791-3EFF-881D-8299-65956A88E9A8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5" name="直接连接符 48134">
                <a:extLst>
                  <a:ext uri="{FF2B5EF4-FFF2-40B4-BE49-F238E27FC236}">
                    <a16:creationId xmlns:a16="http://schemas.microsoft.com/office/drawing/2014/main" id="{9938F391-CCA8-BFA0-FDE1-ED452EB34952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6" name="直接连接符 48135">
                <a:extLst>
                  <a:ext uri="{FF2B5EF4-FFF2-40B4-BE49-F238E27FC236}">
                    <a16:creationId xmlns:a16="http://schemas.microsoft.com/office/drawing/2014/main" id="{153217C2-3BCF-7882-3679-E5C64E4B307B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7" name="直接连接符 48136">
                <a:extLst>
                  <a:ext uri="{FF2B5EF4-FFF2-40B4-BE49-F238E27FC236}">
                    <a16:creationId xmlns:a16="http://schemas.microsoft.com/office/drawing/2014/main" id="{A2E161CF-3525-6E28-3E96-7AB3FC79417D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8" name="直接连接符 48137">
                <a:extLst>
                  <a:ext uri="{FF2B5EF4-FFF2-40B4-BE49-F238E27FC236}">
                    <a16:creationId xmlns:a16="http://schemas.microsoft.com/office/drawing/2014/main" id="{B914A2FC-03F0-EF90-1F0F-48EED38521B6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9" name="直接连接符 48138">
                <a:extLst>
                  <a:ext uri="{FF2B5EF4-FFF2-40B4-BE49-F238E27FC236}">
                    <a16:creationId xmlns:a16="http://schemas.microsoft.com/office/drawing/2014/main" id="{A25DE8CC-7C64-C44F-DC50-D39AAB49CEA1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0" name="直接连接符 48139">
                <a:extLst>
                  <a:ext uri="{FF2B5EF4-FFF2-40B4-BE49-F238E27FC236}">
                    <a16:creationId xmlns:a16="http://schemas.microsoft.com/office/drawing/2014/main" id="{EF10300D-B8E1-2388-1D41-C4A9A670FB20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1" name="直接连接符 48140">
                <a:extLst>
                  <a:ext uri="{FF2B5EF4-FFF2-40B4-BE49-F238E27FC236}">
                    <a16:creationId xmlns:a16="http://schemas.microsoft.com/office/drawing/2014/main" id="{891D950B-6B83-37E1-1573-ECA87C6C2B9F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2" name="直接连接符 48141">
                <a:extLst>
                  <a:ext uri="{FF2B5EF4-FFF2-40B4-BE49-F238E27FC236}">
                    <a16:creationId xmlns:a16="http://schemas.microsoft.com/office/drawing/2014/main" id="{FFA0A059-11D7-A73E-4244-9473979A54AC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3" name="直接连接符 48142">
                <a:extLst>
                  <a:ext uri="{FF2B5EF4-FFF2-40B4-BE49-F238E27FC236}">
                    <a16:creationId xmlns:a16="http://schemas.microsoft.com/office/drawing/2014/main" id="{C94557CA-70D0-E835-5A82-9C61F7D84FA0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4" name="直接连接符 48143">
                <a:extLst>
                  <a:ext uri="{FF2B5EF4-FFF2-40B4-BE49-F238E27FC236}">
                    <a16:creationId xmlns:a16="http://schemas.microsoft.com/office/drawing/2014/main" id="{E1E33A6F-D9E6-4EA4-77C3-4352723AAA6F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5" name="直接连接符 48144">
                <a:extLst>
                  <a:ext uri="{FF2B5EF4-FFF2-40B4-BE49-F238E27FC236}">
                    <a16:creationId xmlns:a16="http://schemas.microsoft.com/office/drawing/2014/main" id="{C1098F11-4337-FCC1-B81C-B3F33CF2CDC8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6" name="直接连接符 48145">
                <a:extLst>
                  <a:ext uri="{FF2B5EF4-FFF2-40B4-BE49-F238E27FC236}">
                    <a16:creationId xmlns:a16="http://schemas.microsoft.com/office/drawing/2014/main" id="{EADE0576-900B-3EFE-B068-0EFDB52FBE08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7" name="直接连接符 48146">
                <a:extLst>
                  <a:ext uri="{FF2B5EF4-FFF2-40B4-BE49-F238E27FC236}">
                    <a16:creationId xmlns:a16="http://schemas.microsoft.com/office/drawing/2014/main" id="{AC45D1E2-F4CD-F360-D1FE-2851AF394277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8" name="直接连接符 48147">
                <a:extLst>
                  <a:ext uri="{FF2B5EF4-FFF2-40B4-BE49-F238E27FC236}">
                    <a16:creationId xmlns:a16="http://schemas.microsoft.com/office/drawing/2014/main" id="{FCC4D0D1-0F3C-584D-0B1F-5E395546D0CD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9" name="直接连接符 48148">
                <a:extLst>
                  <a:ext uri="{FF2B5EF4-FFF2-40B4-BE49-F238E27FC236}">
                    <a16:creationId xmlns:a16="http://schemas.microsoft.com/office/drawing/2014/main" id="{AFFE7FEB-A438-002F-682A-89BC2C6CFEDB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0" name="直接连接符 48149">
                <a:extLst>
                  <a:ext uri="{FF2B5EF4-FFF2-40B4-BE49-F238E27FC236}">
                    <a16:creationId xmlns:a16="http://schemas.microsoft.com/office/drawing/2014/main" id="{C3AC32FA-9E26-66AF-06CB-8A69420BB28F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1" name="直接连接符 48150">
                <a:extLst>
                  <a:ext uri="{FF2B5EF4-FFF2-40B4-BE49-F238E27FC236}">
                    <a16:creationId xmlns:a16="http://schemas.microsoft.com/office/drawing/2014/main" id="{F1D27803-44C1-8FEE-3E98-F42405EE0D0D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2" name="直接连接符 48151">
                <a:extLst>
                  <a:ext uri="{FF2B5EF4-FFF2-40B4-BE49-F238E27FC236}">
                    <a16:creationId xmlns:a16="http://schemas.microsoft.com/office/drawing/2014/main" id="{D78215C3-53D5-2159-631A-44843B5F535F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3" name="直接连接符 48152">
                <a:extLst>
                  <a:ext uri="{FF2B5EF4-FFF2-40B4-BE49-F238E27FC236}">
                    <a16:creationId xmlns:a16="http://schemas.microsoft.com/office/drawing/2014/main" id="{6E5412CE-1E75-E220-2F83-BCAD9313E69C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4" name="直接连接符 48153">
                <a:extLst>
                  <a:ext uri="{FF2B5EF4-FFF2-40B4-BE49-F238E27FC236}">
                    <a16:creationId xmlns:a16="http://schemas.microsoft.com/office/drawing/2014/main" id="{3273F9F5-4E3D-377C-8669-01B7CEB8DA5D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5" name="直接连接符 48154">
                <a:extLst>
                  <a:ext uri="{FF2B5EF4-FFF2-40B4-BE49-F238E27FC236}">
                    <a16:creationId xmlns:a16="http://schemas.microsoft.com/office/drawing/2014/main" id="{041CABFD-AF2F-495A-BB6B-1D55198A2E52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6" name="直接连接符 48155">
                <a:extLst>
                  <a:ext uri="{FF2B5EF4-FFF2-40B4-BE49-F238E27FC236}">
                    <a16:creationId xmlns:a16="http://schemas.microsoft.com/office/drawing/2014/main" id="{66635B29-6060-F120-377B-873A49CF97C2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7" name="直接连接符 48156">
                <a:extLst>
                  <a:ext uri="{FF2B5EF4-FFF2-40B4-BE49-F238E27FC236}">
                    <a16:creationId xmlns:a16="http://schemas.microsoft.com/office/drawing/2014/main" id="{C3D8CA4B-5D63-ABDE-1F4E-7A07DDD64CFE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8" name="直接连接符 48157">
                <a:extLst>
                  <a:ext uri="{FF2B5EF4-FFF2-40B4-BE49-F238E27FC236}">
                    <a16:creationId xmlns:a16="http://schemas.microsoft.com/office/drawing/2014/main" id="{CB87C672-5AE5-B65C-2312-FC3750DB7C46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9" name="直接连接符 48158">
                <a:extLst>
                  <a:ext uri="{FF2B5EF4-FFF2-40B4-BE49-F238E27FC236}">
                    <a16:creationId xmlns:a16="http://schemas.microsoft.com/office/drawing/2014/main" id="{B17E67D0-2353-84F5-FA7E-7282865A89B5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0" name="直接连接符 48159">
                <a:extLst>
                  <a:ext uri="{FF2B5EF4-FFF2-40B4-BE49-F238E27FC236}">
                    <a16:creationId xmlns:a16="http://schemas.microsoft.com/office/drawing/2014/main" id="{E7978248-8210-51A8-E942-4A0A03599AE1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1" name="直接连接符 48160">
                <a:extLst>
                  <a:ext uri="{FF2B5EF4-FFF2-40B4-BE49-F238E27FC236}">
                    <a16:creationId xmlns:a16="http://schemas.microsoft.com/office/drawing/2014/main" id="{F701C715-30D0-5EBF-155E-D9A54093CFF0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2" name="直接连接符 48161">
                <a:extLst>
                  <a:ext uri="{FF2B5EF4-FFF2-40B4-BE49-F238E27FC236}">
                    <a16:creationId xmlns:a16="http://schemas.microsoft.com/office/drawing/2014/main" id="{6BBCE9B6-06C9-8316-3E21-7C09782B4B2D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3" name="直接连接符 48162">
                <a:extLst>
                  <a:ext uri="{FF2B5EF4-FFF2-40B4-BE49-F238E27FC236}">
                    <a16:creationId xmlns:a16="http://schemas.microsoft.com/office/drawing/2014/main" id="{12B5EB53-ACF0-CE6A-B7AA-C58F2E24FBA5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4" name="直接连接符 48163">
                <a:extLst>
                  <a:ext uri="{FF2B5EF4-FFF2-40B4-BE49-F238E27FC236}">
                    <a16:creationId xmlns:a16="http://schemas.microsoft.com/office/drawing/2014/main" id="{CDF14BED-FAC6-602B-3405-BA9DAC63BD3D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5" name="直接连接符 48164">
                <a:extLst>
                  <a:ext uri="{FF2B5EF4-FFF2-40B4-BE49-F238E27FC236}">
                    <a16:creationId xmlns:a16="http://schemas.microsoft.com/office/drawing/2014/main" id="{84C6481A-C3CF-B798-C35D-DA61D0BFA495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6" name="直接连接符 48165">
                <a:extLst>
                  <a:ext uri="{FF2B5EF4-FFF2-40B4-BE49-F238E27FC236}">
                    <a16:creationId xmlns:a16="http://schemas.microsoft.com/office/drawing/2014/main" id="{CA8D0C79-798C-FF7A-EC4F-3ECEB1937A70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7" name="直接连接符 48166">
                <a:extLst>
                  <a:ext uri="{FF2B5EF4-FFF2-40B4-BE49-F238E27FC236}">
                    <a16:creationId xmlns:a16="http://schemas.microsoft.com/office/drawing/2014/main" id="{686DEB9F-48D5-0B55-8BD7-560B7FF80463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8" name="直接连接符 48167">
                <a:extLst>
                  <a:ext uri="{FF2B5EF4-FFF2-40B4-BE49-F238E27FC236}">
                    <a16:creationId xmlns:a16="http://schemas.microsoft.com/office/drawing/2014/main" id="{824FB0E5-7E67-5DC0-BA22-82D568DB5804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9" name="直接连接符 48168">
                <a:extLst>
                  <a:ext uri="{FF2B5EF4-FFF2-40B4-BE49-F238E27FC236}">
                    <a16:creationId xmlns:a16="http://schemas.microsoft.com/office/drawing/2014/main" id="{C38BF75A-8756-583B-07FF-D680088BB0EF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0" name="直接连接符 48169">
                <a:extLst>
                  <a:ext uri="{FF2B5EF4-FFF2-40B4-BE49-F238E27FC236}">
                    <a16:creationId xmlns:a16="http://schemas.microsoft.com/office/drawing/2014/main" id="{F5B65E9A-C335-7C66-1CAB-1FF67D25BD4E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1" name="直接连接符 48170">
                <a:extLst>
                  <a:ext uri="{FF2B5EF4-FFF2-40B4-BE49-F238E27FC236}">
                    <a16:creationId xmlns:a16="http://schemas.microsoft.com/office/drawing/2014/main" id="{62E0585F-C34C-8594-F116-29EC9D4930F1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2" name="直接连接符 48171">
                <a:extLst>
                  <a:ext uri="{FF2B5EF4-FFF2-40B4-BE49-F238E27FC236}">
                    <a16:creationId xmlns:a16="http://schemas.microsoft.com/office/drawing/2014/main" id="{1F6503D0-9C47-A493-7931-AD1503A2BEBC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3" name="直接连接符 48172">
                <a:extLst>
                  <a:ext uri="{FF2B5EF4-FFF2-40B4-BE49-F238E27FC236}">
                    <a16:creationId xmlns:a16="http://schemas.microsoft.com/office/drawing/2014/main" id="{11F71302-912F-5C8F-BFCD-C53BBDBBA0D9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4" name="直接连接符 48173">
                <a:extLst>
                  <a:ext uri="{FF2B5EF4-FFF2-40B4-BE49-F238E27FC236}">
                    <a16:creationId xmlns:a16="http://schemas.microsoft.com/office/drawing/2014/main" id="{60766810-1CAC-2CC7-096F-89A1E6CB7A68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5" name="直接连接符 48174">
                <a:extLst>
                  <a:ext uri="{FF2B5EF4-FFF2-40B4-BE49-F238E27FC236}">
                    <a16:creationId xmlns:a16="http://schemas.microsoft.com/office/drawing/2014/main" id="{BAB68C2A-BBD9-2B8A-A6B3-9112776CAE82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6" name="直接连接符 48175">
                <a:extLst>
                  <a:ext uri="{FF2B5EF4-FFF2-40B4-BE49-F238E27FC236}">
                    <a16:creationId xmlns:a16="http://schemas.microsoft.com/office/drawing/2014/main" id="{41F8DE2B-4E0F-A3AF-5B78-A0980287A682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7" name="直接连接符 48176">
                <a:extLst>
                  <a:ext uri="{FF2B5EF4-FFF2-40B4-BE49-F238E27FC236}">
                    <a16:creationId xmlns:a16="http://schemas.microsoft.com/office/drawing/2014/main" id="{C6C55C0C-0948-1596-600F-AF6A9928E7D7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8" name="直接连接符 48177">
                <a:extLst>
                  <a:ext uri="{FF2B5EF4-FFF2-40B4-BE49-F238E27FC236}">
                    <a16:creationId xmlns:a16="http://schemas.microsoft.com/office/drawing/2014/main" id="{EB85C723-20A0-605D-771C-9517CCCB4EF7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9" name="直接连接符 48178">
                <a:extLst>
                  <a:ext uri="{FF2B5EF4-FFF2-40B4-BE49-F238E27FC236}">
                    <a16:creationId xmlns:a16="http://schemas.microsoft.com/office/drawing/2014/main" id="{62774FED-C729-52BE-64B3-DD96BAEFBDAF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0" name="直接连接符 48179">
                <a:extLst>
                  <a:ext uri="{FF2B5EF4-FFF2-40B4-BE49-F238E27FC236}">
                    <a16:creationId xmlns:a16="http://schemas.microsoft.com/office/drawing/2014/main" id="{94FCC6B2-DF01-4544-142D-AA235400E99D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1" name="直接连接符 48180">
                <a:extLst>
                  <a:ext uri="{FF2B5EF4-FFF2-40B4-BE49-F238E27FC236}">
                    <a16:creationId xmlns:a16="http://schemas.microsoft.com/office/drawing/2014/main" id="{520C8361-B2E8-8CD9-B728-B5F2E6D3F971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2" name="直接连接符 48181">
                <a:extLst>
                  <a:ext uri="{FF2B5EF4-FFF2-40B4-BE49-F238E27FC236}">
                    <a16:creationId xmlns:a16="http://schemas.microsoft.com/office/drawing/2014/main" id="{3B5C7374-D841-F35C-83C7-9ABE5A7E47D9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3" name="直接连接符 48182">
                <a:extLst>
                  <a:ext uri="{FF2B5EF4-FFF2-40B4-BE49-F238E27FC236}">
                    <a16:creationId xmlns:a16="http://schemas.microsoft.com/office/drawing/2014/main" id="{3FE24139-C753-94C1-7BEF-57049E9881EE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4" name="直接连接符 48183">
                <a:extLst>
                  <a:ext uri="{FF2B5EF4-FFF2-40B4-BE49-F238E27FC236}">
                    <a16:creationId xmlns:a16="http://schemas.microsoft.com/office/drawing/2014/main" id="{EAF1EFC7-A68A-BEC4-42D0-2C069F898C6D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5" name="直接连接符 48184">
                <a:extLst>
                  <a:ext uri="{FF2B5EF4-FFF2-40B4-BE49-F238E27FC236}">
                    <a16:creationId xmlns:a16="http://schemas.microsoft.com/office/drawing/2014/main" id="{81A2100A-34A1-9FEB-6F3E-F7C6F4D958A8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6" name="直接连接符 48185">
                <a:extLst>
                  <a:ext uri="{FF2B5EF4-FFF2-40B4-BE49-F238E27FC236}">
                    <a16:creationId xmlns:a16="http://schemas.microsoft.com/office/drawing/2014/main" id="{2906BBCA-EB3E-4646-995B-19A03FF9AA6D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7" name="直接连接符 48186">
                <a:extLst>
                  <a:ext uri="{FF2B5EF4-FFF2-40B4-BE49-F238E27FC236}">
                    <a16:creationId xmlns:a16="http://schemas.microsoft.com/office/drawing/2014/main" id="{2B5785B5-37AE-83A5-0998-D0096766F871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8" name="直接连接符 48187">
                <a:extLst>
                  <a:ext uri="{FF2B5EF4-FFF2-40B4-BE49-F238E27FC236}">
                    <a16:creationId xmlns:a16="http://schemas.microsoft.com/office/drawing/2014/main" id="{699351B3-FE15-6870-C5DD-2C0B43A3F625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9" name="直接连接符 48188">
                <a:extLst>
                  <a:ext uri="{FF2B5EF4-FFF2-40B4-BE49-F238E27FC236}">
                    <a16:creationId xmlns:a16="http://schemas.microsoft.com/office/drawing/2014/main" id="{33534F02-C537-9C85-C7E0-BF54168D8F69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90" name="直接连接符 48189">
                <a:extLst>
                  <a:ext uri="{FF2B5EF4-FFF2-40B4-BE49-F238E27FC236}">
                    <a16:creationId xmlns:a16="http://schemas.microsoft.com/office/drawing/2014/main" id="{AAB5E9DF-CEB1-248D-6B78-740C6ECFFAFE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91" name="直接连接符 48190">
                <a:extLst>
                  <a:ext uri="{FF2B5EF4-FFF2-40B4-BE49-F238E27FC236}">
                    <a16:creationId xmlns:a16="http://schemas.microsoft.com/office/drawing/2014/main" id="{D752CC77-F43D-2BE1-8597-86F572DBBE39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48" name="直接连接符 27647">
                <a:extLst>
                  <a:ext uri="{FF2B5EF4-FFF2-40B4-BE49-F238E27FC236}">
                    <a16:creationId xmlns:a16="http://schemas.microsoft.com/office/drawing/2014/main" id="{E0A4106B-C1D9-507E-A8D6-DCA5C2A3A612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49" name="直接连接符 27648">
                <a:extLst>
                  <a:ext uri="{FF2B5EF4-FFF2-40B4-BE49-F238E27FC236}">
                    <a16:creationId xmlns:a16="http://schemas.microsoft.com/office/drawing/2014/main" id="{2B427649-640D-AF3E-8F1A-B791552C8667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52" name="直接连接符 27651">
                <a:extLst>
                  <a:ext uri="{FF2B5EF4-FFF2-40B4-BE49-F238E27FC236}">
                    <a16:creationId xmlns:a16="http://schemas.microsoft.com/office/drawing/2014/main" id="{AF0C3AC5-49AD-7A12-3C3D-831784F3DCC2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53" name="直接连接符 27652">
                <a:extLst>
                  <a:ext uri="{FF2B5EF4-FFF2-40B4-BE49-F238E27FC236}">
                    <a16:creationId xmlns:a16="http://schemas.microsoft.com/office/drawing/2014/main" id="{A04E8301-6871-53A2-DF39-155291C0AF8D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54" name="直接连接符 27653">
                <a:extLst>
                  <a:ext uri="{FF2B5EF4-FFF2-40B4-BE49-F238E27FC236}">
                    <a16:creationId xmlns:a16="http://schemas.microsoft.com/office/drawing/2014/main" id="{E494601A-5D69-FE8E-4434-7DCB160489F6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55" name="直接连接符 27654">
                <a:extLst>
                  <a:ext uri="{FF2B5EF4-FFF2-40B4-BE49-F238E27FC236}">
                    <a16:creationId xmlns:a16="http://schemas.microsoft.com/office/drawing/2014/main" id="{7202FA0C-D833-41D0-9883-C14BD2F30124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713C014F-33BC-C3AA-9390-C7AD5B899EA0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A0C51284-9A00-FDE9-2C36-9196AF67FDE1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278F2604-CC11-2B40-0091-3F623197B45A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57BC6495-E208-63BF-761F-EA06ED803BD6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C7FC979F-8094-3A7F-B371-C6067D31D402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B4E8BDC-5247-0641-A66A-50B66B0A1477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F6FE5D31-AC54-7F70-59DB-433D930B1D1C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C7F84437-2570-EEB3-CBD5-33ADB72C33B6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D3F392B4-3A4B-D389-45F1-D17D23240CD3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40B86133-5FF4-183E-2944-0FBE88B4BD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0203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FF75C58C-73F6-4219-9C10-18B97D41F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DFS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7C3A197A-0051-44D0-824A-1577376608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7194" y="1690691"/>
            <a:ext cx="7886700" cy="435133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Clr>
                <a:schemeClr val="hlink"/>
              </a:buClr>
              <a:buFontTx/>
              <a:buChar char="•"/>
            </a:pPr>
            <a:r>
              <a:rPr lang="en-US" altLang="zh-CN" sz="2400" dirty="0"/>
              <a:t>DFS(s)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FontTx/>
              <a:buChar char="•"/>
            </a:pPr>
            <a:r>
              <a:rPr lang="en-US" altLang="zh-CN" sz="2400" dirty="0"/>
              <a:t>  </a:t>
            </a:r>
            <a:r>
              <a:rPr lang="zh-CN" altLang="en-US" sz="2400" dirty="0"/>
              <a:t>初始化</a:t>
            </a:r>
            <a:r>
              <a:rPr lang="en-US" altLang="zh-CN" sz="2400" dirty="0"/>
              <a:t>S</a:t>
            </a:r>
            <a:r>
              <a:rPr lang="zh-CN" altLang="en-US" sz="2400" dirty="0"/>
              <a:t>为具有一个元素</a:t>
            </a:r>
            <a:r>
              <a:rPr lang="en-US" altLang="zh-CN" sz="2400" dirty="0"/>
              <a:t>s</a:t>
            </a:r>
            <a:r>
              <a:rPr lang="zh-CN" altLang="en-US" sz="2400" dirty="0"/>
              <a:t>的栈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FontTx/>
              <a:buChar char="•"/>
            </a:pPr>
            <a:r>
              <a:rPr lang="zh-CN" altLang="en-US" sz="2400" dirty="0"/>
              <a:t>  </a:t>
            </a:r>
            <a:r>
              <a:rPr lang="en-US" altLang="zh-CN" sz="2400" dirty="0"/>
              <a:t>While S </a:t>
            </a:r>
            <a:r>
              <a:rPr lang="zh-CN" altLang="en-US" sz="2400" dirty="0"/>
              <a:t>非空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FontTx/>
              <a:buChar char="•"/>
            </a:pPr>
            <a:r>
              <a:rPr lang="zh-CN" altLang="en-US" sz="2400" dirty="0"/>
              <a:t>    从</a:t>
            </a:r>
            <a:r>
              <a:rPr lang="en-US" altLang="zh-CN" sz="2400" dirty="0"/>
              <a:t>S</a:t>
            </a:r>
            <a:r>
              <a:rPr lang="zh-CN" altLang="en-US" sz="2400" dirty="0"/>
              <a:t>中取出一个节点</a:t>
            </a:r>
            <a:r>
              <a:rPr lang="en-US" altLang="zh-CN" sz="2400" dirty="0"/>
              <a:t>u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FontTx/>
              <a:buChar char="•"/>
            </a:pPr>
            <a:r>
              <a:rPr lang="en-US" altLang="zh-CN" sz="2400" dirty="0"/>
              <a:t>    If Explored[u]=false then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FontTx/>
              <a:buChar char="•"/>
            </a:pPr>
            <a:r>
              <a:rPr lang="en-US" altLang="zh-CN" sz="2400" dirty="0"/>
              <a:t>       </a:t>
            </a:r>
            <a:r>
              <a:rPr lang="zh-CN" altLang="en-US" sz="2400" dirty="0"/>
              <a:t>置</a:t>
            </a:r>
            <a:r>
              <a:rPr lang="en-US" altLang="zh-CN" sz="2400" dirty="0"/>
              <a:t>Explored[u]=true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FontTx/>
              <a:buChar char="•"/>
            </a:pPr>
            <a:r>
              <a:rPr lang="en-US" altLang="zh-CN" sz="2400" dirty="0"/>
              <a:t>       For</a:t>
            </a:r>
            <a:r>
              <a:rPr lang="zh-CN" altLang="en-US" sz="2400" dirty="0"/>
              <a:t>每条与</a:t>
            </a:r>
            <a:r>
              <a:rPr lang="en-US" altLang="zh-CN" sz="2400" dirty="0"/>
              <a:t>u</a:t>
            </a:r>
            <a:r>
              <a:rPr lang="zh-CN" altLang="en-US" sz="2400" dirty="0"/>
              <a:t>关联的边(</a:t>
            </a:r>
            <a:r>
              <a:rPr lang="en-US" altLang="zh-CN" sz="2400" dirty="0" err="1"/>
              <a:t>u,v</a:t>
            </a:r>
            <a:r>
              <a:rPr lang="en-US" altLang="zh-CN" sz="2400" dirty="0"/>
              <a:t>)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FontTx/>
              <a:buChar char="•"/>
            </a:pPr>
            <a:r>
              <a:rPr lang="en-US" altLang="zh-CN" sz="2400" dirty="0"/>
              <a:t>           </a:t>
            </a:r>
            <a:r>
              <a:rPr lang="zh-CN" altLang="en-US" sz="2400" dirty="0"/>
              <a:t>把</a:t>
            </a:r>
            <a:r>
              <a:rPr lang="en-US" altLang="zh-CN" sz="2400" dirty="0"/>
              <a:t>v</a:t>
            </a:r>
            <a:r>
              <a:rPr lang="zh-CN" altLang="en-US" sz="2400" dirty="0"/>
              <a:t>加到栈</a:t>
            </a:r>
            <a:r>
              <a:rPr lang="en-US" altLang="zh-CN" sz="2400" dirty="0"/>
              <a:t>S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FontTx/>
              <a:buChar char="•"/>
            </a:pPr>
            <a:r>
              <a:rPr lang="en-US" altLang="zh-CN" sz="2400" dirty="0"/>
              <a:t>       </a:t>
            </a:r>
            <a:r>
              <a:rPr lang="en-US" altLang="zh-CN" sz="2400" dirty="0" err="1"/>
              <a:t>Endfor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FontTx/>
              <a:buChar char="•"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EndIf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FontTx/>
              <a:buChar char="•"/>
            </a:pPr>
            <a:r>
              <a:rPr lang="en-US" altLang="zh-CN" sz="2400" dirty="0"/>
              <a:t>  </a:t>
            </a:r>
            <a:r>
              <a:rPr lang="en-US" altLang="zh-CN" sz="2400" dirty="0" err="1"/>
              <a:t>EndWhile</a:t>
            </a:r>
            <a:endParaRPr lang="zh-CN" altLang="en-US" sz="2400" dirty="0"/>
          </a:p>
        </p:txBody>
      </p:sp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BB937010-3357-4CC9-A001-FEF029C9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3B7EF0-C136-4EC1-AA88-12E838BB212D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F336C7D-978D-9D1C-B02F-B9DE004CEF90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7ACD0BA1-8970-406D-8383-1C7D48BF6F52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3520DC5-539D-8A9C-9973-DBE50DE171AC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9BFE77B-8077-698E-F1E0-8A967118AB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03BF925-2F4B-99C3-9239-CB771CA4ED4A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313DE37-A49E-47A4-88FD-B5A259FCC847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CF794EF-7F87-363B-8FF8-B10370D3F090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2BCC4A04-5A7D-9E95-8245-0D6524FD10F4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153280AA-BE8D-6F96-0D7C-29CF0DF4FB8C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A16FE8A0-53FC-E44E-06A0-0B3D0E519F68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67B362A6-AB88-0711-4003-C6CA60B06F8B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25409B7E-DBB8-43F6-2FD0-0E100570F172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3F96A397-4FA2-F8E5-F7E0-F9C6607518A1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02D2E10A-398B-14DF-770E-0E4E28877CD8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34060121-6D14-88B3-5CBE-74551275123C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CC592B5C-A85A-E3B9-A598-27E8F6EC3968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1688AD59-2F9A-EEB3-AC36-CD036BF924CC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C63F8DD0-7AA4-6E0B-4025-6D993ACA4A20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46DDE01D-4C8D-94C5-B515-6565443B1558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ED0950B2-E678-F94E-D48A-12DC4ADED7A4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2E91957E-DC15-872C-27BE-3FE27E060D0E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9FC4C6C6-CEA3-EF5D-BDA9-F86B7289373A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CFE401E4-F15C-896A-7FA1-7DC0A6782EF1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39E1881E-0061-9A44-BF7B-0C3209B99654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798F196-09C7-2F47-D2D8-66ECCAA06BB2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9FCC734B-E2E2-5C53-830F-88E02286909B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D7C67A54-15A2-12A1-840A-AFB997B439A1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A0F87A8D-0235-4FEE-709D-BABB24EAA734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BDEB03F3-3F23-507F-26A3-D85AADB1EB01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0194C109-3BA2-4FDC-7889-452A674D1903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0FE03686-B672-DA2D-A936-C478F26B41F9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2B7FF00F-7409-8D83-A618-DE80DC9B6D66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FF436C8A-3E60-64D2-EAD2-B548CC74C453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2C96E528-7D0A-9276-D82C-C76576EBA315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A086E9D8-B8F0-1198-9BBC-F0705A8B9CEC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ABFA548C-4D7F-55B7-4F33-9C8F3B9DE31B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7A7917A8-2C88-2573-05B8-C23FF3689C2D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3CBD07CB-6226-0C18-29A7-61281E27A1DF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38BBFD82-8315-A2DD-82B9-9A043E291275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903E9C9D-9BC1-6CA4-B552-3503C185B288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2AF3899A-299B-D3FE-303E-D9E322FC7A6A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9F86BBA1-ECFF-E70B-131D-9D82C91B4C72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B71F1C8B-35E8-9357-48A7-184114A6C2A4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7BE389D2-AFD8-9066-04D1-B730E1A8CE1A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CEE021AE-A625-2B86-556C-8B4BF6F445B4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DF5E4487-5AD3-8009-E336-C8DDAD11552F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B55E615D-42D2-C80A-1C53-D7D7198E5862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572F6587-BAC3-8620-7A56-506C92239066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CC499929-E616-D25A-E5D0-F31430D888DF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7ABE2526-DB7C-1D8E-CAF9-74C7A0F6E031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FEA19AE0-748E-C388-B2F8-8BF6D9E5B364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D704035D-D930-C2AC-BC76-F8EB05656753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72" name="直接连接符 28671">
                <a:extLst>
                  <a:ext uri="{FF2B5EF4-FFF2-40B4-BE49-F238E27FC236}">
                    <a16:creationId xmlns:a16="http://schemas.microsoft.com/office/drawing/2014/main" id="{5B36B9C3-2D7E-835B-C5C4-D78BCD572B87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73" name="直接连接符 28672">
                <a:extLst>
                  <a:ext uri="{FF2B5EF4-FFF2-40B4-BE49-F238E27FC236}">
                    <a16:creationId xmlns:a16="http://schemas.microsoft.com/office/drawing/2014/main" id="{2A150AEE-D0DC-0571-91F5-C64FFFA848B5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77" name="直接连接符 28676">
                <a:extLst>
                  <a:ext uri="{FF2B5EF4-FFF2-40B4-BE49-F238E27FC236}">
                    <a16:creationId xmlns:a16="http://schemas.microsoft.com/office/drawing/2014/main" id="{265F8931-7538-53C0-8AE6-357D4B7FC9D2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78" name="直接连接符 28677">
                <a:extLst>
                  <a:ext uri="{FF2B5EF4-FFF2-40B4-BE49-F238E27FC236}">
                    <a16:creationId xmlns:a16="http://schemas.microsoft.com/office/drawing/2014/main" id="{20D8FC55-5E3C-27D6-8E9B-A95E3D7FEECF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79" name="直接连接符 28678">
                <a:extLst>
                  <a:ext uri="{FF2B5EF4-FFF2-40B4-BE49-F238E27FC236}">
                    <a16:creationId xmlns:a16="http://schemas.microsoft.com/office/drawing/2014/main" id="{D895F293-5987-6ECD-0584-15938D198E70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80" name="直接连接符 28679">
                <a:extLst>
                  <a:ext uri="{FF2B5EF4-FFF2-40B4-BE49-F238E27FC236}">
                    <a16:creationId xmlns:a16="http://schemas.microsoft.com/office/drawing/2014/main" id="{5248710F-6861-5925-2C85-7F9C5915A1EC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81" name="直接连接符 28680">
                <a:extLst>
                  <a:ext uri="{FF2B5EF4-FFF2-40B4-BE49-F238E27FC236}">
                    <a16:creationId xmlns:a16="http://schemas.microsoft.com/office/drawing/2014/main" id="{91F47E76-101D-48BA-03F3-07A32D280FAC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82" name="直接连接符 28681">
                <a:extLst>
                  <a:ext uri="{FF2B5EF4-FFF2-40B4-BE49-F238E27FC236}">
                    <a16:creationId xmlns:a16="http://schemas.microsoft.com/office/drawing/2014/main" id="{9EACA3AB-0ACC-2A09-54BD-729D196D63FA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83" name="直接连接符 28682">
                <a:extLst>
                  <a:ext uri="{FF2B5EF4-FFF2-40B4-BE49-F238E27FC236}">
                    <a16:creationId xmlns:a16="http://schemas.microsoft.com/office/drawing/2014/main" id="{E9B3BDCB-633A-DA56-DDFD-3D25AC1E6289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84" name="直接连接符 28683">
                <a:extLst>
                  <a:ext uri="{FF2B5EF4-FFF2-40B4-BE49-F238E27FC236}">
                    <a16:creationId xmlns:a16="http://schemas.microsoft.com/office/drawing/2014/main" id="{D8695E2C-E914-C776-96D7-6828706991C7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85" name="直接连接符 28684">
                <a:extLst>
                  <a:ext uri="{FF2B5EF4-FFF2-40B4-BE49-F238E27FC236}">
                    <a16:creationId xmlns:a16="http://schemas.microsoft.com/office/drawing/2014/main" id="{DCE2AC31-A893-C234-1263-8C07A6B5C1FA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86" name="直接连接符 28685">
                <a:extLst>
                  <a:ext uri="{FF2B5EF4-FFF2-40B4-BE49-F238E27FC236}">
                    <a16:creationId xmlns:a16="http://schemas.microsoft.com/office/drawing/2014/main" id="{1ADA4C96-144D-62F2-E5B8-D2A5C49D8F32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87" name="直接连接符 28686">
                <a:extLst>
                  <a:ext uri="{FF2B5EF4-FFF2-40B4-BE49-F238E27FC236}">
                    <a16:creationId xmlns:a16="http://schemas.microsoft.com/office/drawing/2014/main" id="{F8760A5A-6A8C-1B8B-7F17-C2FCE1422EEE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88" name="直接连接符 28687">
                <a:extLst>
                  <a:ext uri="{FF2B5EF4-FFF2-40B4-BE49-F238E27FC236}">
                    <a16:creationId xmlns:a16="http://schemas.microsoft.com/office/drawing/2014/main" id="{572A0B50-5C88-D796-86A3-5588D2F831E6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89" name="直接连接符 28688">
                <a:extLst>
                  <a:ext uri="{FF2B5EF4-FFF2-40B4-BE49-F238E27FC236}">
                    <a16:creationId xmlns:a16="http://schemas.microsoft.com/office/drawing/2014/main" id="{182DA716-A91B-CC56-10EA-8AB516111912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90" name="直接连接符 28689">
                <a:extLst>
                  <a:ext uri="{FF2B5EF4-FFF2-40B4-BE49-F238E27FC236}">
                    <a16:creationId xmlns:a16="http://schemas.microsoft.com/office/drawing/2014/main" id="{A45E6476-CDF0-28DE-2C60-773CC146788B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91" name="直接连接符 28690">
                <a:extLst>
                  <a:ext uri="{FF2B5EF4-FFF2-40B4-BE49-F238E27FC236}">
                    <a16:creationId xmlns:a16="http://schemas.microsoft.com/office/drawing/2014/main" id="{778F785B-2DED-0113-8ED8-D44CB9CF3B1F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92" name="直接连接符 28691">
                <a:extLst>
                  <a:ext uri="{FF2B5EF4-FFF2-40B4-BE49-F238E27FC236}">
                    <a16:creationId xmlns:a16="http://schemas.microsoft.com/office/drawing/2014/main" id="{FAC95CA9-EC54-5006-D737-0358D0A4E23F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93" name="直接连接符 28692">
                <a:extLst>
                  <a:ext uri="{FF2B5EF4-FFF2-40B4-BE49-F238E27FC236}">
                    <a16:creationId xmlns:a16="http://schemas.microsoft.com/office/drawing/2014/main" id="{3C9B6A20-319B-80B1-44B0-580F6ADE8507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94" name="直接连接符 28693">
                <a:extLst>
                  <a:ext uri="{FF2B5EF4-FFF2-40B4-BE49-F238E27FC236}">
                    <a16:creationId xmlns:a16="http://schemas.microsoft.com/office/drawing/2014/main" id="{6111FEC3-00AB-B2E3-0963-DED03510B6A6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95" name="直接连接符 28694">
                <a:extLst>
                  <a:ext uri="{FF2B5EF4-FFF2-40B4-BE49-F238E27FC236}">
                    <a16:creationId xmlns:a16="http://schemas.microsoft.com/office/drawing/2014/main" id="{8DC77023-96C1-ABAA-59DB-7061984E6205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96" name="直接连接符 28695">
                <a:extLst>
                  <a:ext uri="{FF2B5EF4-FFF2-40B4-BE49-F238E27FC236}">
                    <a16:creationId xmlns:a16="http://schemas.microsoft.com/office/drawing/2014/main" id="{72468CA4-C92A-2308-6F15-B926008FC462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97" name="直接连接符 28696">
                <a:extLst>
                  <a:ext uri="{FF2B5EF4-FFF2-40B4-BE49-F238E27FC236}">
                    <a16:creationId xmlns:a16="http://schemas.microsoft.com/office/drawing/2014/main" id="{23E978F8-28FA-ED54-EC03-89B130A85BC7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98" name="直接连接符 28697">
                <a:extLst>
                  <a:ext uri="{FF2B5EF4-FFF2-40B4-BE49-F238E27FC236}">
                    <a16:creationId xmlns:a16="http://schemas.microsoft.com/office/drawing/2014/main" id="{E1FE1909-9B61-8266-AA94-841616399D75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99" name="直接连接符 28698">
                <a:extLst>
                  <a:ext uri="{FF2B5EF4-FFF2-40B4-BE49-F238E27FC236}">
                    <a16:creationId xmlns:a16="http://schemas.microsoft.com/office/drawing/2014/main" id="{71FC90EF-8043-6FAC-45EB-C95E28836A0F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00" name="直接连接符 28699">
                <a:extLst>
                  <a:ext uri="{FF2B5EF4-FFF2-40B4-BE49-F238E27FC236}">
                    <a16:creationId xmlns:a16="http://schemas.microsoft.com/office/drawing/2014/main" id="{A5505B4F-F472-EB7B-BBEC-6C0581C7405A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01" name="直接连接符 28700">
                <a:extLst>
                  <a:ext uri="{FF2B5EF4-FFF2-40B4-BE49-F238E27FC236}">
                    <a16:creationId xmlns:a16="http://schemas.microsoft.com/office/drawing/2014/main" id="{3DA882D6-63D4-AD2F-0297-03B316196F0B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02" name="直接连接符 28701">
                <a:extLst>
                  <a:ext uri="{FF2B5EF4-FFF2-40B4-BE49-F238E27FC236}">
                    <a16:creationId xmlns:a16="http://schemas.microsoft.com/office/drawing/2014/main" id="{6845F17C-538E-E2BB-2E54-049016F71AA3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03" name="直接连接符 28702">
                <a:extLst>
                  <a:ext uri="{FF2B5EF4-FFF2-40B4-BE49-F238E27FC236}">
                    <a16:creationId xmlns:a16="http://schemas.microsoft.com/office/drawing/2014/main" id="{141F68F8-61CF-2D48-B196-ED2874EA8D60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04" name="直接连接符 28703">
                <a:extLst>
                  <a:ext uri="{FF2B5EF4-FFF2-40B4-BE49-F238E27FC236}">
                    <a16:creationId xmlns:a16="http://schemas.microsoft.com/office/drawing/2014/main" id="{4BC996C2-18F8-9159-0A6F-6D7C0EE21B77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05" name="直接连接符 28704">
                <a:extLst>
                  <a:ext uri="{FF2B5EF4-FFF2-40B4-BE49-F238E27FC236}">
                    <a16:creationId xmlns:a16="http://schemas.microsoft.com/office/drawing/2014/main" id="{D6406056-586C-6068-1688-FE7D4C867665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06" name="直接连接符 28705">
                <a:extLst>
                  <a:ext uri="{FF2B5EF4-FFF2-40B4-BE49-F238E27FC236}">
                    <a16:creationId xmlns:a16="http://schemas.microsoft.com/office/drawing/2014/main" id="{2587EEF3-1300-6986-D87C-7437E583039D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07" name="直接连接符 28706">
                <a:extLst>
                  <a:ext uri="{FF2B5EF4-FFF2-40B4-BE49-F238E27FC236}">
                    <a16:creationId xmlns:a16="http://schemas.microsoft.com/office/drawing/2014/main" id="{4B9C2A20-7141-313F-E728-4DF508B3B395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08" name="直接连接符 28707">
                <a:extLst>
                  <a:ext uri="{FF2B5EF4-FFF2-40B4-BE49-F238E27FC236}">
                    <a16:creationId xmlns:a16="http://schemas.microsoft.com/office/drawing/2014/main" id="{BD0E7706-944E-54C1-091B-EA3BC8216914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09" name="直接连接符 28708">
                <a:extLst>
                  <a:ext uri="{FF2B5EF4-FFF2-40B4-BE49-F238E27FC236}">
                    <a16:creationId xmlns:a16="http://schemas.microsoft.com/office/drawing/2014/main" id="{171E9375-4F44-4FD2-25A6-B9C2B2F7DC3B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10" name="直接连接符 28709">
                <a:extLst>
                  <a:ext uri="{FF2B5EF4-FFF2-40B4-BE49-F238E27FC236}">
                    <a16:creationId xmlns:a16="http://schemas.microsoft.com/office/drawing/2014/main" id="{CC5FF209-4975-B0F6-9D26-89090F373079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11" name="直接连接符 28710">
                <a:extLst>
                  <a:ext uri="{FF2B5EF4-FFF2-40B4-BE49-F238E27FC236}">
                    <a16:creationId xmlns:a16="http://schemas.microsoft.com/office/drawing/2014/main" id="{17A971AE-01EE-01CD-958B-B8789507537D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12" name="直接连接符 28711">
                <a:extLst>
                  <a:ext uri="{FF2B5EF4-FFF2-40B4-BE49-F238E27FC236}">
                    <a16:creationId xmlns:a16="http://schemas.microsoft.com/office/drawing/2014/main" id="{030F7DF8-9FE1-E7F0-E31D-1BCE9B8E225B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13" name="直接连接符 28712">
                <a:extLst>
                  <a:ext uri="{FF2B5EF4-FFF2-40B4-BE49-F238E27FC236}">
                    <a16:creationId xmlns:a16="http://schemas.microsoft.com/office/drawing/2014/main" id="{611C21E3-7A46-F4C6-0143-CA83764DD8F4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14" name="直接连接符 28713">
                <a:extLst>
                  <a:ext uri="{FF2B5EF4-FFF2-40B4-BE49-F238E27FC236}">
                    <a16:creationId xmlns:a16="http://schemas.microsoft.com/office/drawing/2014/main" id="{B1904A16-72DD-9794-4169-C98B442F2A07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15" name="直接连接符 28714">
                <a:extLst>
                  <a:ext uri="{FF2B5EF4-FFF2-40B4-BE49-F238E27FC236}">
                    <a16:creationId xmlns:a16="http://schemas.microsoft.com/office/drawing/2014/main" id="{E0CB1033-B8D1-1A73-722B-4158F659AE00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16" name="直接连接符 28715">
                <a:extLst>
                  <a:ext uri="{FF2B5EF4-FFF2-40B4-BE49-F238E27FC236}">
                    <a16:creationId xmlns:a16="http://schemas.microsoft.com/office/drawing/2014/main" id="{DAFD066B-DF3A-A649-19EF-EB3A96DAFD63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17" name="直接连接符 28716">
                <a:extLst>
                  <a:ext uri="{FF2B5EF4-FFF2-40B4-BE49-F238E27FC236}">
                    <a16:creationId xmlns:a16="http://schemas.microsoft.com/office/drawing/2014/main" id="{0D483103-2F13-D727-279B-3435FE69BAE8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18" name="直接连接符 28717">
                <a:extLst>
                  <a:ext uri="{FF2B5EF4-FFF2-40B4-BE49-F238E27FC236}">
                    <a16:creationId xmlns:a16="http://schemas.microsoft.com/office/drawing/2014/main" id="{CBB1D402-A47F-8CAA-F9A6-B16BA182D937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19" name="直接连接符 28718">
                <a:extLst>
                  <a:ext uri="{FF2B5EF4-FFF2-40B4-BE49-F238E27FC236}">
                    <a16:creationId xmlns:a16="http://schemas.microsoft.com/office/drawing/2014/main" id="{710ACAF2-C925-7FD2-92CE-872BEA35E332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20" name="直接连接符 28719">
                <a:extLst>
                  <a:ext uri="{FF2B5EF4-FFF2-40B4-BE49-F238E27FC236}">
                    <a16:creationId xmlns:a16="http://schemas.microsoft.com/office/drawing/2014/main" id="{DE9C1657-0669-62FA-4F01-3031816C73AB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21" name="直接连接符 28720">
                <a:extLst>
                  <a:ext uri="{FF2B5EF4-FFF2-40B4-BE49-F238E27FC236}">
                    <a16:creationId xmlns:a16="http://schemas.microsoft.com/office/drawing/2014/main" id="{871A0BB8-357D-1523-BDA9-4BA8A92240AA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22" name="直接连接符 28721">
                <a:extLst>
                  <a:ext uri="{FF2B5EF4-FFF2-40B4-BE49-F238E27FC236}">
                    <a16:creationId xmlns:a16="http://schemas.microsoft.com/office/drawing/2014/main" id="{4B96A304-7E6E-1742-BF6E-720048C0D4EE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23" name="直接连接符 28722">
                <a:extLst>
                  <a:ext uri="{FF2B5EF4-FFF2-40B4-BE49-F238E27FC236}">
                    <a16:creationId xmlns:a16="http://schemas.microsoft.com/office/drawing/2014/main" id="{687EACDF-926B-4C00-CA04-4E825D539981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24" name="直接连接符 28723">
                <a:extLst>
                  <a:ext uri="{FF2B5EF4-FFF2-40B4-BE49-F238E27FC236}">
                    <a16:creationId xmlns:a16="http://schemas.microsoft.com/office/drawing/2014/main" id="{201836BD-DC29-85A0-F980-F5299E677141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25" name="直接连接符 28724">
                <a:extLst>
                  <a:ext uri="{FF2B5EF4-FFF2-40B4-BE49-F238E27FC236}">
                    <a16:creationId xmlns:a16="http://schemas.microsoft.com/office/drawing/2014/main" id="{D3955173-6D43-58CB-0020-0C45CECA70C0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26" name="直接连接符 28725">
                <a:extLst>
                  <a:ext uri="{FF2B5EF4-FFF2-40B4-BE49-F238E27FC236}">
                    <a16:creationId xmlns:a16="http://schemas.microsoft.com/office/drawing/2014/main" id="{494C01EC-2DA1-2B47-FBF2-ABB28A9BF487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27" name="直接连接符 28726">
                <a:extLst>
                  <a:ext uri="{FF2B5EF4-FFF2-40B4-BE49-F238E27FC236}">
                    <a16:creationId xmlns:a16="http://schemas.microsoft.com/office/drawing/2014/main" id="{4CF04678-38F6-BC23-DB65-A706509F2101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28" name="直接连接符 28727">
                <a:extLst>
                  <a:ext uri="{FF2B5EF4-FFF2-40B4-BE49-F238E27FC236}">
                    <a16:creationId xmlns:a16="http://schemas.microsoft.com/office/drawing/2014/main" id="{986D33F1-470F-2673-3905-6677B7871E24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29" name="直接连接符 28728">
                <a:extLst>
                  <a:ext uri="{FF2B5EF4-FFF2-40B4-BE49-F238E27FC236}">
                    <a16:creationId xmlns:a16="http://schemas.microsoft.com/office/drawing/2014/main" id="{821360C4-8735-CCFB-020C-6B15AF571C0F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30" name="直接连接符 28729">
                <a:extLst>
                  <a:ext uri="{FF2B5EF4-FFF2-40B4-BE49-F238E27FC236}">
                    <a16:creationId xmlns:a16="http://schemas.microsoft.com/office/drawing/2014/main" id="{3A620FFB-0773-C70C-CA97-C56592B46766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31" name="直接连接符 28730">
                <a:extLst>
                  <a:ext uri="{FF2B5EF4-FFF2-40B4-BE49-F238E27FC236}">
                    <a16:creationId xmlns:a16="http://schemas.microsoft.com/office/drawing/2014/main" id="{7F7873B9-618A-0B0B-09FA-3896C0BDEE46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32" name="直接连接符 28731">
                <a:extLst>
                  <a:ext uri="{FF2B5EF4-FFF2-40B4-BE49-F238E27FC236}">
                    <a16:creationId xmlns:a16="http://schemas.microsoft.com/office/drawing/2014/main" id="{24D20966-1FFC-EC47-C4A2-52201B8063B2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33" name="直接连接符 28732">
                <a:extLst>
                  <a:ext uri="{FF2B5EF4-FFF2-40B4-BE49-F238E27FC236}">
                    <a16:creationId xmlns:a16="http://schemas.microsoft.com/office/drawing/2014/main" id="{8C5FCCA2-A544-521A-E05E-5C0AB31698B7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34" name="直接连接符 28733">
                <a:extLst>
                  <a:ext uri="{FF2B5EF4-FFF2-40B4-BE49-F238E27FC236}">
                    <a16:creationId xmlns:a16="http://schemas.microsoft.com/office/drawing/2014/main" id="{FA365265-05FA-F09A-67B3-1A22D88D8CF5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35" name="直接连接符 28734">
                <a:extLst>
                  <a:ext uri="{FF2B5EF4-FFF2-40B4-BE49-F238E27FC236}">
                    <a16:creationId xmlns:a16="http://schemas.microsoft.com/office/drawing/2014/main" id="{B10ECE75-D002-9110-B9D3-B48828188900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36" name="直接连接符 28735">
                <a:extLst>
                  <a:ext uri="{FF2B5EF4-FFF2-40B4-BE49-F238E27FC236}">
                    <a16:creationId xmlns:a16="http://schemas.microsoft.com/office/drawing/2014/main" id="{88297FA4-2B38-2A3E-664D-16809FF9E6EB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37" name="直接连接符 28736">
                <a:extLst>
                  <a:ext uri="{FF2B5EF4-FFF2-40B4-BE49-F238E27FC236}">
                    <a16:creationId xmlns:a16="http://schemas.microsoft.com/office/drawing/2014/main" id="{A5D6C23C-38B0-D540-DFE3-C26B14D5325F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38" name="直接连接符 28737">
                <a:extLst>
                  <a:ext uri="{FF2B5EF4-FFF2-40B4-BE49-F238E27FC236}">
                    <a16:creationId xmlns:a16="http://schemas.microsoft.com/office/drawing/2014/main" id="{EF369B00-D89E-AE20-29D7-15A6E4EEDE43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39" name="直接连接符 28738">
                <a:extLst>
                  <a:ext uri="{FF2B5EF4-FFF2-40B4-BE49-F238E27FC236}">
                    <a16:creationId xmlns:a16="http://schemas.microsoft.com/office/drawing/2014/main" id="{791547E0-AD07-F688-A600-7D5D8D91EE2D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40" name="直接连接符 28739">
                <a:extLst>
                  <a:ext uri="{FF2B5EF4-FFF2-40B4-BE49-F238E27FC236}">
                    <a16:creationId xmlns:a16="http://schemas.microsoft.com/office/drawing/2014/main" id="{6ABE710F-C0BE-CDB6-A085-0C314FD51C5C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41" name="直接连接符 28740">
                <a:extLst>
                  <a:ext uri="{FF2B5EF4-FFF2-40B4-BE49-F238E27FC236}">
                    <a16:creationId xmlns:a16="http://schemas.microsoft.com/office/drawing/2014/main" id="{E677050A-83F5-4AFD-D25A-DDE4C20AEE73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42" name="直接连接符 28741">
                <a:extLst>
                  <a:ext uri="{FF2B5EF4-FFF2-40B4-BE49-F238E27FC236}">
                    <a16:creationId xmlns:a16="http://schemas.microsoft.com/office/drawing/2014/main" id="{D8070D92-6C9A-BE8F-4FEA-932749BA21AB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43" name="直接连接符 28742">
                <a:extLst>
                  <a:ext uri="{FF2B5EF4-FFF2-40B4-BE49-F238E27FC236}">
                    <a16:creationId xmlns:a16="http://schemas.microsoft.com/office/drawing/2014/main" id="{51070918-B94D-5E46-D172-F8337ECB051F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6496B3C-E460-F999-793D-C78BE7C613FF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2B43095B-A015-8353-45A3-41C963CE6458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5DF8649C-E339-0281-04A8-13B60EECD390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0D19CD45-D734-6023-C451-86A86D701D0B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62517221-12BA-5787-7BE3-61A36D7A0116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2DC374A-5364-627C-E7EE-E7F0C8517E57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42DE07F0-062A-52F0-6811-8FA258718F84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C52CD01E-ADA7-EB26-2A05-E72860FFE543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86FF0F1E-5491-2261-C99D-F33063121832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4DDEF2C-154A-16C3-DD1E-1CA427069B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  <p:sp>
        <p:nvSpPr>
          <p:cNvPr id="28745" name="文本框 28744">
            <a:extLst>
              <a:ext uri="{FF2B5EF4-FFF2-40B4-BE49-F238E27FC236}">
                <a16:creationId xmlns:a16="http://schemas.microsoft.com/office/drawing/2014/main" id="{85847F68-6A9D-BB17-E2CE-4DB6E1C59FCC}"/>
              </a:ext>
            </a:extLst>
          </p:cNvPr>
          <p:cNvSpPr txBox="1"/>
          <p:nvPr/>
        </p:nvSpPr>
        <p:spPr>
          <a:xfrm>
            <a:off x="1666622" y="86672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https://www.bilibili.com/video/BV17Y4UefEzs/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150DE607-AA0D-4E6C-BA2B-77F02BA04C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BFS &amp; DFS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0C51158-EF54-41C7-A465-A8104A50AE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7221" y="1648938"/>
            <a:ext cx="7772400" cy="411480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800" dirty="0"/>
              <a:t>BFS: </a:t>
            </a:r>
            <a:r>
              <a:rPr lang="zh-CN" altLang="en-US" sz="2800" dirty="0"/>
              <a:t>从 </a:t>
            </a:r>
            <a:r>
              <a:rPr lang="en-US" altLang="zh-CN" sz="2800" dirty="0"/>
              <a:t>s</a:t>
            </a:r>
            <a:r>
              <a:rPr lang="zh-CN" altLang="en-US" sz="2800" dirty="0"/>
              <a:t>开始出发探查，按照距离分层；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800" dirty="0"/>
              <a:t>DFS: </a:t>
            </a:r>
            <a:r>
              <a:rPr lang="zh-CN" altLang="en-US" sz="2800" dirty="0"/>
              <a:t>从</a:t>
            </a:r>
            <a:r>
              <a:rPr lang="en-US" altLang="zh-CN" sz="2800" dirty="0"/>
              <a:t>s</a:t>
            </a:r>
            <a:r>
              <a:rPr lang="zh-CN" altLang="en-US" sz="2800" dirty="0"/>
              <a:t>开始出发探查，方式更</a:t>
            </a:r>
            <a:r>
              <a:rPr lang="zh-CN" altLang="en-US" sz="2800" dirty="0">
                <a:latin typeface="Comic Sans MS" panose="030F0702030302020204" pitchFamily="66" charset="0"/>
              </a:rPr>
              <a:t>“</a:t>
            </a:r>
            <a:r>
              <a:rPr lang="zh-CN" altLang="en-US" sz="2800" dirty="0"/>
              <a:t>冲动</a:t>
            </a:r>
            <a:r>
              <a:rPr lang="en-US" altLang="zh-CN" sz="2800" dirty="0">
                <a:latin typeface="Comic Sans MS" panose="030F0702030302020204" pitchFamily="66" charset="0"/>
              </a:rPr>
              <a:t>”</a:t>
            </a:r>
            <a:r>
              <a:rPr lang="en-US" altLang="zh-CN" sz="2800" dirty="0"/>
              <a:t>；</a:t>
            </a:r>
          </a:p>
          <a:p>
            <a:pPr lvl="1" eaLnBrk="1" hangingPunct="1">
              <a:lnSpc>
                <a:spcPct val="150000"/>
              </a:lnSpc>
            </a:pPr>
            <a:endParaRPr lang="en-US" altLang="zh-CN" sz="2800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800" dirty="0"/>
              <a:t>BFS: </a:t>
            </a:r>
            <a:r>
              <a:rPr lang="zh-CN" altLang="en-US" sz="2800" dirty="0"/>
              <a:t>一般用</a:t>
            </a:r>
            <a:r>
              <a:rPr lang="zh-CN" altLang="en-US" sz="2800" b="1" dirty="0">
                <a:solidFill>
                  <a:schemeClr val="accent4">
                    <a:lumMod val="75000"/>
                  </a:schemeClr>
                </a:solidFill>
              </a:rPr>
              <a:t>队列</a:t>
            </a:r>
            <a:r>
              <a:rPr lang="zh-CN" altLang="en-US" sz="2800" dirty="0"/>
              <a:t>来维护即将被处理的结点；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800" dirty="0"/>
              <a:t>DFS: </a:t>
            </a:r>
            <a:r>
              <a:rPr lang="zh-CN" altLang="en-US" sz="2800" dirty="0"/>
              <a:t>用</a:t>
            </a:r>
            <a:r>
              <a:rPr lang="zh-CN" altLang="en-US" sz="2800" b="1" dirty="0">
                <a:solidFill>
                  <a:schemeClr val="accent4">
                    <a:lumMod val="75000"/>
                  </a:schemeClr>
                </a:solidFill>
              </a:rPr>
              <a:t>栈</a:t>
            </a:r>
            <a:r>
              <a:rPr lang="zh-CN" altLang="en-US" sz="2800" dirty="0"/>
              <a:t>来维护即将被处理的结点；</a:t>
            </a:r>
          </a:p>
          <a:p>
            <a:pPr lvl="1" eaLnBrk="1" hangingPunct="1"/>
            <a:endParaRPr lang="en-US" altLang="zh-CN" dirty="0"/>
          </a:p>
          <a:p>
            <a:pPr lvl="1" eaLnBrk="1" hangingPunct="1"/>
            <a:endParaRPr lang="en-US" altLang="zh-CN" dirty="0"/>
          </a:p>
        </p:txBody>
      </p:sp>
      <p:sp>
        <p:nvSpPr>
          <p:cNvPr id="27650" name="灯片编号占位符 5">
            <a:extLst>
              <a:ext uri="{FF2B5EF4-FFF2-40B4-BE49-F238E27FC236}">
                <a16:creationId xmlns:a16="http://schemas.microsoft.com/office/drawing/2014/main" id="{3C76783F-C357-4FD6-94AA-9112DEFD7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8A22B6-DFEE-43CC-B1C5-D63D35E7765D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88E7B4A-00EB-2B6A-1807-C87DB6B23C30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EDFCC1D-5E39-04E7-C698-4BD713B7C798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B97CD46-4882-0646-3883-D19EB0114132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EA21EBB-6561-5A6A-11AD-F275CB3B9C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96ED354-5AF1-4099-6217-18B9803E4949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166FCF5-4365-C5C4-A047-5043B41D3E4B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4A46779-459C-7C6E-EDE6-1A14E9723A59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E9C873CA-A8A1-60FD-74D8-DF02ACD87DB7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AC3B4301-A7A0-93DB-FB35-1FC4E0EF128C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A8E8ED16-2F7C-3C0C-D4CD-8627CF77B6AA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DD9E394F-B73A-69D7-9AF8-C9CE085FC129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3033A1D-4871-53EF-C846-C3F38317CE76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CB241528-F149-C0B2-1294-26491AFF4C88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5706F171-3AA9-5920-6CC4-5647C347F91E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2AEA27ED-CE3B-6B35-1D23-58964A07559B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99B3443D-1D4A-5875-119A-693DBB1A20B4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FD93EB6E-478D-8AD5-5720-EF3AE5E1F8CD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A77D6835-F318-E2A9-71F3-720A82ACD985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EEAF6C68-BE5C-86C8-B87F-0AE04E0FE56C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E18F518-A080-80BF-447A-2BA50DD0CE73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2EB45939-D3F5-6FDC-1784-AFB9A480B65A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80BD963F-26A4-8D56-01D7-176FEE942413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4C9A735D-E1B5-66D6-ACB1-9A24A9A70EBB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875D602D-F14D-C1EB-9FF3-C863A62D7FBF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BFA918D9-8A95-4A07-F0DC-D6836A292B7F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0D23BB0D-2C95-7044-4A73-C7BC1BB73321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FADC4078-BD63-B05F-7C55-BC0F1722B75E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8FE31083-3CAB-8737-89D0-3C5D58E6ADE0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29A160FA-96A6-C699-CCAC-21FF1963FE09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C4F512E8-1BAE-5431-39A2-4C4A124D0DBF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C03289C7-2DA1-ADDF-F8FA-4A83B91432D3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A3262AE1-BDA4-CF3A-2B36-484892DD7477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D9B1A522-BF55-2368-042D-A9A22084B5E6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45C17001-219D-B8F0-C024-CCFE92F7531A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4D2BBF0A-9D6A-3845-23EE-C95671DDAE4D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DC8B81A7-F2E6-EB0F-3147-E1C4A11EAA59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210B5AB7-FEF1-5D21-BD97-8A84ED495983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7EF15CC6-8A0B-9343-E5E1-DBE90F100A59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F368E012-3714-615D-49A5-E8614B91C808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ACD4D950-B0FB-6E0D-B2BF-ADA3F9B9A336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FA90AF04-81D5-DCD9-AAD1-A1138D600364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6303683C-57AB-A8D7-9224-506ADE832E75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BAC9DAB2-BEA8-89D6-1AB8-CC664FF5A08D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964611F7-4017-4291-2527-2DC571C70DE1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A09E362C-F0DA-BE25-5D7B-6951581F3810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3DA477D9-D90D-E422-27C5-39375D622D19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DAB86ECD-D172-A34C-CAF3-6CD04673D8E2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8157E687-0703-6EEC-67ED-810A48248C45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C55175DB-E980-CAD7-6549-6CBF25DEB16F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1E4C7B15-BF32-2B4F-2521-DC47FF3834BE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A2E553B7-4F44-6B8A-2776-23707A211F89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69B28F0A-F613-5D20-7FD0-52129449A172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28" name="直接连接符 48127">
                <a:extLst>
                  <a:ext uri="{FF2B5EF4-FFF2-40B4-BE49-F238E27FC236}">
                    <a16:creationId xmlns:a16="http://schemas.microsoft.com/office/drawing/2014/main" id="{7C64944B-8676-4338-A02F-2DB323FDAA59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29" name="直接连接符 48128">
                <a:extLst>
                  <a:ext uri="{FF2B5EF4-FFF2-40B4-BE49-F238E27FC236}">
                    <a16:creationId xmlns:a16="http://schemas.microsoft.com/office/drawing/2014/main" id="{8160E1FB-C395-F3B3-ECAE-C19CCECE57FD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0" name="直接连接符 48129">
                <a:extLst>
                  <a:ext uri="{FF2B5EF4-FFF2-40B4-BE49-F238E27FC236}">
                    <a16:creationId xmlns:a16="http://schemas.microsoft.com/office/drawing/2014/main" id="{D643D769-A03A-217C-D2B1-215A6A7DBD37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2" name="直接连接符 48131">
                <a:extLst>
                  <a:ext uri="{FF2B5EF4-FFF2-40B4-BE49-F238E27FC236}">
                    <a16:creationId xmlns:a16="http://schemas.microsoft.com/office/drawing/2014/main" id="{0B78A158-864E-47DF-DD28-67E363336113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3" name="直接连接符 48132">
                <a:extLst>
                  <a:ext uri="{FF2B5EF4-FFF2-40B4-BE49-F238E27FC236}">
                    <a16:creationId xmlns:a16="http://schemas.microsoft.com/office/drawing/2014/main" id="{6505D6F4-C845-09F1-748D-0FF0BA0A2F08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4" name="直接连接符 48133">
                <a:extLst>
                  <a:ext uri="{FF2B5EF4-FFF2-40B4-BE49-F238E27FC236}">
                    <a16:creationId xmlns:a16="http://schemas.microsoft.com/office/drawing/2014/main" id="{650EBB3B-00CF-4F3A-17B8-C8698C68BBAC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5" name="直接连接符 48134">
                <a:extLst>
                  <a:ext uri="{FF2B5EF4-FFF2-40B4-BE49-F238E27FC236}">
                    <a16:creationId xmlns:a16="http://schemas.microsoft.com/office/drawing/2014/main" id="{DC8251D7-83D2-3612-2F87-2382AE991F59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6" name="直接连接符 48135">
                <a:extLst>
                  <a:ext uri="{FF2B5EF4-FFF2-40B4-BE49-F238E27FC236}">
                    <a16:creationId xmlns:a16="http://schemas.microsoft.com/office/drawing/2014/main" id="{B90082A5-5E48-E557-DCE2-F93046A87FBB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7" name="直接连接符 48136">
                <a:extLst>
                  <a:ext uri="{FF2B5EF4-FFF2-40B4-BE49-F238E27FC236}">
                    <a16:creationId xmlns:a16="http://schemas.microsoft.com/office/drawing/2014/main" id="{A2D88409-1C58-22BD-1331-98E333758E97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8" name="直接连接符 48137">
                <a:extLst>
                  <a:ext uri="{FF2B5EF4-FFF2-40B4-BE49-F238E27FC236}">
                    <a16:creationId xmlns:a16="http://schemas.microsoft.com/office/drawing/2014/main" id="{75B6ACCF-705E-DEC4-0235-0DBC0CE094D2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9" name="直接连接符 48138">
                <a:extLst>
                  <a:ext uri="{FF2B5EF4-FFF2-40B4-BE49-F238E27FC236}">
                    <a16:creationId xmlns:a16="http://schemas.microsoft.com/office/drawing/2014/main" id="{24658A33-693A-599A-EEF3-C45F30EBBA28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0" name="直接连接符 48139">
                <a:extLst>
                  <a:ext uri="{FF2B5EF4-FFF2-40B4-BE49-F238E27FC236}">
                    <a16:creationId xmlns:a16="http://schemas.microsoft.com/office/drawing/2014/main" id="{8EB1AC63-DB8E-DF89-DE22-26942FB57BE8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1" name="直接连接符 48140">
                <a:extLst>
                  <a:ext uri="{FF2B5EF4-FFF2-40B4-BE49-F238E27FC236}">
                    <a16:creationId xmlns:a16="http://schemas.microsoft.com/office/drawing/2014/main" id="{8CF21292-D090-606B-A377-7D1F072D9C1B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2" name="直接连接符 48141">
                <a:extLst>
                  <a:ext uri="{FF2B5EF4-FFF2-40B4-BE49-F238E27FC236}">
                    <a16:creationId xmlns:a16="http://schemas.microsoft.com/office/drawing/2014/main" id="{3CA6D064-13FE-B7E1-3F84-C065F266CCCF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3" name="直接连接符 48142">
                <a:extLst>
                  <a:ext uri="{FF2B5EF4-FFF2-40B4-BE49-F238E27FC236}">
                    <a16:creationId xmlns:a16="http://schemas.microsoft.com/office/drawing/2014/main" id="{FD781A7E-51CA-B1C7-E15F-1DCD21DC4AAB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4" name="直接连接符 48143">
                <a:extLst>
                  <a:ext uri="{FF2B5EF4-FFF2-40B4-BE49-F238E27FC236}">
                    <a16:creationId xmlns:a16="http://schemas.microsoft.com/office/drawing/2014/main" id="{33E3D43C-1E38-F662-B727-B232FB909E2E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5" name="直接连接符 48144">
                <a:extLst>
                  <a:ext uri="{FF2B5EF4-FFF2-40B4-BE49-F238E27FC236}">
                    <a16:creationId xmlns:a16="http://schemas.microsoft.com/office/drawing/2014/main" id="{C7F48A59-AB7B-CD05-A92B-EFCBD8EC14AB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6" name="直接连接符 48145">
                <a:extLst>
                  <a:ext uri="{FF2B5EF4-FFF2-40B4-BE49-F238E27FC236}">
                    <a16:creationId xmlns:a16="http://schemas.microsoft.com/office/drawing/2014/main" id="{EBE3B459-9A48-4555-802D-15ED3D49C80D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7" name="直接连接符 48146">
                <a:extLst>
                  <a:ext uri="{FF2B5EF4-FFF2-40B4-BE49-F238E27FC236}">
                    <a16:creationId xmlns:a16="http://schemas.microsoft.com/office/drawing/2014/main" id="{3057E3D4-1D1D-F09C-B005-AF724AFE9554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8" name="直接连接符 48147">
                <a:extLst>
                  <a:ext uri="{FF2B5EF4-FFF2-40B4-BE49-F238E27FC236}">
                    <a16:creationId xmlns:a16="http://schemas.microsoft.com/office/drawing/2014/main" id="{E282D8EC-7E43-07FB-A2BA-49033DC597AB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49" name="直接连接符 48148">
                <a:extLst>
                  <a:ext uri="{FF2B5EF4-FFF2-40B4-BE49-F238E27FC236}">
                    <a16:creationId xmlns:a16="http://schemas.microsoft.com/office/drawing/2014/main" id="{3D1059D8-5B1A-916A-D67A-60EBC5556707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0" name="直接连接符 48149">
                <a:extLst>
                  <a:ext uri="{FF2B5EF4-FFF2-40B4-BE49-F238E27FC236}">
                    <a16:creationId xmlns:a16="http://schemas.microsoft.com/office/drawing/2014/main" id="{02CDBFF3-DEB5-880C-19DD-E4C95ECB45F5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1" name="直接连接符 48150">
                <a:extLst>
                  <a:ext uri="{FF2B5EF4-FFF2-40B4-BE49-F238E27FC236}">
                    <a16:creationId xmlns:a16="http://schemas.microsoft.com/office/drawing/2014/main" id="{D372316E-2AC0-BC96-AFF0-6A598526E384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2" name="直接连接符 48151">
                <a:extLst>
                  <a:ext uri="{FF2B5EF4-FFF2-40B4-BE49-F238E27FC236}">
                    <a16:creationId xmlns:a16="http://schemas.microsoft.com/office/drawing/2014/main" id="{949B99FA-DAE7-229E-07B7-381E836A8DD3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3" name="直接连接符 48152">
                <a:extLst>
                  <a:ext uri="{FF2B5EF4-FFF2-40B4-BE49-F238E27FC236}">
                    <a16:creationId xmlns:a16="http://schemas.microsoft.com/office/drawing/2014/main" id="{EE4F4A4B-AE10-3211-0BE1-70DCD6028911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4" name="直接连接符 48153">
                <a:extLst>
                  <a:ext uri="{FF2B5EF4-FFF2-40B4-BE49-F238E27FC236}">
                    <a16:creationId xmlns:a16="http://schemas.microsoft.com/office/drawing/2014/main" id="{0A56C803-47D9-C047-EB2F-095E991629B4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5" name="直接连接符 48154">
                <a:extLst>
                  <a:ext uri="{FF2B5EF4-FFF2-40B4-BE49-F238E27FC236}">
                    <a16:creationId xmlns:a16="http://schemas.microsoft.com/office/drawing/2014/main" id="{7DFE54E2-1082-0046-5C01-6396FE05D047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6" name="直接连接符 48155">
                <a:extLst>
                  <a:ext uri="{FF2B5EF4-FFF2-40B4-BE49-F238E27FC236}">
                    <a16:creationId xmlns:a16="http://schemas.microsoft.com/office/drawing/2014/main" id="{05FCC23A-4497-6DFD-9A0F-F078E9BF2093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7" name="直接连接符 48156">
                <a:extLst>
                  <a:ext uri="{FF2B5EF4-FFF2-40B4-BE49-F238E27FC236}">
                    <a16:creationId xmlns:a16="http://schemas.microsoft.com/office/drawing/2014/main" id="{909CFB0A-F76B-5AFA-427F-5068DCF8C321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8" name="直接连接符 48157">
                <a:extLst>
                  <a:ext uri="{FF2B5EF4-FFF2-40B4-BE49-F238E27FC236}">
                    <a16:creationId xmlns:a16="http://schemas.microsoft.com/office/drawing/2014/main" id="{955B7DFD-4DA3-7073-C040-1C0E8A678691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59" name="直接连接符 48158">
                <a:extLst>
                  <a:ext uri="{FF2B5EF4-FFF2-40B4-BE49-F238E27FC236}">
                    <a16:creationId xmlns:a16="http://schemas.microsoft.com/office/drawing/2014/main" id="{9B907DD5-AD08-1DEB-F2F4-B7E5F7140D3E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0" name="直接连接符 48159">
                <a:extLst>
                  <a:ext uri="{FF2B5EF4-FFF2-40B4-BE49-F238E27FC236}">
                    <a16:creationId xmlns:a16="http://schemas.microsoft.com/office/drawing/2014/main" id="{CD275D1C-C991-E2B7-B460-43538F30CDD3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1" name="直接连接符 48160">
                <a:extLst>
                  <a:ext uri="{FF2B5EF4-FFF2-40B4-BE49-F238E27FC236}">
                    <a16:creationId xmlns:a16="http://schemas.microsoft.com/office/drawing/2014/main" id="{6F0BD6BF-2FEF-1260-4C0D-6615A805D7DC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2" name="直接连接符 48161">
                <a:extLst>
                  <a:ext uri="{FF2B5EF4-FFF2-40B4-BE49-F238E27FC236}">
                    <a16:creationId xmlns:a16="http://schemas.microsoft.com/office/drawing/2014/main" id="{42B65CD2-4936-1A91-B9A8-EE06B8210BA3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3" name="直接连接符 48162">
                <a:extLst>
                  <a:ext uri="{FF2B5EF4-FFF2-40B4-BE49-F238E27FC236}">
                    <a16:creationId xmlns:a16="http://schemas.microsoft.com/office/drawing/2014/main" id="{62D52D65-DD73-B401-2EEA-1E99BF4F4C1D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4" name="直接连接符 48163">
                <a:extLst>
                  <a:ext uri="{FF2B5EF4-FFF2-40B4-BE49-F238E27FC236}">
                    <a16:creationId xmlns:a16="http://schemas.microsoft.com/office/drawing/2014/main" id="{7F00328C-9077-C18A-423C-1AE217762BC4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5" name="直接连接符 48164">
                <a:extLst>
                  <a:ext uri="{FF2B5EF4-FFF2-40B4-BE49-F238E27FC236}">
                    <a16:creationId xmlns:a16="http://schemas.microsoft.com/office/drawing/2014/main" id="{4B8D1923-2E3E-D4D4-4447-17DAD543F574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6" name="直接连接符 48165">
                <a:extLst>
                  <a:ext uri="{FF2B5EF4-FFF2-40B4-BE49-F238E27FC236}">
                    <a16:creationId xmlns:a16="http://schemas.microsoft.com/office/drawing/2014/main" id="{DB8C7B0F-DA6A-9F2B-B764-CCFAD23D764B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7" name="直接连接符 48166">
                <a:extLst>
                  <a:ext uri="{FF2B5EF4-FFF2-40B4-BE49-F238E27FC236}">
                    <a16:creationId xmlns:a16="http://schemas.microsoft.com/office/drawing/2014/main" id="{8D33E7DA-BE13-50B5-F890-F9A801F93BE6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8" name="直接连接符 48167">
                <a:extLst>
                  <a:ext uri="{FF2B5EF4-FFF2-40B4-BE49-F238E27FC236}">
                    <a16:creationId xmlns:a16="http://schemas.microsoft.com/office/drawing/2014/main" id="{7FA50175-3E87-A72B-1F44-E45800E62812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69" name="直接连接符 48168">
                <a:extLst>
                  <a:ext uri="{FF2B5EF4-FFF2-40B4-BE49-F238E27FC236}">
                    <a16:creationId xmlns:a16="http://schemas.microsoft.com/office/drawing/2014/main" id="{2963668D-F6A6-65E3-4C55-90DD60DAC2AF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0" name="直接连接符 48169">
                <a:extLst>
                  <a:ext uri="{FF2B5EF4-FFF2-40B4-BE49-F238E27FC236}">
                    <a16:creationId xmlns:a16="http://schemas.microsoft.com/office/drawing/2014/main" id="{45D6AE7E-8EEA-5D1E-17EB-05C9D75124EF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1" name="直接连接符 48170">
                <a:extLst>
                  <a:ext uri="{FF2B5EF4-FFF2-40B4-BE49-F238E27FC236}">
                    <a16:creationId xmlns:a16="http://schemas.microsoft.com/office/drawing/2014/main" id="{D0490463-4CC6-222E-02A5-87E6F934315F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2" name="直接连接符 48171">
                <a:extLst>
                  <a:ext uri="{FF2B5EF4-FFF2-40B4-BE49-F238E27FC236}">
                    <a16:creationId xmlns:a16="http://schemas.microsoft.com/office/drawing/2014/main" id="{7F43DED8-6A7A-442A-708D-F126F94CD792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3" name="直接连接符 48172">
                <a:extLst>
                  <a:ext uri="{FF2B5EF4-FFF2-40B4-BE49-F238E27FC236}">
                    <a16:creationId xmlns:a16="http://schemas.microsoft.com/office/drawing/2014/main" id="{01A2CFBF-4C59-446E-AFE9-E2838AB7910C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4" name="直接连接符 48173">
                <a:extLst>
                  <a:ext uri="{FF2B5EF4-FFF2-40B4-BE49-F238E27FC236}">
                    <a16:creationId xmlns:a16="http://schemas.microsoft.com/office/drawing/2014/main" id="{A2CBCFE2-E274-D9DE-00B1-5A69D04E8CDF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5" name="直接连接符 48174">
                <a:extLst>
                  <a:ext uri="{FF2B5EF4-FFF2-40B4-BE49-F238E27FC236}">
                    <a16:creationId xmlns:a16="http://schemas.microsoft.com/office/drawing/2014/main" id="{419DFC23-DCDD-44BC-6FD8-D9D4AA6FC592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6" name="直接连接符 48175">
                <a:extLst>
                  <a:ext uri="{FF2B5EF4-FFF2-40B4-BE49-F238E27FC236}">
                    <a16:creationId xmlns:a16="http://schemas.microsoft.com/office/drawing/2014/main" id="{B6679B90-FD92-DB86-950D-A1B79532785B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7" name="直接连接符 48176">
                <a:extLst>
                  <a:ext uri="{FF2B5EF4-FFF2-40B4-BE49-F238E27FC236}">
                    <a16:creationId xmlns:a16="http://schemas.microsoft.com/office/drawing/2014/main" id="{B7201625-BBD6-2D29-CDD2-20C67AF8D251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8" name="直接连接符 48177">
                <a:extLst>
                  <a:ext uri="{FF2B5EF4-FFF2-40B4-BE49-F238E27FC236}">
                    <a16:creationId xmlns:a16="http://schemas.microsoft.com/office/drawing/2014/main" id="{99D68E65-5EBE-EA02-50C3-67B8B034DA64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79" name="直接连接符 48178">
                <a:extLst>
                  <a:ext uri="{FF2B5EF4-FFF2-40B4-BE49-F238E27FC236}">
                    <a16:creationId xmlns:a16="http://schemas.microsoft.com/office/drawing/2014/main" id="{128CC897-E438-3F39-E3EC-4B2742A5A893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0" name="直接连接符 48179">
                <a:extLst>
                  <a:ext uri="{FF2B5EF4-FFF2-40B4-BE49-F238E27FC236}">
                    <a16:creationId xmlns:a16="http://schemas.microsoft.com/office/drawing/2014/main" id="{248D7398-539F-1855-BCCC-0CC04847D065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1" name="直接连接符 48180">
                <a:extLst>
                  <a:ext uri="{FF2B5EF4-FFF2-40B4-BE49-F238E27FC236}">
                    <a16:creationId xmlns:a16="http://schemas.microsoft.com/office/drawing/2014/main" id="{0E075939-62AC-0302-720A-9CA564422031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2" name="直接连接符 48181">
                <a:extLst>
                  <a:ext uri="{FF2B5EF4-FFF2-40B4-BE49-F238E27FC236}">
                    <a16:creationId xmlns:a16="http://schemas.microsoft.com/office/drawing/2014/main" id="{5B9ED469-F9C4-0BA0-4579-715E15A5A7ED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3" name="直接连接符 48182">
                <a:extLst>
                  <a:ext uri="{FF2B5EF4-FFF2-40B4-BE49-F238E27FC236}">
                    <a16:creationId xmlns:a16="http://schemas.microsoft.com/office/drawing/2014/main" id="{4E86EC0B-1416-3B86-B821-C88803C1784C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4" name="直接连接符 48183">
                <a:extLst>
                  <a:ext uri="{FF2B5EF4-FFF2-40B4-BE49-F238E27FC236}">
                    <a16:creationId xmlns:a16="http://schemas.microsoft.com/office/drawing/2014/main" id="{7DEE6641-8FD3-D01D-1A93-75CAE2D17B29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5" name="直接连接符 48184">
                <a:extLst>
                  <a:ext uri="{FF2B5EF4-FFF2-40B4-BE49-F238E27FC236}">
                    <a16:creationId xmlns:a16="http://schemas.microsoft.com/office/drawing/2014/main" id="{5CD33EC8-FB8C-7376-160D-D577A9D5F65D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6" name="直接连接符 48185">
                <a:extLst>
                  <a:ext uri="{FF2B5EF4-FFF2-40B4-BE49-F238E27FC236}">
                    <a16:creationId xmlns:a16="http://schemas.microsoft.com/office/drawing/2014/main" id="{B698A857-CFEB-6EDD-EE67-6BA0710DA379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7" name="直接连接符 48186">
                <a:extLst>
                  <a:ext uri="{FF2B5EF4-FFF2-40B4-BE49-F238E27FC236}">
                    <a16:creationId xmlns:a16="http://schemas.microsoft.com/office/drawing/2014/main" id="{727D6FC2-90EF-68C3-BCA2-D415A09B3BC7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8" name="直接连接符 48187">
                <a:extLst>
                  <a:ext uri="{FF2B5EF4-FFF2-40B4-BE49-F238E27FC236}">
                    <a16:creationId xmlns:a16="http://schemas.microsoft.com/office/drawing/2014/main" id="{18F36AA1-B5F8-66F8-0AD7-0C9AE9C8A4BE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89" name="直接连接符 48188">
                <a:extLst>
                  <a:ext uri="{FF2B5EF4-FFF2-40B4-BE49-F238E27FC236}">
                    <a16:creationId xmlns:a16="http://schemas.microsoft.com/office/drawing/2014/main" id="{29A54611-0E0C-8CD9-4D62-C660D1FFF1C7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90" name="直接连接符 48189">
                <a:extLst>
                  <a:ext uri="{FF2B5EF4-FFF2-40B4-BE49-F238E27FC236}">
                    <a16:creationId xmlns:a16="http://schemas.microsoft.com/office/drawing/2014/main" id="{3841C8DE-2B12-4C7B-3703-A720F914AB24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91" name="直接连接符 48190">
                <a:extLst>
                  <a:ext uri="{FF2B5EF4-FFF2-40B4-BE49-F238E27FC236}">
                    <a16:creationId xmlns:a16="http://schemas.microsoft.com/office/drawing/2014/main" id="{31CA956E-2935-20E5-163F-0025B8940C8E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48" name="直接连接符 27647">
                <a:extLst>
                  <a:ext uri="{FF2B5EF4-FFF2-40B4-BE49-F238E27FC236}">
                    <a16:creationId xmlns:a16="http://schemas.microsoft.com/office/drawing/2014/main" id="{91421AEC-7F0F-E8AA-EDC5-5D6A506A3520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49" name="直接连接符 27648">
                <a:extLst>
                  <a:ext uri="{FF2B5EF4-FFF2-40B4-BE49-F238E27FC236}">
                    <a16:creationId xmlns:a16="http://schemas.microsoft.com/office/drawing/2014/main" id="{5168C085-E675-1D63-93D1-9EE59A6FD695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52" name="直接连接符 27651">
                <a:extLst>
                  <a:ext uri="{FF2B5EF4-FFF2-40B4-BE49-F238E27FC236}">
                    <a16:creationId xmlns:a16="http://schemas.microsoft.com/office/drawing/2014/main" id="{9E0E844B-3681-ADEC-CC66-BB4263177053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53" name="直接连接符 27652">
                <a:extLst>
                  <a:ext uri="{FF2B5EF4-FFF2-40B4-BE49-F238E27FC236}">
                    <a16:creationId xmlns:a16="http://schemas.microsoft.com/office/drawing/2014/main" id="{8650C5DB-0937-C01E-DC66-99B019A9FC1F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54" name="直接连接符 27653">
                <a:extLst>
                  <a:ext uri="{FF2B5EF4-FFF2-40B4-BE49-F238E27FC236}">
                    <a16:creationId xmlns:a16="http://schemas.microsoft.com/office/drawing/2014/main" id="{F991D291-9B91-EEBA-1D4A-46B12A437403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55" name="直接连接符 27654">
                <a:extLst>
                  <a:ext uri="{FF2B5EF4-FFF2-40B4-BE49-F238E27FC236}">
                    <a16:creationId xmlns:a16="http://schemas.microsoft.com/office/drawing/2014/main" id="{465B3E59-4974-5DB6-2768-FAC62DE1AF4F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95FAE4A-8C02-4884-A7FD-5DCBED0842E3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D2D8F5F9-10E0-8487-636F-2FFF763642F0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10E3FDA0-A4B8-681C-9F4F-312D3523A76E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F1D15E55-47D8-190D-EC39-C16DEE5AEEDD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175A2498-C0F5-C510-29D6-2E14F41E2137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A8D91D3A-149F-EDAE-87D0-7F8DB4701E84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6B7AA1F7-2E95-20E2-C6D8-EBFE90C2412E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3FF950B-BEEE-66F9-C248-78E10CDBF074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D0EF2035-ED1A-C98F-512A-4F0208AEE962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8173F57-3430-339E-CEB9-58FC169A02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5600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BE060-F5FA-D393-94A4-9512B29CC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3AB5065E-265C-AA29-595F-CA3CB06B7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应用实例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A73310FF-E72F-304F-2DCE-E4ACF096B1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图形填充问题：亮绿色-</a:t>
            </a:r>
            <a:r>
              <a:rPr lang="zh-CN" altLang="en-US" sz="2800" dirty="0">
                <a:sym typeface="Wingdings" panose="05000000000000000000" pitchFamily="2" charset="2"/>
              </a:rPr>
              <a:t>蓝色</a:t>
            </a:r>
            <a:r>
              <a:rPr lang="en-US" altLang="zh-CN" sz="2800" dirty="0"/>
              <a:t> 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1B6FB331-3FA2-B2BB-80F5-BEFE10BC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4DC9BA-FC24-4560-AED4-A4EC3A7D2A42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CN" sz="1400"/>
          </a:p>
        </p:txBody>
      </p:sp>
      <p:pic>
        <p:nvPicPr>
          <p:cNvPr id="29701" name="Picture 4" descr="before">
            <a:extLst>
              <a:ext uri="{FF2B5EF4-FFF2-40B4-BE49-F238E27FC236}">
                <a16:creationId xmlns:a16="http://schemas.microsoft.com/office/drawing/2014/main" id="{E5E2D014-43EE-E1E7-3BAE-AF579D45A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710209"/>
            <a:ext cx="4038600" cy="316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83">
            <a:extLst>
              <a:ext uri="{FF2B5EF4-FFF2-40B4-BE49-F238E27FC236}">
                <a16:creationId xmlns:a16="http://schemas.microsoft.com/office/drawing/2014/main" id="{54BAE3E3-02EB-42DB-A3B9-0E20B7652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860" y="3481338"/>
            <a:ext cx="2133600" cy="156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0C2A3C9-48DB-34BB-10F8-0181B0C15D82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07789A2-DAFD-8954-D58D-F558A3D3C540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09ABF78-0446-06AD-FC84-E16D2EFA2DCE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F0C1E27-645A-6A79-A646-C69AF6053F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F732CC3E-17A3-340A-F811-3C342CC4358A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57A42B5-6310-4822-28B1-44500D4FCB7C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1ABB5D9-E933-A762-68F4-5797BC7CE553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8DEBED1D-50AE-7BD9-0FF7-90D84A8058F3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08B0141C-BF86-5337-FADC-F8CA58B58318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BE53755C-7125-322E-AB80-42C1D8372D7E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759BC333-AB45-58AF-73E7-087AED49EA18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8F5322FC-6CF9-53CD-4091-BAE624CDD014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88A83DEB-20C6-373A-BA26-510FA9815A7A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0460024B-8EFE-D4BA-ED98-00C448389CCB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011FB9D2-B6B6-0268-F2DC-6A8E31EF6C10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B4FE5EB5-B11D-EDFB-B431-DC1FDAFF8743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D15697CB-BEE4-9F86-07AE-1F5C67DAF354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DAA7E962-D578-2BB2-A7FC-26126BF39AC1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AC04FCDD-1295-0F38-675B-30972D045A9F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D99D81D-C9BD-86C1-0100-DAE3E55A7EBD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A6C411B1-32B1-FAC1-E5BE-6E14BE4FE1CC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9D1943B3-D817-4825-B5F4-931AAC8BF091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B41499AB-C6FC-528C-56A5-94502BC849D7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54203842-AD37-E8DC-444B-2BCC6D5654A6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BC79CBE2-7636-A1EC-112B-ABD023457235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B474D508-6BE0-78D7-E96E-C72137D889C0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B497092E-205B-1555-2424-1EB886FC9877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E00FCD7F-26CB-846D-B55C-96F612C5531F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0066D071-9345-B733-3B5E-C28075BEEFE3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C8312250-AB7F-D964-00F8-3177E5AB921D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EEEBD1EB-A1FE-C5BA-33F3-A5850FA4F745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C6A86A08-E4E0-DF58-5856-168AF09D1FB5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382A8C8B-FB48-FF63-80C5-FF7B91C91672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371C6DDF-8032-D7B2-D1B3-C14C5D7BCBD8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54DF94E4-C9A7-5E4E-FD9C-C3E4BFD81E4C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709EF40D-AB85-E497-A434-DE24AF4B72D4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0E6FD264-133F-09DF-9112-788EED1F13A7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D6E140C6-A3A0-A2B4-0D6F-5C43496154DE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BA381D43-087C-722E-996E-6A23AD2F652C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A5D351A2-E2E9-A9AD-0D2E-B1EFD1DAC0FB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792B95FB-E4D7-1F43-AAB4-D5E13872FB01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7CD8C386-F888-225F-EE4C-372ADE6387A9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2D9DDBA1-BA7B-6195-B89B-00DD6FAAA154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096FDB64-555C-749B-CFA5-6D653045EEA1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9B9CA814-7215-F177-4E90-5AD0330E05F3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884875E0-FA34-F904-3F05-96A49A64B774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5D5E988B-C37C-2968-1F52-B45EE629BDC4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6C13409B-758A-AD44-5DA6-53E02FBA36E0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46C38C08-C1B2-27C9-7595-441E59794F12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F0777769-0A49-B9DB-6782-38B02F26BA14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43B26B3E-3E4F-04FF-3A93-0B81DCBCDE28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8121AF2D-F964-DBBD-BD35-7D27156B8107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96" name="直接连接符 29695">
                <a:extLst>
                  <a:ext uri="{FF2B5EF4-FFF2-40B4-BE49-F238E27FC236}">
                    <a16:creationId xmlns:a16="http://schemas.microsoft.com/office/drawing/2014/main" id="{7E07642E-FBD4-98CF-1DC9-21C196DBFFF0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97" name="直接连接符 29696">
                <a:extLst>
                  <a:ext uri="{FF2B5EF4-FFF2-40B4-BE49-F238E27FC236}">
                    <a16:creationId xmlns:a16="http://schemas.microsoft.com/office/drawing/2014/main" id="{02394A4E-1F5F-EB0F-7938-82AA8A9A681A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03" name="直接连接符 29702">
                <a:extLst>
                  <a:ext uri="{FF2B5EF4-FFF2-40B4-BE49-F238E27FC236}">
                    <a16:creationId xmlns:a16="http://schemas.microsoft.com/office/drawing/2014/main" id="{A856A2FE-1D12-2A5D-2C67-CE4BE7EABCA8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04" name="直接连接符 29703">
                <a:extLst>
                  <a:ext uri="{FF2B5EF4-FFF2-40B4-BE49-F238E27FC236}">
                    <a16:creationId xmlns:a16="http://schemas.microsoft.com/office/drawing/2014/main" id="{A1A262AB-0C49-27B9-69AB-9409C99F6F5A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05" name="直接连接符 29704">
                <a:extLst>
                  <a:ext uri="{FF2B5EF4-FFF2-40B4-BE49-F238E27FC236}">
                    <a16:creationId xmlns:a16="http://schemas.microsoft.com/office/drawing/2014/main" id="{D5AC2CF8-E705-93E4-AF69-2ADADB660A78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06" name="直接连接符 29705">
                <a:extLst>
                  <a:ext uri="{FF2B5EF4-FFF2-40B4-BE49-F238E27FC236}">
                    <a16:creationId xmlns:a16="http://schemas.microsoft.com/office/drawing/2014/main" id="{31DEDFC3-D071-226C-4C2E-40C950FCC374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07" name="直接连接符 29706">
                <a:extLst>
                  <a:ext uri="{FF2B5EF4-FFF2-40B4-BE49-F238E27FC236}">
                    <a16:creationId xmlns:a16="http://schemas.microsoft.com/office/drawing/2014/main" id="{20509FD3-FEC3-1DC0-34D1-093B5FCBD4D5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08" name="直接连接符 29707">
                <a:extLst>
                  <a:ext uri="{FF2B5EF4-FFF2-40B4-BE49-F238E27FC236}">
                    <a16:creationId xmlns:a16="http://schemas.microsoft.com/office/drawing/2014/main" id="{26C79840-E7CC-7164-AC95-19F53AA700B7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09" name="直接连接符 29708">
                <a:extLst>
                  <a:ext uri="{FF2B5EF4-FFF2-40B4-BE49-F238E27FC236}">
                    <a16:creationId xmlns:a16="http://schemas.microsoft.com/office/drawing/2014/main" id="{B0E6B2CB-D74E-06B6-AAAA-BE58BB31A892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0" name="直接连接符 29709">
                <a:extLst>
                  <a:ext uri="{FF2B5EF4-FFF2-40B4-BE49-F238E27FC236}">
                    <a16:creationId xmlns:a16="http://schemas.microsoft.com/office/drawing/2014/main" id="{BFD538AD-6D03-82F9-7C46-F1D359A71590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1" name="直接连接符 29710">
                <a:extLst>
                  <a:ext uri="{FF2B5EF4-FFF2-40B4-BE49-F238E27FC236}">
                    <a16:creationId xmlns:a16="http://schemas.microsoft.com/office/drawing/2014/main" id="{EC488FA6-84B1-47E4-8621-67365923D0D8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2" name="直接连接符 29711">
                <a:extLst>
                  <a:ext uri="{FF2B5EF4-FFF2-40B4-BE49-F238E27FC236}">
                    <a16:creationId xmlns:a16="http://schemas.microsoft.com/office/drawing/2014/main" id="{454C8C9E-7FE0-765D-EF83-04F2CB4CF801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3" name="直接连接符 29712">
                <a:extLst>
                  <a:ext uri="{FF2B5EF4-FFF2-40B4-BE49-F238E27FC236}">
                    <a16:creationId xmlns:a16="http://schemas.microsoft.com/office/drawing/2014/main" id="{ADEF8BC6-5382-6238-B4DC-C9598F8E0D88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4" name="直接连接符 29713">
                <a:extLst>
                  <a:ext uri="{FF2B5EF4-FFF2-40B4-BE49-F238E27FC236}">
                    <a16:creationId xmlns:a16="http://schemas.microsoft.com/office/drawing/2014/main" id="{96024FD8-6A31-C21F-019C-89EC3FBF1ED3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5" name="直接连接符 29714">
                <a:extLst>
                  <a:ext uri="{FF2B5EF4-FFF2-40B4-BE49-F238E27FC236}">
                    <a16:creationId xmlns:a16="http://schemas.microsoft.com/office/drawing/2014/main" id="{8A2B95B1-374A-7F17-EC8B-16952C15040B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6" name="直接连接符 29715">
                <a:extLst>
                  <a:ext uri="{FF2B5EF4-FFF2-40B4-BE49-F238E27FC236}">
                    <a16:creationId xmlns:a16="http://schemas.microsoft.com/office/drawing/2014/main" id="{5D1D05DB-FA72-0457-7870-1FF0445EB08D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7" name="直接连接符 29716">
                <a:extLst>
                  <a:ext uri="{FF2B5EF4-FFF2-40B4-BE49-F238E27FC236}">
                    <a16:creationId xmlns:a16="http://schemas.microsoft.com/office/drawing/2014/main" id="{E1D8DBAC-0DA7-D6B0-F552-1B2F2A2BC671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8" name="直接连接符 29717">
                <a:extLst>
                  <a:ext uri="{FF2B5EF4-FFF2-40B4-BE49-F238E27FC236}">
                    <a16:creationId xmlns:a16="http://schemas.microsoft.com/office/drawing/2014/main" id="{BA3F8A65-838E-065A-4629-35FC166CDBA9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9" name="直接连接符 29718">
                <a:extLst>
                  <a:ext uri="{FF2B5EF4-FFF2-40B4-BE49-F238E27FC236}">
                    <a16:creationId xmlns:a16="http://schemas.microsoft.com/office/drawing/2014/main" id="{5DF76F99-95BB-B213-661B-86A740546C2F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0" name="直接连接符 29719">
                <a:extLst>
                  <a:ext uri="{FF2B5EF4-FFF2-40B4-BE49-F238E27FC236}">
                    <a16:creationId xmlns:a16="http://schemas.microsoft.com/office/drawing/2014/main" id="{0F358D10-1B9A-019C-7CD2-0BA2AA7ECFF6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1" name="直接连接符 29720">
                <a:extLst>
                  <a:ext uri="{FF2B5EF4-FFF2-40B4-BE49-F238E27FC236}">
                    <a16:creationId xmlns:a16="http://schemas.microsoft.com/office/drawing/2014/main" id="{4520C6A4-10BA-F710-1C77-5418C57BD9B7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2" name="直接连接符 29721">
                <a:extLst>
                  <a:ext uri="{FF2B5EF4-FFF2-40B4-BE49-F238E27FC236}">
                    <a16:creationId xmlns:a16="http://schemas.microsoft.com/office/drawing/2014/main" id="{02508365-1992-472F-6E4C-85D6B4A8AD30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3" name="直接连接符 29722">
                <a:extLst>
                  <a:ext uri="{FF2B5EF4-FFF2-40B4-BE49-F238E27FC236}">
                    <a16:creationId xmlns:a16="http://schemas.microsoft.com/office/drawing/2014/main" id="{F162743A-B7A6-0219-6989-955D26122606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4" name="直接连接符 29723">
                <a:extLst>
                  <a:ext uri="{FF2B5EF4-FFF2-40B4-BE49-F238E27FC236}">
                    <a16:creationId xmlns:a16="http://schemas.microsoft.com/office/drawing/2014/main" id="{B548F694-A4B7-544D-AE48-9FE37297DC64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5" name="直接连接符 29724">
                <a:extLst>
                  <a:ext uri="{FF2B5EF4-FFF2-40B4-BE49-F238E27FC236}">
                    <a16:creationId xmlns:a16="http://schemas.microsoft.com/office/drawing/2014/main" id="{AA95079E-5AAC-6EEF-E881-3B41E1E716F2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6" name="直接连接符 29725">
                <a:extLst>
                  <a:ext uri="{FF2B5EF4-FFF2-40B4-BE49-F238E27FC236}">
                    <a16:creationId xmlns:a16="http://schemas.microsoft.com/office/drawing/2014/main" id="{0EF6E370-70F9-6A2E-EED3-807C534161EF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7" name="直接连接符 29726">
                <a:extLst>
                  <a:ext uri="{FF2B5EF4-FFF2-40B4-BE49-F238E27FC236}">
                    <a16:creationId xmlns:a16="http://schemas.microsoft.com/office/drawing/2014/main" id="{26D12E37-1380-C18F-3C67-7A2054D80AEC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8" name="直接连接符 29727">
                <a:extLst>
                  <a:ext uri="{FF2B5EF4-FFF2-40B4-BE49-F238E27FC236}">
                    <a16:creationId xmlns:a16="http://schemas.microsoft.com/office/drawing/2014/main" id="{8ECF99FD-2CC9-0D3A-BA8F-88046636E996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9" name="直接连接符 29728">
                <a:extLst>
                  <a:ext uri="{FF2B5EF4-FFF2-40B4-BE49-F238E27FC236}">
                    <a16:creationId xmlns:a16="http://schemas.microsoft.com/office/drawing/2014/main" id="{A87551C1-DDDC-F609-1F63-384614816ADC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0" name="直接连接符 29729">
                <a:extLst>
                  <a:ext uri="{FF2B5EF4-FFF2-40B4-BE49-F238E27FC236}">
                    <a16:creationId xmlns:a16="http://schemas.microsoft.com/office/drawing/2014/main" id="{6376DB57-503B-C84D-BF93-8B0CEC655819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1" name="直接连接符 29730">
                <a:extLst>
                  <a:ext uri="{FF2B5EF4-FFF2-40B4-BE49-F238E27FC236}">
                    <a16:creationId xmlns:a16="http://schemas.microsoft.com/office/drawing/2014/main" id="{0CE811A2-EAAD-50E3-C758-6BFEFE8A03D2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2" name="直接连接符 29731">
                <a:extLst>
                  <a:ext uri="{FF2B5EF4-FFF2-40B4-BE49-F238E27FC236}">
                    <a16:creationId xmlns:a16="http://schemas.microsoft.com/office/drawing/2014/main" id="{9F8E64EE-C777-B8E8-FF1B-67A9252D3598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3" name="直接连接符 29732">
                <a:extLst>
                  <a:ext uri="{FF2B5EF4-FFF2-40B4-BE49-F238E27FC236}">
                    <a16:creationId xmlns:a16="http://schemas.microsoft.com/office/drawing/2014/main" id="{B1610000-C4E6-A3BB-DD60-4CB31FD47A80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4" name="直接连接符 29733">
                <a:extLst>
                  <a:ext uri="{FF2B5EF4-FFF2-40B4-BE49-F238E27FC236}">
                    <a16:creationId xmlns:a16="http://schemas.microsoft.com/office/drawing/2014/main" id="{ABB7C585-055F-46DF-DA65-3E75A8CF74F5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5" name="直接连接符 29734">
                <a:extLst>
                  <a:ext uri="{FF2B5EF4-FFF2-40B4-BE49-F238E27FC236}">
                    <a16:creationId xmlns:a16="http://schemas.microsoft.com/office/drawing/2014/main" id="{EA99AAB0-016E-3F87-3313-C3E2260B955A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6" name="直接连接符 29735">
                <a:extLst>
                  <a:ext uri="{FF2B5EF4-FFF2-40B4-BE49-F238E27FC236}">
                    <a16:creationId xmlns:a16="http://schemas.microsoft.com/office/drawing/2014/main" id="{C7B92937-D5B1-86CE-FA1C-F6B91D389D70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7" name="直接连接符 29736">
                <a:extLst>
                  <a:ext uri="{FF2B5EF4-FFF2-40B4-BE49-F238E27FC236}">
                    <a16:creationId xmlns:a16="http://schemas.microsoft.com/office/drawing/2014/main" id="{53426F04-5551-F820-2D01-8ECEFFB792B6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8" name="直接连接符 29737">
                <a:extLst>
                  <a:ext uri="{FF2B5EF4-FFF2-40B4-BE49-F238E27FC236}">
                    <a16:creationId xmlns:a16="http://schemas.microsoft.com/office/drawing/2014/main" id="{144059EE-A851-2DDA-7822-739BF5994658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9" name="直接连接符 29738">
                <a:extLst>
                  <a:ext uri="{FF2B5EF4-FFF2-40B4-BE49-F238E27FC236}">
                    <a16:creationId xmlns:a16="http://schemas.microsoft.com/office/drawing/2014/main" id="{F7F77C5D-78E6-06A1-70F2-FD19D49EE445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0" name="直接连接符 29739">
                <a:extLst>
                  <a:ext uri="{FF2B5EF4-FFF2-40B4-BE49-F238E27FC236}">
                    <a16:creationId xmlns:a16="http://schemas.microsoft.com/office/drawing/2014/main" id="{3E50D1BB-372A-A644-D1E3-B135DD353879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1" name="直接连接符 29740">
                <a:extLst>
                  <a:ext uri="{FF2B5EF4-FFF2-40B4-BE49-F238E27FC236}">
                    <a16:creationId xmlns:a16="http://schemas.microsoft.com/office/drawing/2014/main" id="{42ADC900-D586-9277-C24D-70E9F0529B9C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2" name="直接连接符 29741">
                <a:extLst>
                  <a:ext uri="{FF2B5EF4-FFF2-40B4-BE49-F238E27FC236}">
                    <a16:creationId xmlns:a16="http://schemas.microsoft.com/office/drawing/2014/main" id="{F5360852-09BF-EB30-551D-D251DE1707E5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3" name="直接连接符 29742">
                <a:extLst>
                  <a:ext uri="{FF2B5EF4-FFF2-40B4-BE49-F238E27FC236}">
                    <a16:creationId xmlns:a16="http://schemas.microsoft.com/office/drawing/2014/main" id="{3CA68C24-F3AA-CE97-E83F-D574B4EE9C7C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4" name="直接连接符 29743">
                <a:extLst>
                  <a:ext uri="{FF2B5EF4-FFF2-40B4-BE49-F238E27FC236}">
                    <a16:creationId xmlns:a16="http://schemas.microsoft.com/office/drawing/2014/main" id="{0B0C1AA5-D832-9872-F067-2D6EE2D5FD99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5" name="直接连接符 29744">
                <a:extLst>
                  <a:ext uri="{FF2B5EF4-FFF2-40B4-BE49-F238E27FC236}">
                    <a16:creationId xmlns:a16="http://schemas.microsoft.com/office/drawing/2014/main" id="{676D486A-46C9-0AD9-BB47-889876DC0987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6" name="直接连接符 29745">
                <a:extLst>
                  <a:ext uri="{FF2B5EF4-FFF2-40B4-BE49-F238E27FC236}">
                    <a16:creationId xmlns:a16="http://schemas.microsoft.com/office/drawing/2014/main" id="{F850022E-0336-D211-E698-11310F0A06FB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7" name="直接连接符 29746">
                <a:extLst>
                  <a:ext uri="{FF2B5EF4-FFF2-40B4-BE49-F238E27FC236}">
                    <a16:creationId xmlns:a16="http://schemas.microsoft.com/office/drawing/2014/main" id="{1B1C4D4F-571C-F673-B7EE-25EEB9C1ECD4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8" name="直接连接符 29747">
                <a:extLst>
                  <a:ext uri="{FF2B5EF4-FFF2-40B4-BE49-F238E27FC236}">
                    <a16:creationId xmlns:a16="http://schemas.microsoft.com/office/drawing/2014/main" id="{CFC8EBCC-ED36-50E6-493E-734D17DCF183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9" name="直接连接符 29748">
                <a:extLst>
                  <a:ext uri="{FF2B5EF4-FFF2-40B4-BE49-F238E27FC236}">
                    <a16:creationId xmlns:a16="http://schemas.microsoft.com/office/drawing/2014/main" id="{5D038834-7AC3-8D50-9A10-6079B08770F4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0" name="直接连接符 29749">
                <a:extLst>
                  <a:ext uri="{FF2B5EF4-FFF2-40B4-BE49-F238E27FC236}">
                    <a16:creationId xmlns:a16="http://schemas.microsoft.com/office/drawing/2014/main" id="{61FA8474-A8BB-5133-D515-390B109842F9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1" name="直接连接符 29750">
                <a:extLst>
                  <a:ext uri="{FF2B5EF4-FFF2-40B4-BE49-F238E27FC236}">
                    <a16:creationId xmlns:a16="http://schemas.microsoft.com/office/drawing/2014/main" id="{2E791C44-1023-5324-597F-2441A5AA6AD1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2" name="直接连接符 29751">
                <a:extLst>
                  <a:ext uri="{FF2B5EF4-FFF2-40B4-BE49-F238E27FC236}">
                    <a16:creationId xmlns:a16="http://schemas.microsoft.com/office/drawing/2014/main" id="{4B977501-2AA3-9BE8-3E0B-510225A8C368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3" name="直接连接符 29752">
                <a:extLst>
                  <a:ext uri="{FF2B5EF4-FFF2-40B4-BE49-F238E27FC236}">
                    <a16:creationId xmlns:a16="http://schemas.microsoft.com/office/drawing/2014/main" id="{F93633DB-852C-0BF8-80A6-5AE467ED215C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4" name="直接连接符 29753">
                <a:extLst>
                  <a:ext uri="{FF2B5EF4-FFF2-40B4-BE49-F238E27FC236}">
                    <a16:creationId xmlns:a16="http://schemas.microsoft.com/office/drawing/2014/main" id="{14381E6C-8BEB-783F-7B8E-0CA7D26CE438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5" name="直接连接符 29754">
                <a:extLst>
                  <a:ext uri="{FF2B5EF4-FFF2-40B4-BE49-F238E27FC236}">
                    <a16:creationId xmlns:a16="http://schemas.microsoft.com/office/drawing/2014/main" id="{756FFE1C-CCE1-04AF-A25D-EAFA68EAEDFA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6" name="直接连接符 29755">
                <a:extLst>
                  <a:ext uri="{FF2B5EF4-FFF2-40B4-BE49-F238E27FC236}">
                    <a16:creationId xmlns:a16="http://schemas.microsoft.com/office/drawing/2014/main" id="{4A136AAC-DBB4-0264-AE04-5C3A41E04A7D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7" name="直接连接符 29756">
                <a:extLst>
                  <a:ext uri="{FF2B5EF4-FFF2-40B4-BE49-F238E27FC236}">
                    <a16:creationId xmlns:a16="http://schemas.microsoft.com/office/drawing/2014/main" id="{9DD9386F-DF55-5F1C-296B-8485D23520A1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8" name="直接连接符 29757">
                <a:extLst>
                  <a:ext uri="{FF2B5EF4-FFF2-40B4-BE49-F238E27FC236}">
                    <a16:creationId xmlns:a16="http://schemas.microsoft.com/office/drawing/2014/main" id="{B59A4B7F-6778-1315-5C7A-1C21295ED428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9" name="直接连接符 29758">
                <a:extLst>
                  <a:ext uri="{FF2B5EF4-FFF2-40B4-BE49-F238E27FC236}">
                    <a16:creationId xmlns:a16="http://schemas.microsoft.com/office/drawing/2014/main" id="{66BDB922-9D1E-F8B3-1215-4EEC8FE82A47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0" name="直接连接符 29759">
                <a:extLst>
                  <a:ext uri="{FF2B5EF4-FFF2-40B4-BE49-F238E27FC236}">
                    <a16:creationId xmlns:a16="http://schemas.microsoft.com/office/drawing/2014/main" id="{77956E0C-5161-90CD-E817-BADE01E51342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1" name="直接连接符 29760">
                <a:extLst>
                  <a:ext uri="{FF2B5EF4-FFF2-40B4-BE49-F238E27FC236}">
                    <a16:creationId xmlns:a16="http://schemas.microsoft.com/office/drawing/2014/main" id="{CA946023-3476-5BE6-718F-9DD3CDF5E8F5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2" name="直接连接符 29761">
                <a:extLst>
                  <a:ext uri="{FF2B5EF4-FFF2-40B4-BE49-F238E27FC236}">
                    <a16:creationId xmlns:a16="http://schemas.microsoft.com/office/drawing/2014/main" id="{01244AA7-88AC-FA99-EC95-FD634637E184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3" name="直接连接符 29762">
                <a:extLst>
                  <a:ext uri="{FF2B5EF4-FFF2-40B4-BE49-F238E27FC236}">
                    <a16:creationId xmlns:a16="http://schemas.microsoft.com/office/drawing/2014/main" id="{170A2F39-1272-212E-A047-564658BD20E5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4" name="直接连接符 29763">
                <a:extLst>
                  <a:ext uri="{FF2B5EF4-FFF2-40B4-BE49-F238E27FC236}">
                    <a16:creationId xmlns:a16="http://schemas.microsoft.com/office/drawing/2014/main" id="{2CE9B006-1AF3-A0CA-1CA4-C293ECD3FBEB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5" name="直接连接符 29764">
                <a:extLst>
                  <a:ext uri="{FF2B5EF4-FFF2-40B4-BE49-F238E27FC236}">
                    <a16:creationId xmlns:a16="http://schemas.microsoft.com/office/drawing/2014/main" id="{42CC63EC-DC00-9547-E0CE-46243643C165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6" name="直接连接符 29765">
                <a:extLst>
                  <a:ext uri="{FF2B5EF4-FFF2-40B4-BE49-F238E27FC236}">
                    <a16:creationId xmlns:a16="http://schemas.microsoft.com/office/drawing/2014/main" id="{43A7B21F-C131-F9FD-234A-FFDEFA52BEF4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7" name="直接连接符 29766">
                <a:extLst>
                  <a:ext uri="{FF2B5EF4-FFF2-40B4-BE49-F238E27FC236}">
                    <a16:creationId xmlns:a16="http://schemas.microsoft.com/office/drawing/2014/main" id="{868A5E19-45CB-088A-49E3-FC4F8D5B981C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8" name="直接连接符 29767">
                <a:extLst>
                  <a:ext uri="{FF2B5EF4-FFF2-40B4-BE49-F238E27FC236}">
                    <a16:creationId xmlns:a16="http://schemas.microsoft.com/office/drawing/2014/main" id="{5EA974B0-DC21-EEB0-FED4-267B0EC4C5F6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9" name="直接连接符 29768">
                <a:extLst>
                  <a:ext uri="{FF2B5EF4-FFF2-40B4-BE49-F238E27FC236}">
                    <a16:creationId xmlns:a16="http://schemas.microsoft.com/office/drawing/2014/main" id="{F8585DAC-8BED-8232-0940-55D4C3F14AFD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A18E419-EB6A-2047-02A8-FB75105A5369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181D288F-EF87-BF00-A261-27C79FDCD7FE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D2C0FE2F-59B9-523F-2A7C-108BDE6D4EDE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28FF9D5E-B5E8-1DFB-9578-1B8835758365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B619CF02-405A-0972-207B-77CA8AB4F1D6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C09F23C-CCB1-11C4-953B-2ABC16BD207D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E3430FD6-2908-E01A-EBCF-2BAB42DE8E3E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D88C8F81-0DFB-9AC1-C132-292896F35116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9E45AE74-BC48-ACB3-8B6E-C1E494928F1B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21703D6-FAEF-8B79-EFC7-8C2FF4E43E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7254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9B544A65-6985-4D86-9CF9-1DDDC2A530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应用实例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3BA8C866-48F2-40C8-A942-E5739CF625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</a:p>
        </p:txBody>
      </p:sp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D4AFBFFB-9A87-4C06-BFDA-3A29E6FA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1E4A23-939D-43EB-8C9C-2B482D83814E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CN" sz="1400"/>
          </a:p>
        </p:txBody>
      </p:sp>
      <p:pic>
        <p:nvPicPr>
          <p:cNvPr id="30725" name="Picture 4" descr="after">
            <a:extLst>
              <a:ext uri="{FF2B5EF4-FFF2-40B4-BE49-F238E27FC236}">
                <a16:creationId xmlns:a16="http://schemas.microsoft.com/office/drawing/2014/main" id="{7506AA5B-CDBE-4D8A-9B2B-DB480F42C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420888"/>
            <a:ext cx="4037012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Line 5">
            <a:extLst>
              <a:ext uri="{FF2B5EF4-FFF2-40B4-BE49-F238E27FC236}">
                <a16:creationId xmlns:a16="http://schemas.microsoft.com/office/drawing/2014/main" id="{928E6F84-14F3-41EE-A3C5-34D4792A2F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1400" y="2971800"/>
            <a:ext cx="21336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30727" name="Text Box 84">
            <a:extLst>
              <a:ext uri="{FF2B5EF4-FFF2-40B4-BE49-F238E27FC236}">
                <a16:creationId xmlns:a16="http://schemas.microsoft.com/office/drawing/2014/main" id="{79273855-2117-4945-B30C-A67EE41D4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704391"/>
            <a:ext cx="777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</a:rPr>
              <a:t>需要找到同种亮绿色的结构，然后改变颜色</a:t>
            </a:r>
          </a:p>
        </p:txBody>
      </p:sp>
      <p:pic>
        <p:nvPicPr>
          <p:cNvPr id="30728" name="Picture 85">
            <a:extLst>
              <a:ext uri="{FF2B5EF4-FFF2-40B4-BE49-F238E27FC236}">
                <a16:creationId xmlns:a16="http://schemas.microsoft.com/office/drawing/2014/main" id="{9EBF98E5-82BD-40B1-B22E-AE0BAD81D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252" y="3225752"/>
            <a:ext cx="2057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31A356A6-22D8-5A1D-2663-35FE4044EF7D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B15CDBB0-608B-31AA-2DEE-0D49E09A1E4D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1585E63-DAB3-56AB-F2C8-80E658BFBF62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A1B1F53-1716-92A1-0B32-5BB4225AD1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23B8BE37-371A-1568-BD49-5DC93A114EEE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93630EE-1F70-E90E-66FA-62F24A6F02D5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F0454FA-E368-F900-2278-E42089132EF9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27040DB0-51BD-D850-BB37-26ED10F400A4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29F548A-9274-A6F8-92F4-4BB9B2EF6F47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50543EB2-FB66-187F-7393-25321A67536E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1EB897A3-808E-F235-E6B3-1EBDEDBC30FA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2D765945-DFB8-9180-7028-578E66A5F6EB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BE5F189A-4217-1F7E-498D-47F8C461E75E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A38DB26-0B44-2150-167D-7B87E0D3E20D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31E588A8-5C5B-36C9-491D-EB11DDFFAB9F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F58A08FF-2BE1-1F61-4865-7272432D7B59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78A2DD1F-23CE-369C-6D46-2110EFBEAC05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D9EFBC0C-7F34-A21E-2B00-567374748C22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856B8CCE-7D02-D40F-2C62-B65B1BE91A46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C3AAF1EE-957C-C9E2-5A1D-7D55FCCA66A0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C7459685-7452-EA35-BB6D-8771D5AB862B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15753FA9-23D3-E209-F3AA-3E015BB81058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C4C81804-4849-1021-D1DB-8C6908071413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E7DFD96D-AD68-18E6-D6AF-6AFCB6836BB3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E5F45CC-99E0-B9B7-1BEB-35849D61FC86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A154249-E61A-E868-ACD5-C9C2D00E5E27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DF9C61EA-AE5D-41B9-B8A6-AD8931012390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C38165DD-9C71-9B35-7FA7-1A2123BB4E48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04AB0EE9-2F16-7183-840D-3F4152984B28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4005E9E8-AFB7-FFC1-7FA4-159A9DDB6E9B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FCD61F8F-8EC2-EC6C-297C-2D8BB431011A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9FEFA497-AE7B-DE93-7B32-2C03119DE816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D0998E6E-2073-3EE5-4DAB-A536D2D3D8D8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336254C9-A695-7259-D22B-EB636B28A794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AF2688B7-F403-1EA8-7E11-45A43074CDB6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2A2929EF-3914-001A-9FEC-C4ACA526EE0D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8CBE154A-E0D0-2982-FEBB-7C8036F0BFBA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08C7A1CD-4D30-90F6-89AF-4692BC3FE30A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00CF3809-C945-6F42-1F24-67E0272B188E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101634CB-EA58-2651-7713-1F06FA0A444A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BD8FFF74-DE29-FAD6-F088-3DD117571A92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8585196C-A2F7-E61E-F919-5B9EFF5857E8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AC647DB7-298D-8E26-E75F-18BAC9B6B0A6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89C382A4-2044-BEAD-FD23-8EBD41EAB9E7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CAB97783-5DCA-3985-A8D5-7002A0607026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E8C2F26F-F1AF-1D2B-81CD-F26743B52395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1F5E66AA-12F0-FAB7-7B4A-7ADAAD79B05F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D2E676DA-370E-5D0E-5091-554D72E0BA97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D46F4348-F93D-16DA-5505-385135CA0738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566DBFDE-6271-A9ED-9A45-B4915D2737D8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3C24DF8B-4BA8-9E6A-6181-D41452A1804E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FC475689-88F6-CAD1-971F-BA479EC394D1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20" name="直接连接符 30719">
                <a:extLst>
                  <a:ext uri="{FF2B5EF4-FFF2-40B4-BE49-F238E27FC236}">
                    <a16:creationId xmlns:a16="http://schemas.microsoft.com/office/drawing/2014/main" id="{0ABE85E6-73BE-7AD7-CE5D-A7FF0E91AE4E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21" name="直接连接符 30720">
                <a:extLst>
                  <a:ext uri="{FF2B5EF4-FFF2-40B4-BE49-F238E27FC236}">
                    <a16:creationId xmlns:a16="http://schemas.microsoft.com/office/drawing/2014/main" id="{8F08EB29-C346-92C4-8FB0-CFB688D55A6B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29" name="直接连接符 30728">
                <a:extLst>
                  <a:ext uri="{FF2B5EF4-FFF2-40B4-BE49-F238E27FC236}">
                    <a16:creationId xmlns:a16="http://schemas.microsoft.com/office/drawing/2014/main" id="{ED7BD4B0-C746-28F7-362A-9F56AFD1C259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30" name="直接连接符 30729">
                <a:extLst>
                  <a:ext uri="{FF2B5EF4-FFF2-40B4-BE49-F238E27FC236}">
                    <a16:creationId xmlns:a16="http://schemas.microsoft.com/office/drawing/2014/main" id="{DDEDA669-D47C-6559-377B-6EE53D46ADC6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31" name="直接连接符 30730">
                <a:extLst>
                  <a:ext uri="{FF2B5EF4-FFF2-40B4-BE49-F238E27FC236}">
                    <a16:creationId xmlns:a16="http://schemas.microsoft.com/office/drawing/2014/main" id="{7786E333-4A12-9AE4-0B22-C9E67FA00DF3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32" name="直接连接符 30731">
                <a:extLst>
                  <a:ext uri="{FF2B5EF4-FFF2-40B4-BE49-F238E27FC236}">
                    <a16:creationId xmlns:a16="http://schemas.microsoft.com/office/drawing/2014/main" id="{17DE3721-AC1F-55D3-70CE-58266E862870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33" name="直接连接符 30732">
                <a:extLst>
                  <a:ext uri="{FF2B5EF4-FFF2-40B4-BE49-F238E27FC236}">
                    <a16:creationId xmlns:a16="http://schemas.microsoft.com/office/drawing/2014/main" id="{840645DC-0654-0B0F-52ED-817A674F8792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34" name="直接连接符 30733">
                <a:extLst>
                  <a:ext uri="{FF2B5EF4-FFF2-40B4-BE49-F238E27FC236}">
                    <a16:creationId xmlns:a16="http://schemas.microsoft.com/office/drawing/2014/main" id="{8E361BAA-1BED-8EC4-EE9F-C008A950EFD2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35" name="直接连接符 30734">
                <a:extLst>
                  <a:ext uri="{FF2B5EF4-FFF2-40B4-BE49-F238E27FC236}">
                    <a16:creationId xmlns:a16="http://schemas.microsoft.com/office/drawing/2014/main" id="{9636C08B-0C34-4E1F-108B-38B167AC8579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36" name="直接连接符 30735">
                <a:extLst>
                  <a:ext uri="{FF2B5EF4-FFF2-40B4-BE49-F238E27FC236}">
                    <a16:creationId xmlns:a16="http://schemas.microsoft.com/office/drawing/2014/main" id="{6C3A273A-C102-78BA-6E8A-A2579B4E54AD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37" name="直接连接符 30736">
                <a:extLst>
                  <a:ext uri="{FF2B5EF4-FFF2-40B4-BE49-F238E27FC236}">
                    <a16:creationId xmlns:a16="http://schemas.microsoft.com/office/drawing/2014/main" id="{D568E768-6F85-E2E0-0D6C-5003EA51A6A9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38" name="直接连接符 30737">
                <a:extLst>
                  <a:ext uri="{FF2B5EF4-FFF2-40B4-BE49-F238E27FC236}">
                    <a16:creationId xmlns:a16="http://schemas.microsoft.com/office/drawing/2014/main" id="{AEB2D01E-E952-1046-E57B-C543F40EECD9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39" name="直接连接符 30738">
                <a:extLst>
                  <a:ext uri="{FF2B5EF4-FFF2-40B4-BE49-F238E27FC236}">
                    <a16:creationId xmlns:a16="http://schemas.microsoft.com/office/drawing/2014/main" id="{E2561FFA-EE4A-BA07-5A69-029A9F0725A0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40" name="直接连接符 30739">
                <a:extLst>
                  <a:ext uri="{FF2B5EF4-FFF2-40B4-BE49-F238E27FC236}">
                    <a16:creationId xmlns:a16="http://schemas.microsoft.com/office/drawing/2014/main" id="{FCE3B6B1-AD25-6953-C498-4F364713A760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41" name="直接连接符 30740">
                <a:extLst>
                  <a:ext uri="{FF2B5EF4-FFF2-40B4-BE49-F238E27FC236}">
                    <a16:creationId xmlns:a16="http://schemas.microsoft.com/office/drawing/2014/main" id="{843B6302-EC5E-FE55-4251-C78E2EB328A3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42" name="直接连接符 30741">
                <a:extLst>
                  <a:ext uri="{FF2B5EF4-FFF2-40B4-BE49-F238E27FC236}">
                    <a16:creationId xmlns:a16="http://schemas.microsoft.com/office/drawing/2014/main" id="{030EBC88-77AE-ECD1-DE5B-9937EF22F41F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43" name="直接连接符 30742">
                <a:extLst>
                  <a:ext uri="{FF2B5EF4-FFF2-40B4-BE49-F238E27FC236}">
                    <a16:creationId xmlns:a16="http://schemas.microsoft.com/office/drawing/2014/main" id="{956F31AC-70D6-AE4F-B7FF-48037F9E1B27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44" name="直接连接符 30743">
                <a:extLst>
                  <a:ext uri="{FF2B5EF4-FFF2-40B4-BE49-F238E27FC236}">
                    <a16:creationId xmlns:a16="http://schemas.microsoft.com/office/drawing/2014/main" id="{3E0D21D6-960F-8394-2E68-38E6B749580C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45" name="直接连接符 30744">
                <a:extLst>
                  <a:ext uri="{FF2B5EF4-FFF2-40B4-BE49-F238E27FC236}">
                    <a16:creationId xmlns:a16="http://schemas.microsoft.com/office/drawing/2014/main" id="{E5D9919B-F258-4DBE-C476-643341D29E45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46" name="直接连接符 30745">
                <a:extLst>
                  <a:ext uri="{FF2B5EF4-FFF2-40B4-BE49-F238E27FC236}">
                    <a16:creationId xmlns:a16="http://schemas.microsoft.com/office/drawing/2014/main" id="{0420358F-52F0-DBD2-0343-B59D4A456807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47" name="直接连接符 30746">
                <a:extLst>
                  <a:ext uri="{FF2B5EF4-FFF2-40B4-BE49-F238E27FC236}">
                    <a16:creationId xmlns:a16="http://schemas.microsoft.com/office/drawing/2014/main" id="{1E636D34-EEB0-DE75-DF03-1EED0B514B2C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48" name="直接连接符 30747">
                <a:extLst>
                  <a:ext uri="{FF2B5EF4-FFF2-40B4-BE49-F238E27FC236}">
                    <a16:creationId xmlns:a16="http://schemas.microsoft.com/office/drawing/2014/main" id="{F4119F98-43FF-00E4-BE0C-7C2A5E5E865E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49" name="直接连接符 30748">
                <a:extLst>
                  <a:ext uri="{FF2B5EF4-FFF2-40B4-BE49-F238E27FC236}">
                    <a16:creationId xmlns:a16="http://schemas.microsoft.com/office/drawing/2014/main" id="{531EA0A3-5446-4FC3-DEE2-6F8A6C9AC4E9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50" name="直接连接符 30749">
                <a:extLst>
                  <a:ext uri="{FF2B5EF4-FFF2-40B4-BE49-F238E27FC236}">
                    <a16:creationId xmlns:a16="http://schemas.microsoft.com/office/drawing/2014/main" id="{062DE17B-7212-BD07-130E-926945524019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51" name="直接连接符 30750">
                <a:extLst>
                  <a:ext uri="{FF2B5EF4-FFF2-40B4-BE49-F238E27FC236}">
                    <a16:creationId xmlns:a16="http://schemas.microsoft.com/office/drawing/2014/main" id="{EC9B97E3-50A5-E78F-63B7-43C40FAF13B8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52" name="直接连接符 30751">
                <a:extLst>
                  <a:ext uri="{FF2B5EF4-FFF2-40B4-BE49-F238E27FC236}">
                    <a16:creationId xmlns:a16="http://schemas.microsoft.com/office/drawing/2014/main" id="{A2208792-E602-A824-AB4F-9A11E77B9846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53" name="直接连接符 30752">
                <a:extLst>
                  <a:ext uri="{FF2B5EF4-FFF2-40B4-BE49-F238E27FC236}">
                    <a16:creationId xmlns:a16="http://schemas.microsoft.com/office/drawing/2014/main" id="{D50F9790-2749-20E9-046D-81EE0E25D35E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54" name="直接连接符 30753">
                <a:extLst>
                  <a:ext uri="{FF2B5EF4-FFF2-40B4-BE49-F238E27FC236}">
                    <a16:creationId xmlns:a16="http://schemas.microsoft.com/office/drawing/2014/main" id="{5CD61A3B-4FE5-4135-5AB6-5B2ECB7D7C1C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55" name="直接连接符 30754">
                <a:extLst>
                  <a:ext uri="{FF2B5EF4-FFF2-40B4-BE49-F238E27FC236}">
                    <a16:creationId xmlns:a16="http://schemas.microsoft.com/office/drawing/2014/main" id="{D13EA096-8FD1-C4E4-205B-70672FEF38F7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56" name="直接连接符 30755">
                <a:extLst>
                  <a:ext uri="{FF2B5EF4-FFF2-40B4-BE49-F238E27FC236}">
                    <a16:creationId xmlns:a16="http://schemas.microsoft.com/office/drawing/2014/main" id="{BCD991ED-3A04-BA2A-0BA9-9A9BFD314240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57" name="直接连接符 30756">
                <a:extLst>
                  <a:ext uri="{FF2B5EF4-FFF2-40B4-BE49-F238E27FC236}">
                    <a16:creationId xmlns:a16="http://schemas.microsoft.com/office/drawing/2014/main" id="{2D960358-5BD0-4267-7DF9-641444F702F5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58" name="直接连接符 30757">
                <a:extLst>
                  <a:ext uri="{FF2B5EF4-FFF2-40B4-BE49-F238E27FC236}">
                    <a16:creationId xmlns:a16="http://schemas.microsoft.com/office/drawing/2014/main" id="{386C4FC3-E95A-BC83-3D51-94C93ECE525B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59" name="直接连接符 30758">
                <a:extLst>
                  <a:ext uri="{FF2B5EF4-FFF2-40B4-BE49-F238E27FC236}">
                    <a16:creationId xmlns:a16="http://schemas.microsoft.com/office/drawing/2014/main" id="{8A542C23-D826-C748-F8A9-28011B63F10C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60" name="直接连接符 30759">
                <a:extLst>
                  <a:ext uri="{FF2B5EF4-FFF2-40B4-BE49-F238E27FC236}">
                    <a16:creationId xmlns:a16="http://schemas.microsoft.com/office/drawing/2014/main" id="{A8B742F4-3754-2079-C9ED-99103A69F350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61" name="直接连接符 30760">
                <a:extLst>
                  <a:ext uri="{FF2B5EF4-FFF2-40B4-BE49-F238E27FC236}">
                    <a16:creationId xmlns:a16="http://schemas.microsoft.com/office/drawing/2014/main" id="{027AFF1D-66AD-B4BB-03E5-061BE76AA3B3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62" name="直接连接符 30761">
                <a:extLst>
                  <a:ext uri="{FF2B5EF4-FFF2-40B4-BE49-F238E27FC236}">
                    <a16:creationId xmlns:a16="http://schemas.microsoft.com/office/drawing/2014/main" id="{4DC5C0A6-29DA-F043-4284-2E0DE7D04545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63" name="直接连接符 30762">
                <a:extLst>
                  <a:ext uri="{FF2B5EF4-FFF2-40B4-BE49-F238E27FC236}">
                    <a16:creationId xmlns:a16="http://schemas.microsoft.com/office/drawing/2014/main" id="{BFC10154-0CBE-13DF-ABF1-2B37F9D4D9B6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64" name="直接连接符 30763">
                <a:extLst>
                  <a:ext uri="{FF2B5EF4-FFF2-40B4-BE49-F238E27FC236}">
                    <a16:creationId xmlns:a16="http://schemas.microsoft.com/office/drawing/2014/main" id="{6468D71A-E10B-1D19-8987-7C47D258BBDC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65" name="直接连接符 30764">
                <a:extLst>
                  <a:ext uri="{FF2B5EF4-FFF2-40B4-BE49-F238E27FC236}">
                    <a16:creationId xmlns:a16="http://schemas.microsoft.com/office/drawing/2014/main" id="{A78CF630-850C-C3EA-3102-51B00E1B5F08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66" name="直接连接符 30765">
                <a:extLst>
                  <a:ext uri="{FF2B5EF4-FFF2-40B4-BE49-F238E27FC236}">
                    <a16:creationId xmlns:a16="http://schemas.microsoft.com/office/drawing/2014/main" id="{CA183DC2-0141-D750-6F81-C35DB282BFB1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67" name="直接连接符 30766">
                <a:extLst>
                  <a:ext uri="{FF2B5EF4-FFF2-40B4-BE49-F238E27FC236}">
                    <a16:creationId xmlns:a16="http://schemas.microsoft.com/office/drawing/2014/main" id="{29C0A078-4AEA-FC9A-FF58-ED466FA9F797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68" name="直接连接符 30767">
                <a:extLst>
                  <a:ext uri="{FF2B5EF4-FFF2-40B4-BE49-F238E27FC236}">
                    <a16:creationId xmlns:a16="http://schemas.microsoft.com/office/drawing/2014/main" id="{FBBEE6E5-BAE5-3062-24BD-18DC10439E27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69" name="直接连接符 30768">
                <a:extLst>
                  <a:ext uri="{FF2B5EF4-FFF2-40B4-BE49-F238E27FC236}">
                    <a16:creationId xmlns:a16="http://schemas.microsoft.com/office/drawing/2014/main" id="{B1E5CABB-6ED5-AF20-7006-E0C9B912943B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70" name="直接连接符 30769">
                <a:extLst>
                  <a:ext uri="{FF2B5EF4-FFF2-40B4-BE49-F238E27FC236}">
                    <a16:creationId xmlns:a16="http://schemas.microsoft.com/office/drawing/2014/main" id="{A55A380C-A39E-7585-386A-2940FEB3C7A7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71" name="直接连接符 30770">
                <a:extLst>
                  <a:ext uri="{FF2B5EF4-FFF2-40B4-BE49-F238E27FC236}">
                    <a16:creationId xmlns:a16="http://schemas.microsoft.com/office/drawing/2014/main" id="{BFCDA3DA-AE5C-00BC-6ABC-371D3E9BA53E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72" name="直接连接符 30771">
                <a:extLst>
                  <a:ext uri="{FF2B5EF4-FFF2-40B4-BE49-F238E27FC236}">
                    <a16:creationId xmlns:a16="http://schemas.microsoft.com/office/drawing/2014/main" id="{942A738A-1FBB-6D39-A405-428A1D25B756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73" name="直接连接符 30772">
                <a:extLst>
                  <a:ext uri="{FF2B5EF4-FFF2-40B4-BE49-F238E27FC236}">
                    <a16:creationId xmlns:a16="http://schemas.microsoft.com/office/drawing/2014/main" id="{1DD3F9AD-6E39-DEB4-AF4F-20310B269A5A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74" name="直接连接符 30773">
                <a:extLst>
                  <a:ext uri="{FF2B5EF4-FFF2-40B4-BE49-F238E27FC236}">
                    <a16:creationId xmlns:a16="http://schemas.microsoft.com/office/drawing/2014/main" id="{DBC69186-F1B0-2765-FDC5-390586F71F31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75" name="直接连接符 30774">
                <a:extLst>
                  <a:ext uri="{FF2B5EF4-FFF2-40B4-BE49-F238E27FC236}">
                    <a16:creationId xmlns:a16="http://schemas.microsoft.com/office/drawing/2014/main" id="{9D80305D-F2DD-8C65-E530-2F8404F1B5F4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76" name="直接连接符 30775">
                <a:extLst>
                  <a:ext uri="{FF2B5EF4-FFF2-40B4-BE49-F238E27FC236}">
                    <a16:creationId xmlns:a16="http://schemas.microsoft.com/office/drawing/2014/main" id="{BE4570D4-E9FB-209C-FA79-55A98073AB9F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77" name="直接连接符 30776">
                <a:extLst>
                  <a:ext uri="{FF2B5EF4-FFF2-40B4-BE49-F238E27FC236}">
                    <a16:creationId xmlns:a16="http://schemas.microsoft.com/office/drawing/2014/main" id="{8247710A-8D1F-9AEC-563F-6508519116D3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78" name="直接连接符 30777">
                <a:extLst>
                  <a:ext uri="{FF2B5EF4-FFF2-40B4-BE49-F238E27FC236}">
                    <a16:creationId xmlns:a16="http://schemas.microsoft.com/office/drawing/2014/main" id="{63D16A1C-0872-9D7F-2F74-A18A73F34531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79" name="直接连接符 30778">
                <a:extLst>
                  <a:ext uri="{FF2B5EF4-FFF2-40B4-BE49-F238E27FC236}">
                    <a16:creationId xmlns:a16="http://schemas.microsoft.com/office/drawing/2014/main" id="{033FE3FE-5C52-8588-BFBA-D8A448A83788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80" name="直接连接符 30779">
                <a:extLst>
                  <a:ext uri="{FF2B5EF4-FFF2-40B4-BE49-F238E27FC236}">
                    <a16:creationId xmlns:a16="http://schemas.microsoft.com/office/drawing/2014/main" id="{FA5B30D1-60C0-BC1F-A822-8D3C9622AD35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81" name="直接连接符 30780">
                <a:extLst>
                  <a:ext uri="{FF2B5EF4-FFF2-40B4-BE49-F238E27FC236}">
                    <a16:creationId xmlns:a16="http://schemas.microsoft.com/office/drawing/2014/main" id="{1C52F605-1670-29AA-F1CC-1C71001DB1F2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82" name="直接连接符 30781">
                <a:extLst>
                  <a:ext uri="{FF2B5EF4-FFF2-40B4-BE49-F238E27FC236}">
                    <a16:creationId xmlns:a16="http://schemas.microsoft.com/office/drawing/2014/main" id="{BFB1F1E9-F580-BB36-4E69-A48B60FE6947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83" name="直接连接符 30782">
                <a:extLst>
                  <a:ext uri="{FF2B5EF4-FFF2-40B4-BE49-F238E27FC236}">
                    <a16:creationId xmlns:a16="http://schemas.microsoft.com/office/drawing/2014/main" id="{6E972F86-5CDC-708E-01D6-77ED178B06B2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84" name="直接连接符 30783">
                <a:extLst>
                  <a:ext uri="{FF2B5EF4-FFF2-40B4-BE49-F238E27FC236}">
                    <a16:creationId xmlns:a16="http://schemas.microsoft.com/office/drawing/2014/main" id="{10AF15FA-864F-E831-A204-9E018013FA98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85" name="直接连接符 30784">
                <a:extLst>
                  <a:ext uri="{FF2B5EF4-FFF2-40B4-BE49-F238E27FC236}">
                    <a16:creationId xmlns:a16="http://schemas.microsoft.com/office/drawing/2014/main" id="{37F8487E-B217-2959-DD43-BED5DBE87AE2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86" name="直接连接符 30785">
                <a:extLst>
                  <a:ext uri="{FF2B5EF4-FFF2-40B4-BE49-F238E27FC236}">
                    <a16:creationId xmlns:a16="http://schemas.microsoft.com/office/drawing/2014/main" id="{6514B769-F244-FF26-2A8F-B87B3DD89E8C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87" name="直接连接符 30786">
                <a:extLst>
                  <a:ext uri="{FF2B5EF4-FFF2-40B4-BE49-F238E27FC236}">
                    <a16:creationId xmlns:a16="http://schemas.microsoft.com/office/drawing/2014/main" id="{A7AE8930-6B43-FAA3-4C40-D4E307BE5295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88" name="直接连接符 30787">
                <a:extLst>
                  <a:ext uri="{FF2B5EF4-FFF2-40B4-BE49-F238E27FC236}">
                    <a16:creationId xmlns:a16="http://schemas.microsoft.com/office/drawing/2014/main" id="{783BD2F8-8E75-C139-23C5-602FA34B6036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89" name="直接连接符 30788">
                <a:extLst>
                  <a:ext uri="{FF2B5EF4-FFF2-40B4-BE49-F238E27FC236}">
                    <a16:creationId xmlns:a16="http://schemas.microsoft.com/office/drawing/2014/main" id="{82B381E4-06C8-EE6E-4AD7-FF26AA41935B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90" name="直接连接符 30789">
                <a:extLst>
                  <a:ext uri="{FF2B5EF4-FFF2-40B4-BE49-F238E27FC236}">
                    <a16:creationId xmlns:a16="http://schemas.microsoft.com/office/drawing/2014/main" id="{B5091864-B68F-6093-47F5-0EDDD2E7B24A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91" name="直接连接符 30790">
                <a:extLst>
                  <a:ext uri="{FF2B5EF4-FFF2-40B4-BE49-F238E27FC236}">
                    <a16:creationId xmlns:a16="http://schemas.microsoft.com/office/drawing/2014/main" id="{39F51DAA-0B99-0D86-5F71-E610D3B9D5A8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92" name="直接连接符 30791">
                <a:extLst>
                  <a:ext uri="{FF2B5EF4-FFF2-40B4-BE49-F238E27FC236}">
                    <a16:creationId xmlns:a16="http://schemas.microsoft.com/office/drawing/2014/main" id="{775EA633-55CA-9892-0DFB-4A0A62F423F3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93" name="直接连接符 30792">
                <a:extLst>
                  <a:ext uri="{FF2B5EF4-FFF2-40B4-BE49-F238E27FC236}">
                    <a16:creationId xmlns:a16="http://schemas.microsoft.com/office/drawing/2014/main" id="{9B15C7E5-FE31-6F1C-7A3C-AED4D8EE0DBB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94" name="直接连接符 30793">
                <a:extLst>
                  <a:ext uri="{FF2B5EF4-FFF2-40B4-BE49-F238E27FC236}">
                    <a16:creationId xmlns:a16="http://schemas.microsoft.com/office/drawing/2014/main" id="{4C49E1E8-22B3-D98F-709F-65E3E1EA708F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95" name="直接连接符 30794">
                <a:extLst>
                  <a:ext uri="{FF2B5EF4-FFF2-40B4-BE49-F238E27FC236}">
                    <a16:creationId xmlns:a16="http://schemas.microsoft.com/office/drawing/2014/main" id="{19019399-368A-AB2F-0A7E-158FA753A4F2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8EF0315-5AA2-DFB4-7DC9-BEE569104D6E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F1384468-35C3-6499-4232-517FCACC7AC0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CC4ABB82-E365-DDF7-2836-FFD7F080984D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41BF04E5-1A30-1F5F-1ABA-18B8592DF5E7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6FD9C3A5-291F-2AF4-49C0-2FB6CB93838D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2DE15D2F-665B-76C0-EF46-D574B977648E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13B8B1D7-97DE-7698-9BC0-B34CA93AD77E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8D59B018-2D2E-A6B9-9608-60EDFF223CFB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53E0174A-C4C9-C2D5-4083-56C1D645F6DC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76D1219-0B2F-8F39-9694-FBA4D08580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06516326-79D1-4761-94F8-5834B1C174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应用实例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5AC94F24-8DE3-41CA-8384-B297D6FB34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386106"/>
            <a:ext cx="78867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/>
              <a:t>图形填充问题：亮绿色-</a:t>
            </a:r>
            <a:r>
              <a:rPr lang="zh-CN" altLang="en-US" sz="2800" dirty="0">
                <a:sym typeface="Wingdings" panose="05000000000000000000" pitchFamily="2" charset="2"/>
              </a:rPr>
              <a:t>蓝色</a:t>
            </a:r>
            <a:r>
              <a:rPr lang="en-US" altLang="zh-CN" sz="2800" dirty="0"/>
              <a:t> </a:t>
            </a:r>
          </a:p>
          <a:p>
            <a:pPr algn="l">
              <a:lnSpc>
                <a:spcPct val="150000"/>
              </a:lnSpc>
            </a:pPr>
            <a:r>
              <a:rPr lang="zh-CN" altLang="en-US" sz="2800" b="0" i="0" dirty="0">
                <a:solidFill>
                  <a:srgbClr val="222222"/>
                </a:solidFill>
                <a:effectLst/>
                <a:latin typeface="Inter"/>
              </a:rPr>
              <a:t>给定图像中的一个淡绿色像素点，将与该点相邻的所有淡绿色像素块的颜色都变为蓝色。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b="0" i="0" dirty="0">
                <a:solidFill>
                  <a:srgbClr val="222222"/>
                </a:solidFill>
                <a:effectLst/>
                <a:latin typeface="Inter"/>
              </a:rPr>
              <a:t>节点：像素点。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b="0" i="0" dirty="0">
                <a:solidFill>
                  <a:srgbClr val="222222"/>
                </a:solidFill>
                <a:effectLst/>
                <a:latin typeface="Inter"/>
              </a:rPr>
              <a:t>边：两个相邻的淡绿色像素点。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b="0" i="0" dirty="0">
                <a:solidFill>
                  <a:srgbClr val="222222"/>
                </a:solidFill>
                <a:effectLst/>
                <a:latin typeface="Inter"/>
              </a:rPr>
              <a:t>像素块：由淡绿色像素点组成的连通分量 。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5A8DA19F-8D96-4C69-8B9E-3DBD741B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4DC9BA-FC24-4560-AED4-A4EC3A7D2A42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4006630-74E2-C9B0-9345-F35AE54593DB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1627283-7B50-4740-1CE0-AD25BC71D3F1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03FBEB30-CBC4-AE1B-AFCB-4C029607D373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1A7F08F-3BD4-75DF-DBB6-5DB0DE1DDE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20E136F5-0A94-BF63-423A-97EF63256BB2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48E9670-0918-C8E3-651D-EEA0E09F2E05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9737DCB-0602-AC1A-E070-0E0E0BA280F8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F4AFC244-3A1B-DC9D-6823-F9DA5A4C4AB3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D15C81EF-80D0-3629-E988-31C2821698E9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7223F391-57B3-F4C3-DA34-CA5486D5BCF0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BA359945-8031-330F-FCFF-DB942F23FD43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B77D375-4606-6FC5-EEF8-0EFE08B05CD0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357C42BA-9CE3-6013-BE8B-800E116AED46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9585ACD-E520-8B0A-0274-F6B233AE7C66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D9ACF676-8184-7030-DBED-3346D8478146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FF406684-7ABC-DDAD-631E-50B5AEA91B81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79BD894E-6E0A-1380-CE6E-6C5BCC0B53EF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32C547E5-A76D-27F5-4AB7-7CDE861767DD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7357BB2A-96D0-5132-7274-1A139A6ED012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213AFA97-9394-3212-52DB-17ECF839DED6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5B5F5004-6259-12F3-0781-5D3F89D9B285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E1164F21-D130-1AA9-94D4-660C056F9C92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9E9C81B1-5B4A-AFE0-7CED-0CA0012F98BC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EA2B2545-AC54-75EE-CB41-C1639AF99AB1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78E01F84-BB80-0AEE-4A7B-C99BB2A13392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3EF02620-5015-E2DD-5D0E-6E6ECB7158AA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12050CAC-EA41-105D-F3D4-EB04F5E060C2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77754E85-90F7-96EF-9175-5DD1E3AF0669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4D0D1AF9-5DCC-9D43-C26C-47F651B50D35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F44FB73E-7298-321A-5AB1-06F93D05F6B1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F448CBE4-0A70-1CA8-90E5-8AF35ADC6E3A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C4B80E23-53D9-8C77-C188-7E2E8C11A13C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B493B96F-367C-6858-47FB-815E1D2740A1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2237D3B4-5A1E-9059-6268-C51E87513BE2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F563C196-ED78-40C9-421E-C221AE16350B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09661154-F911-94AD-85B0-B82619FC8093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E33F9B81-0334-1784-36C3-E61AD987F1D0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7B5F1B4-DFCB-286E-99AE-DA325EE36199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58C5E748-202C-B430-4E29-50BF43A068C0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33863642-36A6-4C4E-513D-9FF9892EB26C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C9F92EFB-16F0-BF54-EFA6-83CF474A5810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EE084C35-4E8C-429B-DCBA-C6216F104AF9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732738CF-DE45-8BA5-9265-564414A514D9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9F3A9FEA-4274-C675-8509-4F9A2D508927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EAFE55D3-E09B-A277-109D-E7611FB6C9F1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A0EF86AE-7758-2435-7620-C2539927A0C1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BC8D3998-7384-BFD1-069D-D2C85510CFFB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DF4835B3-1DDA-6180-F7DE-42D20803B369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9C347180-98BA-30DE-1CEA-DA32B6835AA4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28D151CF-E8A8-2C2E-F26D-D9640C0CFDB0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AB8F65A9-5166-85EB-6E68-14C501E41ABC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F6B75DC4-115A-FC9A-10AA-A9802109842B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96" name="直接连接符 29695">
                <a:extLst>
                  <a:ext uri="{FF2B5EF4-FFF2-40B4-BE49-F238E27FC236}">
                    <a16:creationId xmlns:a16="http://schemas.microsoft.com/office/drawing/2014/main" id="{8202F9F2-5D88-549A-9E10-36E88194D4E9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97" name="直接连接符 29696">
                <a:extLst>
                  <a:ext uri="{FF2B5EF4-FFF2-40B4-BE49-F238E27FC236}">
                    <a16:creationId xmlns:a16="http://schemas.microsoft.com/office/drawing/2014/main" id="{D958E251-F4A3-7D80-206E-EF818FCB87CD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03" name="直接连接符 29702">
                <a:extLst>
                  <a:ext uri="{FF2B5EF4-FFF2-40B4-BE49-F238E27FC236}">
                    <a16:creationId xmlns:a16="http://schemas.microsoft.com/office/drawing/2014/main" id="{AF5EF4F7-FAEF-126C-16B6-90F1CC61E024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04" name="直接连接符 29703">
                <a:extLst>
                  <a:ext uri="{FF2B5EF4-FFF2-40B4-BE49-F238E27FC236}">
                    <a16:creationId xmlns:a16="http://schemas.microsoft.com/office/drawing/2014/main" id="{DF5A3EA2-D0C6-9F8D-2858-DAA08FA8ABA2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05" name="直接连接符 29704">
                <a:extLst>
                  <a:ext uri="{FF2B5EF4-FFF2-40B4-BE49-F238E27FC236}">
                    <a16:creationId xmlns:a16="http://schemas.microsoft.com/office/drawing/2014/main" id="{15FE3B65-EC72-DF0A-4371-B42CA3C097A7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06" name="直接连接符 29705">
                <a:extLst>
                  <a:ext uri="{FF2B5EF4-FFF2-40B4-BE49-F238E27FC236}">
                    <a16:creationId xmlns:a16="http://schemas.microsoft.com/office/drawing/2014/main" id="{1F268669-9FC9-8FAF-C701-844A59A7FF73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07" name="直接连接符 29706">
                <a:extLst>
                  <a:ext uri="{FF2B5EF4-FFF2-40B4-BE49-F238E27FC236}">
                    <a16:creationId xmlns:a16="http://schemas.microsoft.com/office/drawing/2014/main" id="{30A50C7C-B8EF-B128-79A2-D5EBD03E0FE9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08" name="直接连接符 29707">
                <a:extLst>
                  <a:ext uri="{FF2B5EF4-FFF2-40B4-BE49-F238E27FC236}">
                    <a16:creationId xmlns:a16="http://schemas.microsoft.com/office/drawing/2014/main" id="{52091A8D-20D4-9F6E-9DF7-2105D400FD11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09" name="直接连接符 29708">
                <a:extLst>
                  <a:ext uri="{FF2B5EF4-FFF2-40B4-BE49-F238E27FC236}">
                    <a16:creationId xmlns:a16="http://schemas.microsoft.com/office/drawing/2014/main" id="{F63D23F6-7122-076A-4390-C1A0BA0282C3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0" name="直接连接符 29709">
                <a:extLst>
                  <a:ext uri="{FF2B5EF4-FFF2-40B4-BE49-F238E27FC236}">
                    <a16:creationId xmlns:a16="http://schemas.microsoft.com/office/drawing/2014/main" id="{B474B903-CECB-1218-821F-94458546BF59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1" name="直接连接符 29710">
                <a:extLst>
                  <a:ext uri="{FF2B5EF4-FFF2-40B4-BE49-F238E27FC236}">
                    <a16:creationId xmlns:a16="http://schemas.microsoft.com/office/drawing/2014/main" id="{5FCB16C8-9768-3414-2207-407014990579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2" name="直接连接符 29711">
                <a:extLst>
                  <a:ext uri="{FF2B5EF4-FFF2-40B4-BE49-F238E27FC236}">
                    <a16:creationId xmlns:a16="http://schemas.microsoft.com/office/drawing/2014/main" id="{4F5849CF-CDE7-453D-B801-336AB265F68A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3" name="直接连接符 29712">
                <a:extLst>
                  <a:ext uri="{FF2B5EF4-FFF2-40B4-BE49-F238E27FC236}">
                    <a16:creationId xmlns:a16="http://schemas.microsoft.com/office/drawing/2014/main" id="{6F785368-9B09-C6F4-FFC7-232FA6B8227F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4" name="直接连接符 29713">
                <a:extLst>
                  <a:ext uri="{FF2B5EF4-FFF2-40B4-BE49-F238E27FC236}">
                    <a16:creationId xmlns:a16="http://schemas.microsoft.com/office/drawing/2014/main" id="{4C3F3DFC-E23A-35E9-3B7F-833C18E678C5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5" name="直接连接符 29714">
                <a:extLst>
                  <a:ext uri="{FF2B5EF4-FFF2-40B4-BE49-F238E27FC236}">
                    <a16:creationId xmlns:a16="http://schemas.microsoft.com/office/drawing/2014/main" id="{5CD9967A-A354-5D1A-B58F-33C16F6C76D4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6" name="直接连接符 29715">
                <a:extLst>
                  <a:ext uri="{FF2B5EF4-FFF2-40B4-BE49-F238E27FC236}">
                    <a16:creationId xmlns:a16="http://schemas.microsoft.com/office/drawing/2014/main" id="{80DF895A-76DE-C61E-9EB9-87D63701E6F6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7" name="直接连接符 29716">
                <a:extLst>
                  <a:ext uri="{FF2B5EF4-FFF2-40B4-BE49-F238E27FC236}">
                    <a16:creationId xmlns:a16="http://schemas.microsoft.com/office/drawing/2014/main" id="{05849583-54AA-F82A-4EA3-2733648D4A87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8" name="直接连接符 29717">
                <a:extLst>
                  <a:ext uri="{FF2B5EF4-FFF2-40B4-BE49-F238E27FC236}">
                    <a16:creationId xmlns:a16="http://schemas.microsoft.com/office/drawing/2014/main" id="{BA363F12-9D73-C3A0-B287-57490CA261DC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19" name="直接连接符 29718">
                <a:extLst>
                  <a:ext uri="{FF2B5EF4-FFF2-40B4-BE49-F238E27FC236}">
                    <a16:creationId xmlns:a16="http://schemas.microsoft.com/office/drawing/2014/main" id="{E031FD08-2FB6-B16E-6240-0B6FCAC3B19C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0" name="直接连接符 29719">
                <a:extLst>
                  <a:ext uri="{FF2B5EF4-FFF2-40B4-BE49-F238E27FC236}">
                    <a16:creationId xmlns:a16="http://schemas.microsoft.com/office/drawing/2014/main" id="{E8C51D12-D4D1-266E-30B7-D420CDD5E230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1" name="直接连接符 29720">
                <a:extLst>
                  <a:ext uri="{FF2B5EF4-FFF2-40B4-BE49-F238E27FC236}">
                    <a16:creationId xmlns:a16="http://schemas.microsoft.com/office/drawing/2014/main" id="{18C146C0-45C5-A240-612F-CA7F0470B82B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2" name="直接连接符 29721">
                <a:extLst>
                  <a:ext uri="{FF2B5EF4-FFF2-40B4-BE49-F238E27FC236}">
                    <a16:creationId xmlns:a16="http://schemas.microsoft.com/office/drawing/2014/main" id="{91813C56-4AA7-EE60-CA66-69E0AEE266E1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3" name="直接连接符 29722">
                <a:extLst>
                  <a:ext uri="{FF2B5EF4-FFF2-40B4-BE49-F238E27FC236}">
                    <a16:creationId xmlns:a16="http://schemas.microsoft.com/office/drawing/2014/main" id="{F0C49D75-3AAB-76D2-CB6B-F6A2D8A6D8A9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4" name="直接连接符 29723">
                <a:extLst>
                  <a:ext uri="{FF2B5EF4-FFF2-40B4-BE49-F238E27FC236}">
                    <a16:creationId xmlns:a16="http://schemas.microsoft.com/office/drawing/2014/main" id="{6990A18A-35C9-B9C5-EA51-30729923692A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5" name="直接连接符 29724">
                <a:extLst>
                  <a:ext uri="{FF2B5EF4-FFF2-40B4-BE49-F238E27FC236}">
                    <a16:creationId xmlns:a16="http://schemas.microsoft.com/office/drawing/2014/main" id="{53AD2ACF-2306-FC98-D0A6-B1CD4CBBFEAD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6" name="直接连接符 29725">
                <a:extLst>
                  <a:ext uri="{FF2B5EF4-FFF2-40B4-BE49-F238E27FC236}">
                    <a16:creationId xmlns:a16="http://schemas.microsoft.com/office/drawing/2014/main" id="{995881EB-FCC2-E22D-3F34-B773843DE355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7" name="直接连接符 29726">
                <a:extLst>
                  <a:ext uri="{FF2B5EF4-FFF2-40B4-BE49-F238E27FC236}">
                    <a16:creationId xmlns:a16="http://schemas.microsoft.com/office/drawing/2014/main" id="{92BF73D7-0875-DC30-6CF5-A77434A199CA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8" name="直接连接符 29727">
                <a:extLst>
                  <a:ext uri="{FF2B5EF4-FFF2-40B4-BE49-F238E27FC236}">
                    <a16:creationId xmlns:a16="http://schemas.microsoft.com/office/drawing/2014/main" id="{7C366704-D25D-9561-4FD8-947FD5CB888E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29" name="直接连接符 29728">
                <a:extLst>
                  <a:ext uri="{FF2B5EF4-FFF2-40B4-BE49-F238E27FC236}">
                    <a16:creationId xmlns:a16="http://schemas.microsoft.com/office/drawing/2014/main" id="{1FC9ED8E-0B41-BC24-7629-2CCFC07C2CF1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0" name="直接连接符 29729">
                <a:extLst>
                  <a:ext uri="{FF2B5EF4-FFF2-40B4-BE49-F238E27FC236}">
                    <a16:creationId xmlns:a16="http://schemas.microsoft.com/office/drawing/2014/main" id="{FC30FD2C-14E3-DDB3-CD69-F390DB1070C2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1" name="直接连接符 29730">
                <a:extLst>
                  <a:ext uri="{FF2B5EF4-FFF2-40B4-BE49-F238E27FC236}">
                    <a16:creationId xmlns:a16="http://schemas.microsoft.com/office/drawing/2014/main" id="{8B1EFD09-74FE-593F-0FA0-CAEC400C63E5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2" name="直接连接符 29731">
                <a:extLst>
                  <a:ext uri="{FF2B5EF4-FFF2-40B4-BE49-F238E27FC236}">
                    <a16:creationId xmlns:a16="http://schemas.microsoft.com/office/drawing/2014/main" id="{C9A79F77-FEC8-417C-05DA-53D4BD31EE9B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3" name="直接连接符 29732">
                <a:extLst>
                  <a:ext uri="{FF2B5EF4-FFF2-40B4-BE49-F238E27FC236}">
                    <a16:creationId xmlns:a16="http://schemas.microsoft.com/office/drawing/2014/main" id="{BBE416D4-CA37-47ED-F7A6-629A4DB612FE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4" name="直接连接符 29733">
                <a:extLst>
                  <a:ext uri="{FF2B5EF4-FFF2-40B4-BE49-F238E27FC236}">
                    <a16:creationId xmlns:a16="http://schemas.microsoft.com/office/drawing/2014/main" id="{B58AD250-27BD-CB22-E559-8F81A0734BCC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5" name="直接连接符 29734">
                <a:extLst>
                  <a:ext uri="{FF2B5EF4-FFF2-40B4-BE49-F238E27FC236}">
                    <a16:creationId xmlns:a16="http://schemas.microsoft.com/office/drawing/2014/main" id="{9EAD1E2D-5513-BDE5-E971-8436CD5FBDB7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6" name="直接连接符 29735">
                <a:extLst>
                  <a:ext uri="{FF2B5EF4-FFF2-40B4-BE49-F238E27FC236}">
                    <a16:creationId xmlns:a16="http://schemas.microsoft.com/office/drawing/2014/main" id="{2F707771-02AA-9073-287E-87D1A153B4E9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7" name="直接连接符 29736">
                <a:extLst>
                  <a:ext uri="{FF2B5EF4-FFF2-40B4-BE49-F238E27FC236}">
                    <a16:creationId xmlns:a16="http://schemas.microsoft.com/office/drawing/2014/main" id="{7E3D0979-D61C-1D95-E093-AAE9AB399AAA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8" name="直接连接符 29737">
                <a:extLst>
                  <a:ext uri="{FF2B5EF4-FFF2-40B4-BE49-F238E27FC236}">
                    <a16:creationId xmlns:a16="http://schemas.microsoft.com/office/drawing/2014/main" id="{BD8F84D6-F313-6A20-01B2-FDC4859B585C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39" name="直接连接符 29738">
                <a:extLst>
                  <a:ext uri="{FF2B5EF4-FFF2-40B4-BE49-F238E27FC236}">
                    <a16:creationId xmlns:a16="http://schemas.microsoft.com/office/drawing/2014/main" id="{3AD56710-92B7-EBBA-546D-9EF50374501A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0" name="直接连接符 29739">
                <a:extLst>
                  <a:ext uri="{FF2B5EF4-FFF2-40B4-BE49-F238E27FC236}">
                    <a16:creationId xmlns:a16="http://schemas.microsoft.com/office/drawing/2014/main" id="{021DACB1-2955-9ACA-E8CC-900640740A3F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1" name="直接连接符 29740">
                <a:extLst>
                  <a:ext uri="{FF2B5EF4-FFF2-40B4-BE49-F238E27FC236}">
                    <a16:creationId xmlns:a16="http://schemas.microsoft.com/office/drawing/2014/main" id="{3AFC3B62-EC62-D6A2-76AA-822922395BBC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2" name="直接连接符 29741">
                <a:extLst>
                  <a:ext uri="{FF2B5EF4-FFF2-40B4-BE49-F238E27FC236}">
                    <a16:creationId xmlns:a16="http://schemas.microsoft.com/office/drawing/2014/main" id="{288022ED-87C0-686F-C82C-42D6F0B5E4EF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3" name="直接连接符 29742">
                <a:extLst>
                  <a:ext uri="{FF2B5EF4-FFF2-40B4-BE49-F238E27FC236}">
                    <a16:creationId xmlns:a16="http://schemas.microsoft.com/office/drawing/2014/main" id="{4A5FC274-5741-1FF5-2B2C-872739AB5A26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4" name="直接连接符 29743">
                <a:extLst>
                  <a:ext uri="{FF2B5EF4-FFF2-40B4-BE49-F238E27FC236}">
                    <a16:creationId xmlns:a16="http://schemas.microsoft.com/office/drawing/2014/main" id="{A667D144-85A5-6822-C6CC-15D8FB1C6236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5" name="直接连接符 29744">
                <a:extLst>
                  <a:ext uri="{FF2B5EF4-FFF2-40B4-BE49-F238E27FC236}">
                    <a16:creationId xmlns:a16="http://schemas.microsoft.com/office/drawing/2014/main" id="{9CFFB5B4-8153-BCE7-7717-EF12E8D25E52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6" name="直接连接符 29745">
                <a:extLst>
                  <a:ext uri="{FF2B5EF4-FFF2-40B4-BE49-F238E27FC236}">
                    <a16:creationId xmlns:a16="http://schemas.microsoft.com/office/drawing/2014/main" id="{0CEF8E2C-FEE8-E7AC-23EA-28C87B33ABC9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7" name="直接连接符 29746">
                <a:extLst>
                  <a:ext uri="{FF2B5EF4-FFF2-40B4-BE49-F238E27FC236}">
                    <a16:creationId xmlns:a16="http://schemas.microsoft.com/office/drawing/2014/main" id="{0832D32C-AAF8-6066-DCC2-BFDA83ABF0E3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8" name="直接连接符 29747">
                <a:extLst>
                  <a:ext uri="{FF2B5EF4-FFF2-40B4-BE49-F238E27FC236}">
                    <a16:creationId xmlns:a16="http://schemas.microsoft.com/office/drawing/2014/main" id="{D855B811-F142-61FD-6E61-1FA1732C8031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49" name="直接连接符 29748">
                <a:extLst>
                  <a:ext uri="{FF2B5EF4-FFF2-40B4-BE49-F238E27FC236}">
                    <a16:creationId xmlns:a16="http://schemas.microsoft.com/office/drawing/2014/main" id="{ADB1FCC2-C5A4-449F-DA53-8CB8920578AB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0" name="直接连接符 29749">
                <a:extLst>
                  <a:ext uri="{FF2B5EF4-FFF2-40B4-BE49-F238E27FC236}">
                    <a16:creationId xmlns:a16="http://schemas.microsoft.com/office/drawing/2014/main" id="{F6063D07-4591-CC5D-7345-CB05BD3366F7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1" name="直接连接符 29750">
                <a:extLst>
                  <a:ext uri="{FF2B5EF4-FFF2-40B4-BE49-F238E27FC236}">
                    <a16:creationId xmlns:a16="http://schemas.microsoft.com/office/drawing/2014/main" id="{278342A4-BE78-572C-2B89-B545ED61D606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2" name="直接连接符 29751">
                <a:extLst>
                  <a:ext uri="{FF2B5EF4-FFF2-40B4-BE49-F238E27FC236}">
                    <a16:creationId xmlns:a16="http://schemas.microsoft.com/office/drawing/2014/main" id="{0034FCC2-A4E4-E350-A892-CA4CD8EB79B8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3" name="直接连接符 29752">
                <a:extLst>
                  <a:ext uri="{FF2B5EF4-FFF2-40B4-BE49-F238E27FC236}">
                    <a16:creationId xmlns:a16="http://schemas.microsoft.com/office/drawing/2014/main" id="{B904D0D3-D712-C024-31D7-A11DB6DC2573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4" name="直接连接符 29753">
                <a:extLst>
                  <a:ext uri="{FF2B5EF4-FFF2-40B4-BE49-F238E27FC236}">
                    <a16:creationId xmlns:a16="http://schemas.microsoft.com/office/drawing/2014/main" id="{36B729DD-A1CD-9A0B-6B18-EB6F44EBA70F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5" name="直接连接符 29754">
                <a:extLst>
                  <a:ext uri="{FF2B5EF4-FFF2-40B4-BE49-F238E27FC236}">
                    <a16:creationId xmlns:a16="http://schemas.microsoft.com/office/drawing/2014/main" id="{C2A342EA-948E-F94C-14D6-06C614756352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6" name="直接连接符 29755">
                <a:extLst>
                  <a:ext uri="{FF2B5EF4-FFF2-40B4-BE49-F238E27FC236}">
                    <a16:creationId xmlns:a16="http://schemas.microsoft.com/office/drawing/2014/main" id="{115777A8-9D03-F873-AD7E-31DEABD04AAE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7" name="直接连接符 29756">
                <a:extLst>
                  <a:ext uri="{FF2B5EF4-FFF2-40B4-BE49-F238E27FC236}">
                    <a16:creationId xmlns:a16="http://schemas.microsoft.com/office/drawing/2014/main" id="{E9EAC644-C9E5-A027-BCF6-2DCB9D2B9ED6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8" name="直接连接符 29757">
                <a:extLst>
                  <a:ext uri="{FF2B5EF4-FFF2-40B4-BE49-F238E27FC236}">
                    <a16:creationId xmlns:a16="http://schemas.microsoft.com/office/drawing/2014/main" id="{4A83F83C-5965-18EB-A731-6729ABBD61D0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59" name="直接连接符 29758">
                <a:extLst>
                  <a:ext uri="{FF2B5EF4-FFF2-40B4-BE49-F238E27FC236}">
                    <a16:creationId xmlns:a16="http://schemas.microsoft.com/office/drawing/2014/main" id="{7D5AF592-0558-F540-76E8-D704A96FF4AD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0" name="直接连接符 29759">
                <a:extLst>
                  <a:ext uri="{FF2B5EF4-FFF2-40B4-BE49-F238E27FC236}">
                    <a16:creationId xmlns:a16="http://schemas.microsoft.com/office/drawing/2014/main" id="{2BB496F6-F4D3-7E83-7999-306EC454D539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1" name="直接连接符 29760">
                <a:extLst>
                  <a:ext uri="{FF2B5EF4-FFF2-40B4-BE49-F238E27FC236}">
                    <a16:creationId xmlns:a16="http://schemas.microsoft.com/office/drawing/2014/main" id="{3CD11967-0EBF-DC30-38E5-30CFC08F635D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2" name="直接连接符 29761">
                <a:extLst>
                  <a:ext uri="{FF2B5EF4-FFF2-40B4-BE49-F238E27FC236}">
                    <a16:creationId xmlns:a16="http://schemas.microsoft.com/office/drawing/2014/main" id="{9FD97C18-C069-598B-FFEC-358BD65B55AD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3" name="直接连接符 29762">
                <a:extLst>
                  <a:ext uri="{FF2B5EF4-FFF2-40B4-BE49-F238E27FC236}">
                    <a16:creationId xmlns:a16="http://schemas.microsoft.com/office/drawing/2014/main" id="{58AA7DE2-CA6B-3D9D-8F96-134E5736EDE3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4" name="直接连接符 29763">
                <a:extLst>
                  <a:ext uri="{FF2B5EF4-FFF2-40B4-BE49-F238E27FC236}">
                    <a16:creationId xmlns:a16="http://schemas.microsoft.com/office/drawing/2014/main" id="{BB7F8E69-0CAE-37B1-B0AD-0FCDE01ECD52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5" name="直接连接符 29764">
                <a:extLst>
                  <a:ext uri="{FF2B5EF4-FFF2-40B4-BE49-F238E27FC236}">
                    <a16:creationId xmlns:a16="http://schemas.microsoft.com/office/drawing/2014/main" id="{95E7BC03-C00B-0089-FA86-31AEFF0D13A2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6" name="直接连接符 29765">
                <a:extLst>
                  <a:ext uri="{FF2B5EF4-FFF2-40B4-BE49-F238E27FC236}">
                    <a16:creationId xmlns:a16="http://schemas.microsoft.com/office/drawing/2014/main" id="{0316963A-0312-0E21-346C-F92E4F460D15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7" name="直接连接符 29766">
                <a:extLst>
                  <a:ext uri="{FF2B5EF4-FFF2-40B4-BE49-F238E27FC236}">
                    <a16:creationId xmlns:a16="http://schemas.microsoft.com/office/drawing/2014/main" id="{74D6F13C-8B26-EC61-B2A9-6C2064024A1C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8" name="直接连接符 29767">
                <a:extLst>
                  <a:ext uri="{FF2B5EF4-FFF2-40B4-BE49-F238E27FC236}">
                    <a16:creationId xmlns:a16="http://schemas.microsoft.com/office/drawing/2014/main" id="{AE7621A5-5F22-4253-76AE-9212BB390B3C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69" name="直接连接符 29768">
                <a:extLst>
                  <a:ext uri="{FF2B5EF4-FFF2-40B4-BE49-F238E27FC236}">
                    <a16:creationId xmlns:a16="http://schemas.microsoft.com/office/drawing/2014/main" id="{D8D4A1BA-BB60-4479-DA1A-92BC10A16235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750F9B7-8254-A106-592D-276EE27FC220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14EEA6E3-F523-F488-FF4B-02F0FBFF06CB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3F70E83F-C8B1-210F-BF6E-89C49829DE2A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A27DA858-5F8F-8049-1B39-2BBC0068CED2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71CE966C-9C28-2AE9-FCBD-8C353E93E2F1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335F1FA5-3F6F-30C6-437F-34A3EC2EAC88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DAF370A6-C81A-AE9A-1545-130CBF267C25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BE36167E-1D93-617C-E76C-E4D084BF0D6C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EFF52059-162D-5696-8A76-D3FA8E9C22B9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4398A4B0-2BED-436C-8FEA-0C3EE4892C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9274EBA-6FCF-C162-205A-FC60EBD7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2E9308E7-6C31-7315-E25A-A881A2DB0A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连通分支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29CAEF4C-A638-85BC-93AC-8B8D7EAB7D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69411"/>
            <a:ext cx="7886700" cy="4351338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400" dirty="0"/>
              <a:t>指从某个特定节点 </a:t>
            </a:r>
            <a:r>
              <a:rPr lang="en-US" altLang="zh-CN" sz="2400" dirty="0"/>
              <a:t>s </a:t>
            </a:r>
            <a:r>
              <a:rPr lang="zh-CN" altLang="en-US" sz="2400" dirty="0"/>
              <a:t>出发，能够到达的所有节点的集合</a:t>
            </a:r>
            <a:endParaRPr lang="en-US" altLang="zh-CN" sz="2400" dirty="0"/>
          </a:p>
        </p:txBody>
      </p:sp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9E077373-299B-94C6-7C25-23BE32E0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B0CAD3-D903-4325-A86E-4DF8C78865DB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CN" sz="14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45D432-43AF-E1F4-A829-314DAD23A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2487747"/>
            <a:ext cx="5028324" cy="270351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22515AA-1283-D3D9-519C-460F3E761106}"/>
              </a:ext>
            </a:extLst>
          </p:cNvPr>
          <p:cNvSpPr txBox="1"/>
          <p:nvPr/>
        </p:nvSpPr>
        <p:spPr>
          <a:xfrm>
            <a:off x="689164" y="5799469"/>
            <a:ext cx="7997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Inter"/>
              </a:rPr>
              <a:t>包含节点</a:t>
            </a:r>
            <a:r>
              <a:rPr lang="en-US" altLang="zh-CN" sz="2400" dirty="0">
                <a:latin typeface="Inter"/>
              </a:rPr>
              <a:t>1</a:t>
            </a:r>
            <a:r>
              <a:rPr lang="zh-CN" altLang="en-US" sz="2400" dirty="0">
                <a:latin typeface="Inter"/>
              </a:rPr>
              <a:t>的连通分支</a:t>
            </a:r>
            <a:r>
              <a:rPr lang="en-US" altLang="zh-CN" sz="2400" dirty="0">
                <a:latin typeface="Inter"/>
              </a:rPr>
              <a:t>= { 1,2,3,4,5,6,7,8}</a:t>
            </a:r>
            <a:endParaRPr lang="zh-CN" altLang="en-US" sz="24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E41EF1A-80F8-D711-75D0-02B724D3B769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8E206CA-364D-48B2-93E2-C14E8FB22AC4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F917E820-EEF5-5F30-5A8F-9C8ECC7CD914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81392539-5F47-0384-C99D-4D6A31C94E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5D68BB80-510D-F8F4-2FEC-C07D44EEE81E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1A5CBD-E5A1-1579-34C2-C0AA6071BAC1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F985002-1A87-7200-8696-2C7FAE137FEB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D57625F4-A6AD-4D14-048B-F5C1CB406695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E1424F33-EB45-04B9-2442-F56D594A103D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E9467291-FE10-2DDB-9FA4-05F1B8FF3C9E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0890B17F-9189-479C-DC8F-9B1F57F1B4F2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411A1E4-CA35-7663-DDBB-8BF71F52543B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4B73120E-394D-1934-AD6B-D20D10440A73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18061B4A-BDC0-E54C-12E3-5900A40E5831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ADD70A48-5A3B-DD5B-0AAC-55B8B496E099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498CA0B9-57F1-F522-6B11-98C81053EFF0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03C6CD19-9E4F-26E9-8655-308BABE69AF6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A0980CAE-18B2-6A3A-AA49-D9A5277DACCA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35AC9A8-0020-5094-2F16-0482D4BE379D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E614E89A-3F8D-236C-52BF-9AA5571378D8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6B6110FF-0624-C1B2-9A95-AD8D3FD27FBD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EA223650-687A-ACCB-5545-6E2367FD2564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FED1B400-055C-FB8A-513C-4D2482EFAA9D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456624A4-56E5-AD78-B8BC-8BD680EE6AA4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592F3E25-BF0B-2138-12C4-DAEB8D01878B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98068F11-4F94-3C22-D144-5F53E92D83AA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0B24AD3A-7082-8887-53E4-FC97544FAC6B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0D66B67A-9E1E-BC59-A60D-6833DBF0E7E6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EA374ED9-EEA2-0C42-1800-4E99C5A0176C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621EE440-F453-7E5F-E8E8-CDF1DEA98054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B86CC63F-2820-D016-E12F-8048139E2DFE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AA31494A-73D8-4168-67E2-7E5AE6B82524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C3E68FCE-586B-E02E-85C9-7AC981A01806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35DFD9FF-82FF-4E56-AB9D-F8C3E2EE8038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25B97EBD-2575-52B4-71C0-A0B83D360B22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A763FB85-D9D1-CE37-FF55-B16AEC5FCC7A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EF2C891B-70D3-25F7-DF82-060A3358F8DF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2A468EE6-7C11-BE1F-F109-9612A5FE2612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3010DB8B-B7C2-D8E6-4327-BA8AA639A95C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2E9C4F37-A918-EC28-D9CF-37D599EE051E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6926BF38-8B5A-16EA-8D14-EF7E1431BF8B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473BD1F3-B810-35D4-5E65-792DFE12C182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161689A5-C2DC-C740-13D0-B36371944FC4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674B083C-33C9-509A-112A-CE6629EF279A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AAF82543-74BC-90DA-F1D1-8471BAD8FA24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E7B09D6A-2DF7-D0EE-EC3A-82719202D040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FCC66B9F-1384-429F-760E-59ABA9A881DD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D743F649-8792-69FF-1388-BCF460D08621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D3389AEC-0D1D-4D7F-F94E-B7A7C69BD121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FA289231-B44E-BFB9-282A-C5F95ABFDC36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4" name="直接连接符 47103">
                <a:extLst>
                  <a:ext uri="{FF2B5EF4-FFF2-40B4-BE49-F238E27FC236}">
                    <a16:creationId xmlns:a16="http://schemas.microsoft.com/office/drawing/2014/main" id="{B5B8BBA5-CFEB-988F-C183-BC5589DB8B17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5" name="直接连接符 47104">
                <a:extLst>
                  <a:ext uri="{FF2B5EF4-FFF2-40B4-BE49-F238E27FC236}">
                    <a16:creationId xmlns:a16="http://schemas.microsoft.com/office/drawing/2014/main" id="{026158CA-A685-9370-FBBB-7D6A1EC32847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6" name="直接连接符 47105">
                <a:extLst>
                  <a:ext uri="{FF2B5EF4-FFF2-40B4-BE49-F238E27FC236}">
                    <a16:creationId xmlns:a16="http://schemas.microsoft.com/office/drawing/2014/main" id="{FDA216D9-9C9A-DF96-C7CC-34117D0E35E7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8" name="直接连接符 47107">
                <a:extLst>
                  <a:ext uri="{FF2B5EF4-FFF2-40B4-BE49-F238E27FC236}">
                    <a16:creationId xmlns:a16="http://schemas.microsoft.com/office/drawing/2014/main" id="{50ED2A21-1137-5350-C8B6-742B1FAECE62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9" name="直接连接符 47108">
                <a:extLst>
                  <a:ext uri="{FF2B5EF4-FFF2-40B4-BE49-F238E27FC236}">
                    <a16:creationId xmlns:a16="http://schemas.microsoft.com/office/drawing/2014/main" id="{588C4793-AF5F-E15B-F49C-775FB6E4CC76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0" name="直接连接符 47109">
                <a:extLst>
                  <a:ext uri="{FF2B5EF4-FFF2-40B4-BE49-F238E27FC236}">
                    <a16:creationId xmlns:a16="http://schemas.microsoft.com/office/drawing/2014/main" id="{843364F3-4CD2-4E96-37C0-1EB4DB61D5DB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1" name="直接连接符 47110">
                <a:extLst>
                  <a:ext uri="{FF2B5EF4-FFF2-40B4-BE49-F238E27FC236}">
                    <a16:creationId xmlns:a16="http://schemas.microsoft.com/office/drawing/2014/main" id="{58E4F4FA-9331-409E-E236-5E623AC46E2B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2" name="直接连接符 47111">
                <a:extLst>
                  <a:ext uri="{FF2B5EF4-FFF2-40B4-BE49-F238E27FC236}">
                    <a16:creationId xmlns:a16="http://schemas.microsoft.com/office/drawing/2014/main" id="{3A63891D-6937-35F7-F5CD-36E27D175DC8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3" name="直接连接符 47112">
                <a:extLst>
                  <a:ext uri="{FF2B5EF4-FFF2-40B4-BE49-F238E27FC236}">
                    <a16:creationId xmlns:a16="http://schemas.microsoft.com/office/drawing/2014/main" id="{1FD6262E-ECF0-C772-BCB1-E0E78C34A100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4" name="直接连接符 47113">
                <a:extLst>
                  <a:ext uri="{FF2B5EF4-FFF2-40B4-BE49-F238E27FC236}">
                    <a16:creationId xmlns:a16="http://schemas.microsoft.com/office/drawing/2014/main" id="{F16149AA-A099-45FA-F7AB-EDDFEF4BFFE8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5" name="直接连接符 47114">
                <a:extLst>
                  <a:ext uri="{FF2B5EF4-FFF2-40B4-BE49-F238E27FC236}">
                    <a16:creationId xmlns:a16="http://schemas.microsoft.com/office/drawing/2014/main" id="{D8EEA64A-5639-B981-7BB3-D31805162978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6" name="直接连接符 47115">
                <a:extLst>
                  <a:ext uri="{FF2B5EF4-FFF2-40B4-BE49-F238E27FC236}">
                    <a16:creationId xmlns:a16="http://schemas.microsoft.com/office/drawing/2014/main" id="{1E7A3B40-1884-C637-C54A-86F05C7FBFE2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7" name="直接连接符 47116">
                <a:extLst>
                  <a:ext uri="{FF2B5EF4-FFF2-40B4-BE49-F238E27FC236}">
                    <a16:creationId xmlns:a16="http://schemas.microsoft.com/office/drawing/2014/main" id="{77233345-CAEB-4701-6474-A0BB1C097520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8" name="直接连接符 47117">
                <a:extLst>
                  <a:ext uri="{FF2B5EF4-FFF2-40B4-BE49-F238E27FC236}">
                    <a16:creationId xmlns:a16="http://schemas.microsoft.com/office/drawing/2014/main" id="{C49A4E36-A73C-AFD4-D05F-D9BF64E4B4D1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9" name="直接连接符 47118">
                <a:extLst>
                  <a:ext uri="{FF2B5EF4-FFF2-40B4-BE49-F238E27FC236}">
                    <a16:creationId xmlns:a16="http://schemas.microsoft.com/office/drawing/2014/main" id="{33F979CC-8D78-71F4-46B2-294CC78F2B60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0" name="直接连接符 47119">
                <a:extLst>
                  <a:ext uri="{FF2B5EF4-FFF2-40B4-BE49-F238E27FC236}">
                    <a16:creationId xmlns:a16="http://schemas.microsoft.com/office/drawing/2014/main" id="{AAAD7181-6266-55E1-5B93-F72EDF6065C3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1" name="直接连接符 47120">
                <a:extLst>
                  <a:ext uri="{FF2B5EF4-FFF2-40B4-BE49-F238E27FC236}">
                    <a16:creationId xmlns:a16="http://schemas.microsoft.com/office/drawing/2014/main" id="{E02367C6-04BD-7E01-7956-6D1C96EAE754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2" name="直接连接符 47121">
                <a:extLst>
                  <a:ext uri="{FF2B5EF4-FFF2-40B4-BE49-F238E27FC236}">
                    <a16:creationId xmlns:a16="http://schemas.microsoft.com/office/drawing/2014/main" id="{AA29E454-1FBA-83CA-EDA4-3D4D32BFE94B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3" name="直接连接符 47122">
                <a:extLst>
                  <a:ext uri="{FF2B5EF4-FFF2-40B4-BE49-F238E27FC236}">
                    <a16:creationId xmlns:a16="http://schemas.microsoft.com/office/drawing/2014/main" id="{DF4BD21C-FAEF-E771-77B5-8C473834E905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4" name="直接连接符 47123">
                <a:extLst>
                  <a:ext uri="{FF2B5EF4-FFF2-40B4-BE49-F238E27FC236}">
                    <a16:creationId xmlns:a16="http://schemas.microsoft.com/office/drawing/2014/main" id="{A7789851-529E-6EAF-6350-4DC22AA43E38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5" name="直接连接符 47124">
                <a:extLst>
                  <a:ext uri="{FF2B5EF4-FFF2-40B4-BE49-F238E27FC236}">
                    <a16:creationId xmlns:a16="http://schemas.microsoft.com/office/drawing/2014/main" id="{D09F5D36-6158-9054-A2D6-1C9EB1113D44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6" name="直接连接符 47125">
                <a:extLst>
                  <a:ext uri="{FF2B5EF4-FFF2-40B4-BE49-F238E27FC236}">
                    <a16:creationId xmlns:a16="http://schemas.microsoft.com/office/drawing/2014/main" id="{919DC0EB-81CD-0567-2D27-5598D3CC20BD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7" name="直接连接符 47126">
                <a:extLst>
                  <a:ext uri="{FF2B5EF4-FFF2-40B4-BE49-F238E27FC236}">
                    <a16:creationId xmlns:a16="http://schemas.microsoft.com/office/drawing/2014/main" id="{3FACC79B-A798-6B04-6225-B9250AE48D1C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8" name="直接连接符 47127">
                <a:extLst>
                  <a:ext uri="{FF2B5EF4-FFF2-40B4-BE49-F238E27FC236}">
                    <a16:creationId xmlns:a16="http://schemas.microsoft.com/office/drawing/2014/main" id="{E3C5C23C-2E09-E2E4-B010-7714F55608E0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29" name="直接连接符 47128">
                <a:extLst>
                  <a:ext uri="{FF2B5EF4-FFF2-40B4-BE49-F238E27FC236}">
                    <a16:creationId xmlns:a16="http://schemas.microsoft.com/office/drawing/2014/main" id="{DD6EAFE1-F0B2-61DF-AF22-D2322A9D18D3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0" name="直接连接符 47129">
                <a:extLst>
                  <a:ext uri="{FF2B5EF4-FFF2-40B4-BE49-F238E27FC236}">
                    <a16:creationId xmlns:a16="http://schemas.microsoft.com/office/drawing/2014/main" id="{18B82AD2-9C5F-F68D-4C6C-9372A11C08C9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1" name="直接连接符 47130">
                <a:extLst>
                  <a:ext uri="{FF2B5EF4-FFF2-40B4-BE49-F238E27FC236}">
                    <a16:creationId xmlns:a16="http://schemas.microsoft.com/office/drawing/2014/main" id="{48927180-8707-93BC-8433-B8DEB5240DC8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2" name="直接连接符 47131">
                <a:extLst>
                  <a:ext uri="{FF2B5EF4-FFF2-40B4-BE49-F238E27FC236}">
                    <a16:creationId xmlns:a16="http://schemas.microsoft.com/office/drawing/2014/main" id="{4EFBE9E6-121E-377F-136B-7204ED3291CC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3" name="直接连接符 47132">
                <a:extLst>
                  <a:ext uri="{FF2B5EF4-FFF2-40B4-BE49-F238E27FC236}">
                    <a16:creationId xmlns:a16="http://schemas.microsoft.com/office/drawing/2014/main" id="{5951EAAB-9A94-4211-46E1-A31EE78C1003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4" name="直接连接符 47133">
                <a:extLst>
                  <a:ext uri="{FF2B5EF4-FFF2-40B4-BE49-F238E27FC236}">
                    <a16:creationId xmlns:a16="http://schemas.microsoft.com/office/drawing/2014/main" id="{6D789B97-1BD4-C619-FF2C-4AA4479C7A5D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5" name="直接连接符 47134">
                <a:extLst>
                  <a:ext uri="{FF2B5EF4-FFF2-40B4-BE49-F238E27FC236}">
                    <a16:creationId xmlns:a16="http://schemas.microsoft.com/office/drawing/2014/main" id="{49EFC70E-2E09-DFD4-37DA-6BEF5EA51E03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6" name="直接连接符 47135">
                <a:extLst>
                  <a:ext uri="{FF2B5EF4-FFF2-40B4-BE49-F238E27FC236}">
                    <a16:creationId xmlns:a16="http://schemas.microsoft.com/office/drawing/2014/main" id="{736AD022-4AAA-8B7B-CBB8-0C844ADBEFC1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7" name="直接连接符 47136">
                <a:extLst>
                  <a:ext uri="{FF2B5EF4-FFF2-40B4-BE49-F238E27FC236}">
                    <a16:creationId xmlns:a16="http://schemas.microsoft.com/office/drawing/2014/main" id="{4FA156DC-C66A-08D7-C27F-711B99CAD64C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8" name="直接连接符 47137">
                <a:extLst>
                  <a:ext uri="{FF2B5EF4-FFF2-40B4-BE49-F238E27FC236}">
                    <a16:creationId xmlns:a16="http://schemas.microsoft.com/office/drawing/2014/main" id="{04BDBAE2-81BF-F1FA-7BBA-B4F0408035E4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39" name="直接连接符 47138">
                <a:extLst>
                  <a:ext uri="{FF2B5EF4-FFF2-40B4-BE49-F238E27FC236}">
                    <a16:creationId xmlns:a16="http://schemas.microsoft.com/office/drawing/2014/main" id="{2C67C238-A6D5-664C-E395-0D8B0B8EC9A0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0" name="直接连接符 47139">
                <a:extLst>
                  <a:ext uri="{FF2B5EF4-FFF2-40B4-BE49-F238E27FC236}">
                    <a16:creationId xmlns:a16="http://schemas.microsoft.com/office/drawing/2014/main" id="{FAC707F6-10E4-F96A-44E8-7DAE1EB2B716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1" name="直接连接符 47140">
                <a:extLst>
                  <a:ext uri="{FF2B5EF4-FFF2-40B4-BE49-F238E27FC236}">
                    <a16:creationId xmlns:a16="http://schemas.microsoft.com/office/drawing/2014/main" id="{20D5E095-34E3-EDCC-7699-E08A51A35FDE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2" name="直接连接符 47141">
                <a:extLst>
                  <a:ext uri="{FF2B5EF4-FFF2-40B4-BE49-F238E27FC236}">
                    <a16:creationId xmlns:a16="http://schemas.microsoft.com/office/drawing/2014/main" id="{319456DA-CB58-CFA8-D781-61F00FE0C12F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3" name="直接连接符 47142">
                <a:extLst>
                  <a:ext uri="{FF2B5EF4-FFF2-40B4-BE49-F238E27FC236}">
                    <a16:creationId xmlns:a16="http://schemas.microsoft.com/office/drawing/2014/main" id="{7FFFBB76-3946-8E70-F390-E1D2850A321E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4" name="直接连接符 47143">
                <a:extLst>
                  <a:ext uri="{FF2B5EF4-FFF2-40B4-BE49-F238E27FC236}">
                    <a16:creationId xmlns:a16="http://schemas.microsoft.com/office/drawing/2014/main" id="{397C872F-7B8B-72DE-5BBD-F3A15B38101E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5" name="直接连接符 47144">
                <a:extLst>
                  <a:ext uri="{FF2B5EF4-FFF2-40B4-BE49-F238E27FC236}">
                    <a16:creationId xmlns:a16="http://schemas.microsoft.com/office/drawing/2014/main" id="{6BE91504-A458-E983-A073-BC7CEC3B8510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6" name="直接连接符 47145">
                <a:extLst>
                  <a:ext uri="{FF2B5EF4-FFF2-40B4-BE49-F238E27FC236}">
                    <a16:creationId xmlns:a16="http://schemas.microsoft.com/office/drawing/2014/main" id="{07CF642C-0473-5B12-8402-0A2F16ACD91E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7" name="直接连接符 47146">
                <a:extLst>
                  <a:ext uri="{FF2B5EF4-FFF2-40B4-BE49-F238E27FC236}">
                    <a16:creationId xmlns:a16="http://schemas.microsoft.com/office/drawing/2014/main" id="{27C43248-7591-50A5-BD6A-5B94186B2AE9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8" name="直接连接符 47147">
                <a:extLst>
                  <a:ext uri="{FF2B5EF4-FFF2-40B4-BE49-F238E27FC236}">
                    <a16:creationId xmlns:a16="http://schemas.microsoft.com/office/drawing/2014/main" id="{81E1FA50-023F-2337-26A4-6832FA3180F3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49" name="直接连接符 47148">
                <a:extLst>
                  <a:ext uri="{FF2B5EF4-FFF2-40B4-BE49-F238E27FC236}">
                    <a16:creationId xmlns:a16="http://schemas.microsoft.com/office/drawing/2014/main" id="{75B9460D-D8B0-FCD5-5490-908C2991C1F0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0" name="直接连接符 47149">
                <a:extLst>
                  <a:ext uri="{FF2B5EF4-FFF2-40B4-BE49-F238E27FC236}">
                    <a16:creationId xmlns:a16="http://schemas.microsoft.com/office/drawing/2014/main" id="{22DDCC39-7088-22B1-C4AB-105064CDAAFC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1" name="直接连接符 47150">
                <a:extLst>
                  <a:ext uri="{FF2B5EF4-FFF2-40B4-BE49-F238E27FC236}">
                    <a16:creationId xmlns:a16="http://schemas.microsoft.com/office/drawing/2014/main" id="{B8DD72A8-92C2-1941-CD78-87AFC1B0EF61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2" name="直接连接符 47151">
                <a:extLst>
                  <a:ext uri="{FF2B5EF4-FFF2-40B4-BE49-F238E27FC236}">
                    <a16:creationId xmlns:a16="http://schemas.microsoft.com/office/drawing/2014/main" id="{FF3F64AC-A266-07A3-7AB4-D1847BDB16B9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3" name="直接连接符 47152">
                <a:extLst>
                  <a:ext uri="{FF2B5EF4-FFF2-40B4-BE49-F238E27FC236}">
                    <a16:creationId xmlns:a16="http://schemas.microsoft.com/office/drawing/2014/main" id="{5A6046FB-E319-EE5D-61D4-971B3974F1C6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4" name="直接连接符 47153">
                <a:extLst>
                  <a:ext uri="{FF2B5EF4-FFF2-40B4-BE49-F238E27FC236}">
                    <a16:creationId xmlns:a16="http://schemas.microsoft.com/office/drawing/2014/main" id="{5D8268BC-F657-0C28-6F0C-D038F1359711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5" name="直接连接符 47154">
                <a:extLst>
                  <a:ext uri="{FF2B5EF4-FFF2-40B4-BE49-F238E27FC236}">
                    <a16:creationId xmlns:a16="http://schemas.microsoft.com/office/drawing/2014/main" id="{04F05339-3AE1-22C9-CE4C-880E71DF12CC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6" name="直接连接符 47155">
                <a:extLst>
                  <a:ext uri="{FF2B5EF4-FFF2-40B4-BE49-F238E27FC236}">
                    <a16:creationId xmlns:a16="http://schemas.microsoft.com/office/drawing/2014/main" id="{57DB96AB-6B4E-ED4C-B8AC-C3190695D0D4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7" name="直接连接符 47156">
                <a:extLst>
                  <a:ext uri="{FF2B5EF4-FFF2-40B4-BE49-F238E27FC236}">
                    <a16:creationId xmlns:a16="http://schemas.microsoft.com/office/drawing/2014/main" id="{FCC96D28-E181-C4A1-1291-ADF4C9201FEE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8" name="直接连接符 47157">
                <a:extLst>
                  <a:ext uri="{FF2B5EF4-FFF2-40B4-BE49-F238E27FC236}">
                    <a16:creationId xmlns:a16="http://schemas.microsoft.com/office/drawing/2014/main" id="{B1C8E11A-2524-FC32-294B-EE1C1CEDDF4F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59" name="直接连接符 47158">
                <a:extLst>
                  <a:ext uri="{FF2B5EF4-FFF2-40B4-BE49-F238E27FC236}">
                    <a16:creationId xmlns:a16="http://schemas.microsoft.com/office/drawing/2014/main" id="{85676694-353B-E805-E0C6-8691A132D68C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0" name="直接连接符 47159">
                <a:extLst>
                  <a:ext uri="{FF2B5EF4-FFF2-40B4-BE49-F238E27FC236}">
                    <a16:creationId xmlns:a16="http://schemas.microsoft.com/office/drawing/2014/main" id="{BBFE9691-F56C-1679-F6B9-C98FACB6E9C3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1" name="直接连接符 47160">
                <a:extLst>
                  <a:ext uri="{FF2B5EF4-FFF2-40B4-BE49-F238E27FC236}">
                    <a16:creationId xmlns:a16="http://schemas.microsoft.com/office/drawing/2014/main" id="{1D18DA9A-E5A0-CFF9-4AB0-96F26CA6D924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2" name="直接连接符 47161">
                <a:extLst>
                  <a:ext uri="{FF2B5EF4-FFF2-40B4-BE49-F238E27FC236}">
                    <a16:creationId xmlns:a16="http://schemas.microsoft.com/office/drawing/2014/main" id="{6C335F87-AFED-58E1-EC0B-E493982F232A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3" name="直接连接符 47162">
                <a:extLst>
                  <a:ext uri="{FF2B5EF4-FFF2-40B4-BE49-F238E27FC236}">
                    <a16:creationId xmlns:a16="http://schemas.microsoft.com/office/drawing/2014/main" id="{D67F8B73-EDBB-9A17-C047-5E0158ECAB08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4" name="直接连接符 47163">
                <a:extLst>
                  <a:ext uri="{FF2B5EF4-FFF2-40B4-BE49-F238E27FC236}">
                    <a16:creationId xmlns:a16="http://schemas.microsoft.com/office/drawing/2014/main" id="{02BA163D-F579-CDB4-12C1-7C7880E91974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5" name="直接连接符 47164">
                <a:extLst>
                  <a:ext uri="{FF2B5EF4-FFF2-40B4-BE49-F238E27FC236}">
                    <a16:creationId xmlns:a16="http://schemas.microsoft.com/office/drawing/2014/main" id="{A57748EC-684E-0DE9-E12E-AAAC9B29F2C4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6" name="直接连接符 47165">
                <a:extLst>
                  <a:ext uri="{FF2B5EF4-FFF2-40B4-BE49-F238E27FC236}">
                    <a16:creationId xmlns:a16="http://schemas.microsoft.com/office/drawing/2014/main" id="{BE78B32E-9575-43AC-799F-C347B59BCC5F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67" name="直接连接符 47166">
                <a:extLst>
                  <a:ext uri="{FF2B5EF4-FFF2-40B4-BE49-F238E27FC236}">
                    <a16:creationId xmlns:a16="http://schemas.microsoft.com/office/drawing/2014/main" id="{6B5395A7-D49A-F445-CEFD-7034BD2CE060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24" name="直接连接符 26623">
                <a:extLst>
                  <a:ext uri="{FF2B5EF4-FFF2-40B4-BE49-F238E27FC236}">
                    <a16:creationId xmlns:a16="http://schemas.microsoft.com/office/drawing/2014/main" id="{67E3C3CD-1F13-F066-2F17-E0A69238E87E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25" name="直接连接符 26624">
                <a:extLst>
                  <a:ext uri="{FF2B5EF4-FFF2-40B4-BE49-F238E27FC236}">
                    <a16:creationId xmlns:a16="http://schemas.microsoft.com/office/drawing/2014/main" id="{C7E3374C-8ED1-AC9A-9AA7-983692F01732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28" name="直接连接符 26627">
                <a:extLst>
                  <a:ext uri="{FF2B5EF4-FFF2-40B4-BE49-F238E27FC236}">
                    <a16:creationId xmlns:a16="http://schemas.microsoft.com/office/drawing/2014/main" id="{FF027900-01A4-3C6A-C209-1969A91D21D5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29" name="直接连接符 26628">
                <a:extLst>
                  <a:ext uri="{FF2B5EF4-FFF2-40B4-BE49-F238E27FC236}">
                    <a16:creationId xmlns:a16="http://schemas.microsoft.com/office/drawing/2014/main" id="{093F5864-859A-9489-E3EF-2DDCE02269B8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30" name="直接连接符 26629">
                <a:extLst>
                  <a:ext uri="{FF2B5EF4-FFF2-40B4-BE49-F238E27FC236}">
                    <a16:creationId xmlns:a16="http://schemas.microsoft.com/office/drawing/2014/main" id="{291EEE9C-3032-F2D3-3D48-24E1975911BA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31" name="直接连接符 26630">
                <a:extLst>
                  <a:ext uri="{FF2B5EF4-FFF2-40B4-BE49-F238E27FC236}">
                    <a16:creationId xmlns:a16="http://schemas.microsoft.com/office/drawing/2014/main" id="{3495E602-258C-965C-83EE-A4506A9EF0B6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32" name="直接连接符 26631">
                <a:extLst>
                  <a:ext uri="{FF2B5EF4-FFF2-40B4-BE49-F238E27FC236}">
                    <a16:creationId xmlns:a16="http://schemas.microsoft.com/office/drawing/2014/main" id="{F11AEFC2-89D6-4757-B080-FB99AACC7053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33" name="直接连接符 26632">
                <a:extLst>
                  <a:ext uri="{FF2B5EF4-FFF2-40B4-BE49-F238E27FC236}">
                    <a16:creationId xmlns:a16="http://schemas.microsoft.com/office/drawing/2014/main" id="{BAEE9E13-EB1B-4E82-D7A5-EBBAFD60A583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E668075-95AC-A542-584F-DF3AF2BE4C7B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0C2F5952-6077-78E3-815B-A6D20200C7C8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CEB03F72-A6F1-2532-279C-643926276C6A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54B57B95-F197-4079-9944-59F273B28FC1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73148D10-2B87-0642-F904-94C0657ABB8F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F0E0E03F-3987-237C-2C30-FFAB61259548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80F1F38C-4EDD-673E-4FEB-21221E311D21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C5A8DB2F-4016-4858-B219-B5DC73FCA1CB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11CC3368-5E4A-58A8-958B-E5F20F086B54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22561337-7293-846F-776C-91AE6E4128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9713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114A4B4B-5E0F-4AE5-B81C-638081E23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连通分支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37D9FBA3-0181-4CFB-94D9-12EDE46802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1395" y="1583850"/>
            <a:ext cx="7772400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400" dirty="0"/>
              <a:t>BFS</a:t>
            </a:r>
            <a:r>
              <a:rPr lang="zh-CN" altLang="en-US" sz="2400" dirty="0"/>
              <a:t>算法发现的是从始点</a:t>
            </a:r>
            <a:r>
              <a:rPr lang="en-US" altLang="zh-CN" sz="2400" dirty="0"/>
              <a:t>s</a:t>
            </a:r>
            <a:r>
              <a:rPr lang="zh-CN" altLang="en-US" sz="2400" dirty="0"/>
              <a:t>可达的结点。把这个集合</a:t>
            </a:r>
            <a:r>
              <a:rPr lang="en-US" altLang="zh-CN" sz="2400" dirty="0"/>
              <a:t>R</a:t>
            </a:r>
            <a:r>
              <a:rPr lang="zh-CN" altLang="en-US" sz="2400" dirty="0"/>
              <a:t>看作</a:t>
            </a:r>
            <a:r>
              <a:rPr lang="en-US" altLang="zh-CN" sz="2400" dirty="0"/>
              <a:t>G</a:t>
            </a:r>
            <a:r>
              <a:rPr lang="zh-CN" altLang="en-US" sz="2400" dirty="0"/>
              <a:t>的包含</a:t>
            </a:r>
            <a:r>
              <a:rPr lang="en-US" altLang="zh-CN" sz="2400" dirty="0"/>
              <a:t>s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chemeClr val="hlink"/>
                </a:solidFill>
              </a:rPr>
              <a:t>连通分支</a:t>
            </a:r>
            <a:r>
              <a:rPr lang="zh-CN" altLang="en-US" sz="2400" dirty="0"/>
              <a:t>。</a:t>
            </a:r>
          </a:p>
        </p:txBody>
      </p:sp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C3575677-7F9B-4A15-8580-2CAF6A13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3CE5A4-236C-45C1-91B8-87905498531C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CN" sz="1400"/>
          </a:p>
        </p:txBody>
      </p:sp>
      <p:pic>
        <p:nvPicPr>
          <p:cNvPr id="31749" name="Picture 4" descr="kleinberg_03a01p082">
            <a:extLst>
              <a:ext uri="{FF2B5EF4-FFF2-40B4-BE49-F238E27FC236}">
                <a16:creationId xmlns:a16="http://schemas.microsoft.com/office/drawing/2014/main" id="{D0A69ADC-E34A-4E43-84D0-89F73C1968AD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30"/>
          <a:stretch>
            <a:fillRect/>
          </a:stretch>
        </p:blipFill>
        <p:spPr bwMode="auto">
          <a:xfrm>
            <a:off x="419058" y="2865342"/>
            <a:ext cx="5663381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750" name="Freeform 5">
            <a:extLst>
              <a:ext uri="{FF2B5EF4-FFF2-40B4-BE49-F238E27FC236}">
                <a16:creationId xmlns:a16="http://schemas.microsoft.com/office/drawing/2014/main" id="{1F5FE765-5194-45CE-9FD1-A71B19C50E50}"/>
              </a:ext>
            </a:extLst>
          </p:cNvPr>
          <p:cNvSpPr>
            <a:spLocks/>
          </p:cNvSpPr>
          <p:nvPr/>
        </p:nvSpPr>
        <p:spPr bwMode="auto">
          <a:xfrm>
            <a:off x="6415812" y="3550762"/>
            <a:ext cx="2106612" cy="1371600"/>
          </a:xfrm>
          <a:custGeom>
            <a:avLst/>
            <a:gdLst>
              <a:gd name="T0" fmla="*/ 2147483646 w 1471"/>
              <a:gd name="T1" fmla="*/ 2147483646 h 1045"/>
              <a:gd name="T2" fmla="*/ 2147483646 w 1471"/>
              <a:gd name="T3" fmla="*/ 2147483646 h 1045"/>
              <a:gd name="T4" fmla="*/ 2147483646 w 1471"/>
              <a:gd name="T5" fmla="*/ 2147483646 h 1045"/>
              <a:gd name="T6" fmla="*/ 2147483646 w 1471"/>
              <a:gd name="T7" fmla="*/ 2147483646 h 1045"/>
              <a:gd name="T8" fmla="*/ 2147483646 w 1471"/>
              <a:gd name="T9" fmla="*/ 2147483646 h 1045"/>
              <a:gd name="T10" fmla="*/ 2147483646 w 1471"/>
              <a:gd name="T11" fmla="*/ 2147483646 h 1045"/>
              <a:gd name="T12" fmla="*/ 2147483646 w 1471"/>
              <a:gd name="T13" fmla="*/ 0 h 1045"/>
              <a:gd name="T14" fmla="*/ 2147483646 w 1471"/>
              <a:gd name="T15" fmla="*/ 2147483646 h 1045"/>
              <a:gd name="T16" fmla="*/ 2147483646 w 1471"/>
              <a:gd name="T17" fmla="*/ 2147483646 h 1045"/>
              <a:gd name="T18" fmla="*/ 2147483646 w 1471"/>
              <a:gd name="T19" fmla="*/ 2147483646 h 1045"/>
              <a:gd name="T20" fmla="*/ 2147483646 w 1471"/>
              <a:gd name="T21" fmla="*/ 2147483646 h 1045"/>
              <a:gd name="T22" fmla="*/ 2147483646 w 1471"/>
              <a:gd name="T23" fmla="*/ 2147483646 h 1045"/>
              <a:gd name="T24" fmla="*/ 2147483646 w 1471"/>
              <a:gd name="T25" fmla="*/ 2147483646 h 1045"/>
              <a:gd name="T26" fmla="*/ 2147483646 w 1471"/>
              <a:gd name="T27" fmla="*/ 2147483646 h 1045"/>
              <a:gd name="T28" fmla="*/ 2147483646 w 1471"/>
              <a:gd name="T29" fmla="*/ 2147483646 h 1045"/>
              <a:gd name="T30" fmla="*/ 2147483646 w 1471"/>
              <a:gd name="T31" fmla="*/ 2147483646 h 1045"/>
              <a:gd name="T32" fmla="*/ 2147483646 w 1471"/>
              <a:gd name="T33" fmla="*/ 2147483646 h 1045"/>
              <a:gd name="T34" fmla="*/ 2147483646 w 1471"/>
              <a:gd name="T35" fmla="*/ 2147483646 h 1045"/>
              <a:gd name="T36" fmla="*/ 2147483646 w 1471"/>
              <a:gd name="T37" fmla="*/ 2147483646 h 1045"/>
              <a:gd name="T38" fmla="*/ 2147483646 w 1471"/>
              <a:gd name="T39" fmla="*/ 2147483646 h 1045"/>
              <a:gd name="T40" fmla="*/ 2147483646 w 1471"/>
              <a:gd name="T41" fmla="*/ 2147483646 h 1045"/>
              <a:gd name="T42" fmla="*/ 2147483646 w 1471"/>
              <a:gd name="T43" fmla="*/ 2147483646 h 1045"/>
              <a:gd name="T44" fmla="*/ 2147483646 w 1471"/>
              <a:gd name="T45" fmla="*/ 2147483646 h 1045"/>
              <a:gd name="T46" fmla="*/ 2147483646 w 1471"/>
              <a:gd name="T47" fmla="*/ 2147483646 h 1045"/>
              <a:gd name="T48" fmla="*/ 2147483646 w 1471"/>
              <a:gd name="T49" fmla="*/ 2147483646 h 1045"/>
              <a:gd name="T50" fmla="*/ 2147483646 w 1471"/>
              <a:gd name="T51" fmla="*/ 2147483646 h 1045"/>
              <a:gd name="T52" fmla="*/ 2147483646 w 1471"/>
              <a:gd name="T53" fmla="*/ 2147483646 h 1045"/>
              <a:gd name="T54" fmla="*/ 2147483646 w 1471"/>
              <a:gd name="T55" fmla="*/ 2147483646 h 1045"/>
              <a:gd name="T56" fmla="*/ 2147483646 w 1471"/>
              <a:gd name="T57" fmla="*/ 2147483646 h 1045"/>
              <a:gd name="T58" fmla="*/ 2147483646 w 1471"/>
              <a:gd name="T59" fmla="*/ 2147483646 h 1045"/>
              <a:gd name="T60" fmla="*/ 2147483646 w 1471"/>
              <a:gd name="T61" fmla="*/ 2147483646 h 1045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1471" h="1045">
                <a:moveTo>
                  <a:pt x="159" y="190"/>
                </a:moveTo>
                <a:cubicBezTo>
                  <a:pt x="191" y="167"/>
                  <a:pt x="280" y="82"/>
                  <a:pt x="313" y="78"/>
                </a:cubicBezTo>
                <a:cubicBezTo>
                  <a:pt x="358" y="73"/>
                  <a:pt x="404" y="74"/>
                  <a:pt x="450" y="72"/>
                </a:cubicBezTo>
                <a:cubicBezTo>
                  <a:pt x="510" y="51"/>
                  <a:pt x="572" y="36"/>
                  <a:pt x="634" y="24"/>
                </a:cubicBezTo>
                <a:cubicBezTo>
                  <a:pt x="646" y="22"/>
                  <a:pt x="657" y="20"/>
                  <a:pt x="669" y="18"/>
                </a:cubicBezTo>
                <a:cubicBezTo>
                  <a:pt x="677" y="16"/>
                  <a:pt x="685" y="14"/>
                  <a:pt x="693" y="12"/>
                </a:cubicBezTo>
                <a:cubicBezTo>
                  <a:pt x="713" y="8"/>
                  <a:pt x="752" y="0"/>
                  <a:pt x="752" y="0"/>
                </a:cubicBezTo>
                <a:cubicBezTo>
                  <a:pt x="869" y="2"/>
                  <a:pt x="986" y="2"/>
                  <a:pt x="1103" y="6"/>
                </a:cubicBezTo>
                <a:cubicBezTo>
                  <a:pt x="1122" y="7"/>
                  <a:pt x="1157" y="14"/>
                  <a:pt x="1174" y="24"/>
                </a:cubicBezTo>
                <a:cubicBezTo>
                  <a:pt x="1236" y="58"/>
                  <a:pt x="1187" y="40"/>
                  <a:pt x="1228" y="54"/>
                </a:cubicBezTo>
                <a:cubicBezTo>
                  <a:pt x="1256" y="73"/>
                  <a:pt x="1284" y="96"/>
                  <a:pt x="1317" y="107"/>
                </a:cubicBezTo>
                <a:cubicBezTo>
                  <a:pt x="1345" y="126"/>
                  <a:pt x="1367" y="149"/>
                  <a:pt x="1394" y="167"/>
                </a:cubicBezTo>
                <a:cubicBezTo>
                  <a:pt x="1418" y="201"/>
                  <a:pt x="1436" y="240"/>
                  <a:pt x="1459" y="273"/>
                </a:cubicBezTo>
                <a:cubicBezTo>
                  <a:pt x="1471" y="390"/>
                  <a:pt x="1466" y="502"/>
                  <a:pt x="1429" y="612"/>
                </a:cubicBezTo>
                <a:cubicBezTo>
                  <a:pt x="1426" y="677"/>
                  <a:pt x="1439" y="719"/>
                  <a:pt x="1406" y="766"/>
                </a:cubicBezTo>
                <a:cubicBezTo>
                  <a:pt x="1386" y="827"/>
                  <a:pt x="1328" y="886"/>
                  <a:pt x="1275" y="921"/>
                </a:cubicBezTo>
                <a:cubicBezTo>
                  <a:pt x="1259" y="945"/>
                  <a:pt x="1234" y="964"/>
                  <a:pt x="1210" y="980"/>
                </a:cubicBezTo>
                <a:cubicBezTo>
                  <a:pt x="1189" y="1011"/>
                  <a:pt x="1160" y="1008"/>
                  <a:pt x="1127" y="1016"/>
                </a:cubicBezTo>
                <a:cubicBezTo>
                  <a:pt x="1084" y="1026"/>
                  <a:pt x="1039" y="1033"/>
                  <a:pt x="996" y="1045"/>
                </a:cubicBezTo>
                <a:cubicBezTo>
                  <a:pt x="855" y="1043"/>
                  <a:pt x="715" y="1043"/>
                  <a:pt x="574" y="1040"/>
                </a:cubicBezTo>
                <a:cubicBezTo>
                  <a:pt x="485" y="1038"/>
                  <a:pt x="429" y="948"/>
                  <a:pt x="349" y="921"/>
                </a:cubicBezTo>
                <a:cubicBezTo>
                  <a:pt x="336" y="901"/>
                  <a:pt x="326" y="881"/>
                  <a:pt x="307" y="867"/>
                </a:cubicBezTo>
                <a:cubicBezTo>
                  <a:pt x="296" y="858"/>
                  <a:pt x="271" y="844"/>
                  <a:pt x="271" y="844"/>
                </a:cubicBezTo>
                <a:cubicBezTo>
                  <a:pt x="258" y="816"/>
                  <a:pt x="210" y="756"/>
                  <a:pt x="182" y="737"/>
                </a:cubicBezTo>
                <a:cubicBezTo>
                  <a:pt x="178" y="731"/>
                  <a:pt x="176" y="724"/>
                  <a:pt x="171" y="719"/>
                </a:cubicBezTo>
                <a:cubicBezTo>
                  <a:pt x="166" y="714"/>
                  <a:pt x="157" y="713"/>
                  <a:pt x="153" y="707"/>
                </a:cubicBezTo>
                <a:cubicBezTo>
                  <a:pt x="119" y="653"/>
                  <a:pt x="156" y="690"/>
                  <a:pt x="135" y="648"/>
                </a:cubicBezTo>
                <a:cubicBezTo>
                  <a:pt x="128" y="635"/>
                  <a:pt x="119" y="624"/>
                  <a:pt x="111" y="612"/>
                </a:cubicBezTo>
                <a:cubicBezTo>
                  <a:pt x="104" y="601"/>
                  <a:pt x="99" y="576"/>
                  <a:pt x="99" y="576"/>
                </a:cubicBezTo>
                <a:cubicBezTo>
                  <a:pt x="102" y="395"/>
                  <a:pt x="0" y="239"/>
                  <a:pt x="147" y="202"/>
                </a:cubicBezTo>
                <a:cubicBezTo>
                  <a:pt x="160" y="182"/>
                  <a:pt x="159" y="177"/>
                  <a:pt x="159" y="190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1751" name="Oval 6">
            <a:extLst>
              <a:ext uri="{FF2B5EF4-FFF2-40B4-BE49-F238E27FC236}">
                <a16:creationId xmlns:a16="http://schemas.microsoft.com/office/drawing/2014/main" id="{9D86B636-20C2-4C13-9E2E-8E38B1B92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8239" y="3807937"/>
            <a:ext cx="255587" cy="2555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31752" name="Oval 7">
            <a:extLst>
              <a:ext uri="{FF2B5EF4-FFF2-40B4-BE49-F238E27FC236}">
                <a16:creationId xmlns:a16="http://schemas.microsoft.com/office/drawing/2014/main" id="{45BC6583-77F5-45E9-A7FC-FB72E584F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3614" y="4417537"/>
            <a:ext cx="255587" cy="2555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Comic Sans MS" panose="030F0702030302020204" pitchFamily="66" charset="0"/>
              </a:rPr>
              <a:t>u</a:t>
            </a:r>
          </a:p>
        </p:txBody>
      </p:sp>
      <p:sp>
        <p:nvSpPr>
          <p:cNvPr id="31753" name="Freeform 8">
            <a:extLst>
              <a:ext uri="{FF2B5EF4-FFF2-40B4-BE49-F238E27FC236}">
                <a16:creationId xmlns:a16="http://schemas.microsoft.com/office/drawing/2014/main" id="{1D5AD7B0-D732-4D93-BD1D-D87AE94FB1E1}"/>
              </a:ext>
            </a:extLst>
          </p:cNvPr>
          <p:cNvSpPr>
            <a:spLocks/>
          </p:cNvSpPr>
          <p:nvPr/>
        </p:nvSpPr>
        <p:spPr bwMode="auto">
          <a:xfrm>
            <a:off x="7025412" y="3960337"/>
            <a:ext cx="838200" cy="635000"/>
          </a:xfrm>
          <a:custGeom>
            <a:avLst/>
            <a:gdLst>
              <a:gd name="T0" fmla="*/ 0 w 528"/>
              <a:gd name="T1" fmla="*/ 0 h 400"/>
              <a:gd name="T2" fmla="*/ 2147483646 w 528"/>
              <a:gd name="T3" fmla="*/ 2147483646 h 400"/>
              <a:gd name="T4" fmla="*/ 2147483646 w 528"/>
              <a:gd name="T5" fmla="*/ 2147483646 h 400"/>
              <a:gd name="T6" fmla="*/ 2147483646 w 528"/>
              <a:gd name="T7" fmla="*/ 2147483646 h 400"/>
              <a:gd name="T8" fmla="*/ 2147483646 w 528"/>
              <a:gd name="T9" fmla="*/ 2147483646 h 400"/>
              <a:gd name="T10" fmla="*/ 2147483646 w 528"/>
              <a:gd name="T11" fmla="*/ 2147483646 h 4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28" h="400">
                <a:moveTo>
                  <a:pt x="0" y="0"/>
                </a:moveTo>
                <a:cubicBezTo>
                  <a:pt x="136" y="12"/>
                  <a:pt x="272" y="24"/>
                  <a:pt x="336" y="48"/>
                </a:cubicBezTo>
                <a:cubicBezTo>
                  <a:pt x="400" y="72"/>
                  <a:pt x="384" y="104"/>
                  <a:pt x="384" y="144"/>
                </a:cubicBezTo>
                <a:cubicBezTo>
                  <a:pt x="384" y="184"/>
                  <a:pt x="328" y="248"/>
                  <a:pt x="336" y="288"/>
                </a:cubicBezTo>
                <a:cubicBezTo>
                  <a:pt x="344" y="328"/>
                  <a:pt x="400" y="368"/>
                  <a:pt x="432" y="384"/>
                </a:cubicBezTo>
                <a:cubicBezTo>
                  <a:pt x="464" y="400"/>
                  <a:pt x="496" y="392"/>
                  <a:pt x="528" y="384"/>
                </a:cubicBezTo>
              </a:path>
            </a:pathLst>
          </a:custGeom>
          <a:solidFill>
            <a:srgbClr val="C0C0C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1754" name="Oval 9">
            <a:extLst>
              <a:ext uri="{FF2B5EF4-FFF2-40B4-BE49-F238E27FC236}">
                <a16:creationId xmlns:a16="http://schemas.microsoft.com/office/drawing/2014/main" id="{6A348AAF-3A61-4832-A99C-8ADFC3A24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1814" y="4417537"/>
            <a:ext cx="255587" cy="2555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Comic Sans MS" panose="030F0702030302020204" pitchFamily="66" charset="0"/>
              </a:rPr>
              <a:t>v</a:t>
            </a:r>
          </a:p>
        </p:txBody>
      </p:sp>
      <p:cxnSp>
        <p:nvCxnSpPr>
          <p:cNvPr id="31755" name="AutoShape 10">
            <a:extLst>
              <a:ext uri="{FF2B5EF4-FFF2-40B4-BE49-F238E27FC236}">
                <a16:creationId xmlns:a16="http://schemas.microsoft.com/office/drawing/2014/main" id="{E5DC7C10-4724-4764-A79A-726C57B05209}"/>
              </a:ext>
            </a:extLst>
          </p:cNvPr>
          <p:cNvCxnSpPr>
            <a:cxnSpLocks noChangeShapeType="1"/>
            <a:stCxn id="31752" idx="6"/>
            <a:endCxn id="31754" idx="2"/>
          </p:cNvCxnSpPr>
          <p:nvPr/>
        </p:nvCxnSpPr>
        <p:spPr bwMode="auto">
          <a:xfrm>
            <a:off x="8119201" y="4546125"/>
            <a:ext cx="5826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56" name="Text Box 11">
            <a:extLst>
              <a:ext uri="{FF2B5EF4-FFF2-40B4-BE49-F238E27FC236}">
                <a16:creationId xmlns:a16="http://schemas.microsoft.com/office/drawing/2014/main" id="{288BB865-B62C-4A02-8267-59C31F78B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7412" y="3641250"/>
            <a:ext cx="311150" cy="33655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mic Sans MS" panose="030F0702030302020204" pitchFamily="66" charset="0"/>
              </a:rPr>
              <a:t>R</a:t>
            </a:r>
          </a:p>
        </p:txBody>
      </p:sp>
      <p:sp>
        <p:nvSpPr>
          <p:cNvPr id="31757" name="Text Box 13">
            <a:extLst>
              <a:ext uri="{FF2B5EF4-FFF2-40B4-BE49-F238E27FC236}">
                <a16:creationId xmlns:a16="http://schemas.microsoft.com/office/drawing/2014/main" id="{EB003B43-1BC8-4307-8136-9EC2FCE54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04" y="5260491"/>
            <a:ext cx="738835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/>
              <a:t>定理： 算法结束产生的集合</a:t>
            </a:r>
            <a:r>
              <a:rPr lang="en-US" altLang="zh-CN" sz="2800" dirty="0"/>
              <a:t>R</a:t>
            </a:r>
            <a:r>
              <a:rPr lang="zh-CN" altLang="en-US" sz="2800" dirty="0"/>
              <a:t>恰好是</a:t>
            </a:r>
            <a:r>
              <a:rPr lang="en-US" altLang="zh-CN" sz="2800" dirty="0"/>
              <a:t>G</a:t>
            </a:r>
            <a:r>
              <a:rPr lang="zh-CN" altLang="en-US" sz="2800" dirty="0"/>
              <a:t>的包含</a:t>
            </a:r>
            <a:r>
              <a:rPr lang="en-US" altLang="zh-CN" sz="2800" dirty="0"/>
              <a:t>s</a:t>
            </a:r>
            <a:r>
              <a:rPr lang="zh-CN" altLang="en-US" sz="2800" dirty="0"/>
              <a:t>的连通分支。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D9E61F6-A21C-693A-1221-23FF545A773B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0951569A-8CC7-662E-0AA8-BED027D7BB33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F35C72A4-C9DA-C5F3-4791-7EED7D9AF0A1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681A58A-21D3-96C6-5168-561BECFAF8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1BB00C05-00F1-24A8-1800-9FED940615BA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02861CF-777D-784A-E909-A6C7D2C0BA9C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B18F98A-AEFF-7294-A480-F1B156537F38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7C6EE13D-2631-5EC0-1722-B214746AF63B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4F289CE9-3A8F-7E27-1D95-80C109D6190B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87EE2B54-D521-F37A-DD5A-6CAFF07F4C38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0AE1285C-5609-E505-83B2-49B56F6BB889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AF4576D2-4E76-A6FB-D039-13DAF75C48FD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43F0E9CE-0A65-37B3-AE1A-29B3724383BB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416B1BF8-DF57-C980-5F1E-BD1BC740A4AE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B3833A71-761E-6ACE-6441-5AE5675C7918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B2696777-1B2A-935D-C507-E64A85E073A7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AE72DD6E-2FF9-2451-8ABA-5EBF57F3B13C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180C74F4-20B1-1FF6-FF5F-19E17824523F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04FBD923-4ABF-1354-7A84-03F551E6059F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15B3649B-0F76-593D-5984-87F5A2D3990A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EAF78F26-8C2E-C947-E218-3EBF9197CD94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DA2DB672-2A19-2C7B-01AB-1B877F4008D4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A7253005-AFCF-6246-7973-6484E13A0211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638B2755-DF38-1963-2BCD-D5E3C342F23A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77610D04-3BE6-0D0C-CC36-D549BE5E4291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C8BB5D09-87F2-1F78-C33D-1E872C0AB808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C81F80D7-C5A6-5C19-AC81-C11F04A8666D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2612C098-7E9E-3C44-DE5C-73B01934868F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181CAA73-1411-36A0-2B22-9757E2E7940E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9B121133-BF30-AEC0-D0EC-429000EA88D1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DF55317F-65CF-BEDD-5628-EA792A6ABC0E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BDF63B2C-BE9F-CB1B-E26D-1D15FE458D3C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7215863F-9C50-71F5-8B44-B48447B9981F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847AA729-E2D3-2106-5CD6-6AE83BB632A8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7B254D4C-EAB8-FAE1-C0A9-B7C20FA5C00E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A5837CBE-17A5-A834-4374-4A6C3C8E4384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08307AD6-4FA6-882B-7E2E-C78939538994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2179532A-0201-A2B4-D0C9-0EC3A86101A1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49E5BF1C-B344-4BF4-AF50-0F2E301B41A0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28863E99-D1C5-11B0-5E16-5E32F2F665B4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3ECA1548-09E9-2F55-0CC8-854CA4A68AA8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BA1F61FC-797A-088E-A95B-1615FC865A92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0DFFD3C6-3986-9FB5-9E0A-BC8CBA4D90EC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94B32905-04A7-6CC3-D5F2-B8F80EC4BE9B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90059E6-1EEE-4DCF-7891-50865DEB773F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9ED41BAB-1634-84F7-8AD1-DEBABE2AE6E3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4CE36ECD-A697-CC5C-5323-6E2B4CDC3120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EA6EADC1-8EAF-4D92-E3FB-27C5CEAB5AF0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98A49B25-CA43-78DD-BB1A-10B1001EA406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7ED05477-F6A3-AA00-BF45-4C55A29CC4CF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5EF11286-7A31-CE24-49BE-69275CA69814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6A9EFF54-59D2-7884-A28D-593389AC2092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44" name="直接连接符 31743">
                <a:extLst>
                  <a:ext uri="{FF2B5EF4-FFF2-40B4-BE49-F238E27FC236}">
                    <a16:creationId xmlns:a16="http://schemas.microsoft.com/office/drawing/2014/main" id="{F72AED51-EB1C-1ACB-448C-2674C590F1B2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45" name="直接连接符 31744">
                <a:extLst>
                  <a:ext uri="{FF2B5EF4-FFF2-40B4-BE49-F238E27FC236}">
                    <a16:creationId xmlns:a16="http://schemas.microsoft.com/office/drawing/2014/main" id="{AC5DBCE6-915B-D65A-CC7B-F46840F26F0A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58" name="直接连接符 31757">
                <a:extLst>
                  <a:ext uri="{FF2B5EF4-FFF2-40B4-BE49-F238E27FC236}">
                    <a16:creationId xmlns:a16="http://schemas.microsoft.com/office/drawing/2014/main" id="{D11439A6-B565-D880-ACB2-EC139B0CF8F2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59" name="直接连接符 31758">
                <a:extLst>
                  <a:ext uri="{FF2B5EF4-FFF2-40B4-BE49-F238E27FC236}">
                    <a16:creationId xmlns:a16="http://schemas.microsoft.com/office/drawing/2014/main" id="{ABD1BE74-4DB8-8131-821D-367DAF07BBC0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60" name="直接连接符 31759">
                <a:extLst>
                  <a:ext uri="{FF2B5EF4-FFF2-40B4-BE49-F238E27FC236}">
                    <a16:creationId xmlns:a16="http://schemas.microsoft.com/office/drawing/2014/main" id="{D5748D83-9E8B-2E6C-0427-85A0420DA7A0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61" name="直接连接符 31760">
                <a:extLst>
                  <a:ext uri="{FF2B5EF4-FFF2-40B4-BE49-F238E27FC236}">
                    <a16:creationId xmlns:a16="http://schemas.microsoft.com/office/drawing/2014/main" id="{6EE5124E-A702-10CB-5E9B-587BB0F878B4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62" name="直接连接符 31761">
                <a:extLst>
                  <a:ext uri="{FF2B5EF4-FFF2-40B4-BE49-F238E27FC236}">
                    <a16:creationId xmlns:a16="http://schemas.microsoft.com/office/drawing/2014/main" id="{FF56F33E-DD98-3139-3C45-8D1315183E9F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63" name="直接连接符 31762">
                <a:extLst>
                  <a:ext uri="{FF2B5EF4-FFF2-40B4-BE49-F238E27FC236}">
                    <a16:creationId xmlns:a16="http://schemas.microsoft.com/office/drawing/2014/main" id="{6FD783D9-837E-FE94-ECCB-8391EE679AF2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64" name="直接连接符 31763">
                <a:extLst>
                  <a:ext uri="{FF2B5EF4-FFF2-40B4-BE49-F238E27FC236}">
                    <a16:creationId xmlns:a16="http://schemas.microsoft.com/office/drawing/2014/main" id="{1B0CCCA8-5C15-907A-E1CD-2905BA95CA80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65" name="直接连接符 31764">
                <a:extLst>
                  <a:ext uri="{FF2B5EF4-FFF2-40B4-BE49-F238E27FC236}">
                    <a16:creationId xmlns:a16="http://schemas.microsoft.com/office/drawing/2014/main" id="{A51507A9-E412-90D7-1B27-BD1F3B090F38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66" name="直接连接符 31765">
                <a:extLst>
                  <a:ext uri="{FF2B5EF4-FFF2-40B4-BE49-F238E27FC236}">
                    <a16:creationId xmlns:a16="http://schemas.microsoft.com/office/drawing/2014/main" id="{99E1C2E5-82EF-EFBF-1630-A8EADFDB0D91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67" name="直接连接符 31766">
                <a:extLst>
                  <a:ext uri="{FF2B5EF4-FFF2-40B4-BE49-F238E27FC236}">
                    <a16:creationId xmlns:a16="http://schemas.microsoft.com/office/drawing/2014/main" id="{0C670114-2501-4E18-DEDF-D55495C35833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68" name="直接连接符 31767">
                <a:extLst>
                  <a:ext uri="{FF2B5EF4-FFF2-40B4-BE49-F238E27FC236}">
                    <a16:creationId xmlns:a16="http://schemas.microsoft.com/office/drawing/2014/main" id="{D9FB061D-FEFB-08A7-94D2-2429A83E0C97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69" name="直接连接符 31768">
                <a:extLst>
                  <a:ext uri="{FF2B5EF4-FFF2-40B4-BE49-F238E27FC236}">
                    <a16:creationId xmlns:a16="http://schemas.microsoft.com/office/drawing/2014/main" id="{4A917734-A8F0-EE12-7D45-07FFC39E58E8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70" name="直接连接符 31769">
                <a:extLst>
                  <a:ext uri="{FF2B5EF4-FFF2-40B4-BE49-F238E27FC236}">
                    <a16:creationId xmlns:a16="http://schemas.microsoft.com/office/drawing/2014/main" id="{88A5A90B-257B-1629-0905-BEBEF30C4439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71" name="直接连接符 31770">
                <a:extLst>
                  <a:ext uri="{FF2B5EF4-FFF2-40B4-BE49-F238E27FC236}">
                    <a16:creationId xmlns:a16="http://schemas.microsoft.com/office/drawing/2014/main" id="{0234A3E3-BD36-8133-D00A-6057032272DC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72" name="直接连接符 31771">
                <a:extLst>
                  <a:ext uri="{FF2B5EF4-FFF2-40B4-BE49-F238E27FC236}">
                    <a16:creationId xmlns:a16="http://schemas.microsoft.com/office/drawing/2014/main" id="{8F97461F-7EF0-DB9C-B21D-AA5402E91DD8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73" name="直接连接符 31772">
                <a:extLst>
                  <a:ext uri="{FF2B5EF4-FFF2-40B4-BE49-F238E27FC236}">
                    <a16:creationId xmlns:a16="http://schemas.microsoft.com/office/drawing/2014/main" id="{4678A906-2AF2-641C-130E-B1A3C2E146FF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74" name="直接连接符 31773">
                <a:extLst>
                  <a:ext uri="{FF2B5EF4-FFF2-40B4-BE49-F238E27FC236}">
                    <a16:creationId xmlns:a16="http://schemas.microsoft.com/office/drawing/2014/main" id="{DF9920EB-942F-AD45-9ABF-376290A6AC1F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75" name="直接连接符 31774">
                <a:extLst>
                  <a:ext uri="{FF2B5EF4-FFF2-40B4-BE49-F238E27FC236}">
                    <a16:creationId xmlns:a16="http://schemas.microsoft.com/office/drawing/2014/main" id="{9751CD93-8F49-8849-B7E7-9547CBDBF688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76" name="直接连接符 31775">
                <a:extLst>
                  <a:ext uri="{FF2B5EF4-FFF2-40B4-BE49-F238E27FC236}">
                    <a16:creationId xmlns:a16="http://schemas.microsoft.com/office/drawing/2014/main" id="{77265A49-1AAC-B900-6A88-09F55CEF05C0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77" name="直接连接符 31776">
                <a:extLst>
                  <a:ext uri="{FF2B5EF4-FFF2-40B4-BE49-F238E27FC236}">
                    <a16:creationId xmlns:a16="http://schemas.microsoft.com/office/drawing/2014/main" id="{3B883DE2-9ECC-F5B4-0EA5-A84B78390D0A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78" name="直接连接符 31777">
                <a:extLst>
                  <a:ext uri="{FF2B5EF4-FFF2-40B4-BE49-F238E27FC236}">
                    <a16:creationId xmlns:a16="http://schemas.microsoft.com/office/drawing/2014/main" id="{EB9F2171-4C44-3091-DCE1-03FE2D814707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79" name="直接连接符 31778">
                <a:extLst>
                  <a:ext uri="{FF2B5EF4-FFF2-40B4-BE49-F238E27FC236}">
                    <a16:creationId xmlns:a16="http://schemas.microsoft.com/office/drawing/2014/main" id="{E028ABB3-5B48-E360-FDBF-9AF13F89C4A0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80" name="直接连接符 31779">
                <a:extLst>
                  <a:ext uri="{FF2B5EF4-FFF2-40B4-BE49-F238E27FC236}">
                    <a16:creationId xmlns:a16="http://schemas.microsoft.com/office/drawing/2014/main" id="{CE60AD33-1570-12BE-62C5-6768A636BF3B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81" name="直接连接符 31780">
                <a:extLst>
                  <a:ext uri="{FF2B5EF4-FFF2-40B4-BE49-F238E27FC236}">
                    <a16:creationId xmlns:a16="http://schemas.microsoft.com/office/drawing/2014/main" id="{73C5B2BA-B6FD-1D88-9CE2-FADFFDEC8502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82" name="直接连接符 31781">
                <a:extLst>
                  <a:ext uri="{FF2B5EF4-FFF2-40B4-BE49-F238E27FC236}">
                    <a16:creationId xmlns:a16="http://schemas.microsoft.com/office/drawing/2014/main" id="{220DBC90-B158-07CA-CD54-CAB796FDDB6F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83" name="直接连接符 31782">
                <a:extLst>
                  <a:ext uri="{FF2B5EF4-FFF2-40B4-BE49-F238E27FC236}">
                    <a16:creationId xmlns:a16="http://schemas.microsoft.com/office/drawing/2014/main" id="{9FF2382B-CAAB-D957-9EAF-CC834342E6DB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84" name="直接连接符 31783">
                <a:extLst>
                  <a:ext uri="{FF2B5EF4-FFF2-40B4-BE49-F238E27FC236}">
                    <a16:creationId xmlns:a16="http://schemas.microsoft.com/office/drawing/2014/main" id="{A8F096CA-8174-0292-1699-AB9D614BD372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85" name="直接连接符 31784">
                <a:extLst>
                  <a:ext uri="{FF2B5EF4-FFF2-40B4-BE49-F238E27FC236}">
                    <a16:creationId xmlns:a16="http://schemas.microsoft.com/office/drawing/2014/main" id="{71A6CF1A-A94E-739C-EF3D-5EB6A3C9F6F9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86" name="直接连接符 31785">
                <a:extLst>
                  <a:ext uri="{FF2B5EF4-FFF2-40B4-BE49-F238E27FC236}">
                    <a16:creationId xmlns:a16="http://schemas.microsoft.com/office/drawing/2014/main" id="{58629900-99C4-2D8D-974D-491885FBE833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87" name="直接连接符 31786">
                <a:extLst>
                  <a:ext uri="{FF2B5EF4-FFF2-40B4-BE49-F238E27FC236}">
                    <a16:creationId xmlns:a16="http://schemas.microsoft.com/office/drawing/2014/main" id="{33FACD70-02E4-FFE4-3DB2-53BB0306A185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88" name="直接连接符 31787">
                <a:extLst>
                  <a:ext uri="{FF2B5EF4-FFF2-40B4-BE49-F238E27FC236}">
                    <a16:creationId xmlns:a16="http://schemas.microsoft.com/office/drawing/2014/main" id="{BF7E0339-7065-FEE6-DEE2-D3F73B5AE8F3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89" name="直接连接符 31788">
                <a:extLst>
                  <a:ext uri="{FF2B5EF4-FFF2-40B4-BE49-F238E27FC236}">
                    <a16:creationId xmlns:a16="http://schemas.microsoft.com/office/drawing/2014/main" id="{0FA16B3C-3429-209C-75D4-D708F8A98FBB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90" name="直接连接符 31789">
                <a:extLst>
                  <a:ext uri="{FF2B5EF4-FFF2-40B4-BE49-F238E27FC236}">
                    <a16:creationId xmlns:a16="http://schemas.microsoft.com/office/drawing/2014/main" id="{10E15024-2BF2-8827-AFFD-14ED5D64107F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91" name="直接连接符 31790">
                <a:extLst>
                  <a:ext uri="{FF2B5EF4-FFF2-40B4-BE49-F238E27FC236}">
                    <a16:creationId xmlns:a16="http://schemas.microsoft.com/office/drawing/2014/main" id="{1AE8B213-6727-044C-7A4D-24F33ABF53B5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92" name="直接连接符 31791">
                <a:extLst>
                  <a:ext uri="{FF2B5EF4-FFF2-40B4-BE49-F238E27FC236}">
                    <a16:creationId xmlns:a16="http://schemas.microsoft.com/office/drawing/2014/main" id="{BD95B13F-52C8-7945-428C-283D7BED7538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93" name="直接连接符 31792">
                <a:extLst>
                  <a:ext uri="{FF2B5EF4-FFF2-40B4-BE49-F238E27FC236}">
                    <a16:creationId xmlns:a16="http://schemas.microsoft.com/office/drawing/2014/main" id="{A68FEA27-3316-D2F0-314B-CE453FD4FCB9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94" name="直接连接符 31793">
                <a:extLst>
                  <a:ext uri="{FF2B5EF4-FFF2-40B4-BE49-F238E27FC236}">
                    <a16:creationId xmlns:a16="http://schemas.microsoft.com/office/drawing/2014/main" id="{C45AA85E-9137-5127-A675-05443759EF73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95" name="直接连接符 31794">
                <a:extLst>
                  <a:ext uri="{FF2B5EF4-FFF2-40B4-BE49-F238E27FC236}">
                    <a16:creationId xmlns:a16="http://schemas.microsoft.com/office/drawing/2014/main" id="{FA12181A-A80D-EA1B-8E3B-CB97B6D14CA1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96" name="直接连接符 31795">
                <a:extLst>
                  <a:ext uri="{FF2B5EF4-FFF2-40B4-BE49-F238E27FC236}">
                    <a16:creationId xmlns:a16="http://schemas.microsoft.com/office/drawing/2014/main" id="{B5D17D1A-62B4-679B-1248-89826BB5916A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97" name="直接连接符 31796">
                <a:extLst>
                  <a:ext uri="{FF2B5EF4-FFF2-40B4-BE49-F238E27FC236}">
                    <a16:creationId xmlns:a16="http://schemas.microsoft.com/office/drawing/2014/main" id="{189443A8-62A8-9B01-2FBC-1AFACC194A14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98" name="直接连接符 31797">
                <a:extLst>
                  <a:ext uri="{FF2B5EF4-FFF2-40B4-BE49-F238E27FC236}">
                    <a16:creationId xmlns:a16="http://schemas.microsoft.com/office/drawing/2014/main" id="{7A14B65D-6503-79DE-B057-91361F09711E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99" name="直接连接符 31798">
                <a:extLst>
                  <a:ext uri="{FF2B5EF4-FFF2-40B4-BE49-F238E27FC236}">
                    <a16:creationId xmlns:a16="http://schemas.microsoft.com/office/drawing/2014/main" id="{945F3BFF-9A23-235D-16E8-66220FF8B90F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00" name="直接连接符 31799">
                <a:extLst>
                  <a:ext uri="{FF2B5EF4-FFF2-40B4-BE49-F238E27FC236}">
                    <a16:creationId xmlns:a16="http://schemas.microsoft.com/office/drawing/2014/main" id="{82FB3005-D937-91F6-B85B-22B9770F3C1A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01" name="直接连接符 31800">
                <a:extLst>
                  <a:ext uri="{FF2B5EF4-FFF2-40B4-BE49-F238E27FC236}">
                    <a16:creationId xmlns:a16="http://schemas.microsoft.com/office/drawing/2014/main" id="{53837663-23F6-B1E2-5D4F-26BC20B19F70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02" name="直接连接符 31801">
                <a:extLst>
                  <a:ext uri="{FF2B5EF4-FFF2-40B4-BE49-F238E27FC236}">
                    <a16:creationId xmlns:a16="http://schemas.microsoft.com/office/drawing/2014/main" id="{93ABD6DC-00E1-16E4-ECDC-1D4302469703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03" name="直接连接符 31802">
                <a:extLst>
                  <a:ext uri="{FF2B5EF4-FFF2-40B4-BE49-F238E27FC236}">
                    <a16:creationId xmlns:a16="http://schemas.microsoft.com/office/drawing/2014/main" id="{7D11CBE4-B904-59C1-DC48-3CB83F9E28A3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04" name="直接连接符 31803">
                <a:extLst>
                  <a:ext uri="{FF2B5EF4-FFF2-40B4-BE49-F238E27FC236}">
                    <a16:creationId xmlns:a16="http://schemas.microsoft.com/office/drawing/2014/main" id="{77EACB92-C4DF-492B-E0F5-3CBE070A3E51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05" name="直接连接符 31804">
                <a:extLst>
                  <a:ext uri="{FF2B5EF4-FFF2-40B4-BE49-F238E27FC236}">
                    <a16:creationId xmlns:a16="http://schemas.microsoft.com/office/drawing/2014/main" id="{10034FFD-DF70-3D7C-6F41-A4B79962BF49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06" name="直接连接符 31805">
                <a:extLst>
                  <a:ext uri="{FF2B5EF4-FFF2-40B4-BE49-F238E27FC236}">
                    <a16:creationId xmlns:a16="http://schemas.microsoft.com/office/drawing/2014/main" id="{D90A132E-20C7-1FC3-B363-F75D5693EEF6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07" name="直接连接符 31806">
                <a:extLst>
                  <a:ext uri="{FF2B5EF4-FFF2-40B4-BE49-F238E27FC236}">
                    <a16:creationId xmlns:a16="http://schemas.microsoft.com/office/drawing/2014/main" id="{3C38F8D1-026B-4877-09D0-54A40577B3E3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08" name="直接连接符 31807">
                <a:extLst>
                  <a:ext uri="{FF2B5EF4-FFF2-40B4-BE49-F238E27FC236}">
                    <a16:creationId xmlns:a16="http://schemas.microsoft.com/office/drawing/2014/main" id="{FAD481B4-6520-ABE4-0623-272E1CA0B18C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09" name="直接连接符 31808">
                <a:extLst>
                  <a:ext uri="{FF2B5EF4-FFF2-40B4-BE49-F238E27FC236}">
                    <a16:creationId xmlns:a16="http://schemas.microsoft.com/office/drawing/2014/main" id="{337B4A9B-13D0-15F2-B25C-CFAE1736339B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10" name="直接连接符 31809">
                <a:extLst>
                  <a:ext uri="{FF2B5EF4-FFF2-40B4-BE49-F238E27FC236}">
                    <a16:creationId xmlns:a16="http://schemas.microsoft.com/office/drawing/2014/main" id="{8D8A94BC-AD1D-7836-B705-B2A620924119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11" name="直接连接符 31810">
                <a:extLst>
                  <a:ext uri="{FF2B5EF4-FFF2-40B4-BE49-F238E27FC236}">
                    <a16:creationId xmlns:a16="http://schemas.microsoft.com/office/drawing/2014/main" id="{009C8F2E-E434-4636-72EF-7B29241D2E18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12" name="直接连接符 31811">
                <a:extLst>
                  <a:ext uri="{FF2B5EF4-FFF2-40B4-BE49-F238E27FC236}">
                    <a16:creationId xmlns:a16="http://schemas.microsoft.com/office/drawing/2014/main" id="{5403401C-679B-796A-B1B4-36BF6AA29493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13" name="直接连接符 31812">
                <a:extLst>
                  <a:ext uri="{FF2B5EF4-FFF2-40B4-BE49-F238E27FC236}">
                    <a16:creationId xmlns:a16="http://schemas.microsoft.com/office/drawing/2014/main" id="{FEC1FB41-148C-0089-B47C-0B3BE27C6BFD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14" name="直接连接符 31813">
                <a:extLst>
                  <a:ext uri="{FF2B5EF4-FFF2-40B4-BE49-F238E27FC236}">
                    <a16:creationId xmlns:a16="http://schemas.microsoft.com/office/drawing/2014/main" id="{A05AFDAD-516B-CEAA-2C88-AE87CFA60605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15" name="直接连接符 31814">
                <a:extLst>
                  <a:ext uri="{FF2B5EF4-FFF2-40B4-BE49-F238E27FC236}">
                    <a16:creationId xmlns:a16="http://schemas.microsoft.com/office/drawing/2014/main" id="{EE0221C5-2EC1-6CB3-3759-6C6CFD08425F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16" name="直接连接符 31815">
                <a:extLst>
                  <a:ext uri="{FF2B5EF4-FFF2-40B4-BE49-F238E27FC236}">
                    <a16:creationId xmlns:a16="http://schemas.microsoft.com/office/drawing/2014/main" id="{9C5A3519-DC09-A18D-B1C6-0193A8EDAC12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17" name="直接连接符 31816">
                <a:extLst>
                  <a:ext uri="{FF2B5EF4-FFF2-40B4-BE49-F238E27FC236}">
                    <a16:creationId xmlns:a16="http://schemas.microsoft.com/office/drawing/2014/main" id="{2F4F6458-23F2-133E-B2F5-B7FDDFD7A387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18" name="直接连接符 31817">
                <a:extLst>
                  <a:ext uri="{FF2B5EF4-FFF2-40B4-BE49-F238E27FC236}">
                    <a16:creationId xmlns:a16="http://schemas.microsoft.com/office/drawing/2014/main" id="{21A7D3B6-37DB-9C25-D6A3-6FB949ADE6AF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19" name="直接连接符 31818">
                <a:extLst>
                  <a:ext uri="{FF2B5EF4-FFF2-40B4-BE49-F238E27FC236}">
                    <a16:creationId xmlns:a16="http://schemas.microsoft.com/office/drawing/2014/main" id="{1ABB648B-666A-81DA-E400-C1BE91CF9477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20" name="直接连接符 31819">
                <a:extLst>
                  <a:ext uri="{FF2B5EF4-FFF2-40B4-BE49-F238E27FC236}">
                    <a16:creationId xmlns:a16="http://schemas.microsoft.com/office/drawing/2014/main" id="{077D4362-DB02-E734-D193-46EDB7B351B2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21" name="直接连接符 31820">
                <a:extLst>
                  <a:ext uri="{FF2B5EF4-FFF2-40B4-BE49-F238E27FC236}">
                    <a16:creationId xmlns:a16="http://schemas.microsoft.com/office/drawing/2014/main" id="{EF144144-0069-252D-7A15-CCFA7A91782C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22" name="直接连接符 31821">
                <a:extLst>
                  <a:ext uri="{FF2B5EF4-FFF2-40B4-BE49-F238E27FC236}">
                    <a16:creationId xmlns:a16="http://schemas.microsoft.com/office/drawing/2014/main" id="{E1033A05-815C-10B8-AFE1-4B5AF6220274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23" name="直接连接符 31822">
                <a:extLst>
                  <a:ext uri="{FF2B5EF4-FFF2-40B4-BE49-F238E27FC236}">
                    <a16:creationId xmlns:a16="http://schemas.microsoft.com/office/drawing/2014/main" id="{6EC9278B-71CD-1339-5310-82D540506857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24" name="直接连接符 31823">
                <a:extLst>
                  <a:ext uri="{FF2B5EF4-FFF2-40B4-BE49-F238E27FC236}">
                    <a16:creationId xmlns:a16="http://schemas.microsoft.com/office/drawing/2014/main" id="{2BA9F21D-5FC1-1009-BC8D-4AE481835827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DAA2B81-F4E0-0F45-E627-7F9EFA0F08F7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43E77DE3-CFEC-D1FF-1ACD-EE447D551DAB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954EEDE8-CF85-AE50-F894-777FD1344C0E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8D07CC6D-A202-06DC-792C-CE8504DEFC4E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E6C7CD22-8C07-6603-B4E6-87465E0FEE57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A91681CD-A811-8B9E-A78E-4DEEC323753E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6344EC92-4308-94E8-FA4A-65CF017B8AD1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89B15FBE-E88D-672D-E0BC-30252EBFF1FF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115E05DC-1596-B505-1A1F-9BDCC3F1B8AB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5C44F9A-BF0B-7AA2-4938-2BE8ADC42A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FA6BB575-6A8D-4B61-926F-CF0D53E4B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连通性质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D4B0AB59-57E6-450A-A8DE-9B7499CDA7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4350" y="1601142"/>
            <a:ext cx="8001000" cy="4846011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定理3.8： 对</a:t>
            </a:r>
            <a:r>
              <a:rPr lang="zh-CN" altLang="en-US" sz="2400" b="1" dirty="0"/>
              <a:t>无向图</a:t>
            </a:r>
            <a:r>
              <a:rPr lang="zh-CN" altLang="en-US" sz="2400" dirty="0"/>
              <a:t>中任两个结点</a:t>
            </a:r>
            <a:r>
              <a:rPr lang="en-US" altLang="zh-CN" sz="2400" dirty="0"/>
              <a:t>s</a:t>
            </a:r>
            <a:r>
              <a:rPr lang="zh-CN" altLang="en-US" sz="2400" dirty="0"/>
              <a:t>与</a:t>
            </a:r>
            <a:r>
              <a:rPr lang="en-US" altLang="zh-CN" sz="2400" dirty="0"/>
              <a:t>t,</a:t>
            </a:r>
            <a:r>
              <a:rPr lang="zh-CN" altLang="en-US" sz="2400" dirty="0"/>
              <a:t>它们的连通分支或者相等，或者不相交 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定理3.17 对</a:t>
            </a:r>
            <a:r>
              <a:rPr lang="zh-CN" altLang="en-US" sz="2400" b="1" dirty="0"/>
              <a:t>有向图</a:t>
            </a:r>
            <a:r>
              <a:rPr lang="zh-CN" altLang="en-US" sz="2400" dirty="0"/>
              <a:t>中的任何两个结点</a:t>
            </a:r>
            <a:r>
              <a:rPr lang="en-US" altLang="zh-CN" sz="2400" dirty="0"/>
              <a:t>s</a:t>
            </a:r>
            <a:r>
              <a:rPr lang="zh-CN" altLang="en-US" sz="2400" dirty="0"/>
              <a:t>与</a:t>
            </a:r>
            <a:r>
              <a:rPr lang="en-US" altLang="zh-CN" sz="2400" dirty="0"/>
              <a:t>t,</a:t>
            </a:r>
            <a:r>
              <a:rPr lang="zh-CN" altLang="en-US" sz="2400" dirty="0"/>
              <a:t>它们的</a:t>
            </a:r>
            <a:r>
              <a:rPr lang="zh-CN" altLang="en-US" sz="2400" b="1" i="1" dirty="0"/>
              <a:t>强连通</a:t>
            </a:r>
            <a:r>
              <a:rPr lang="zh-CN" altLang="en-US" sz="2400" dirty="0"/>
              <a:t>分支或者相等，或者不相交 。</a:t>
            </a:r>
            <a:endParaRPr lang="en-US" altLang="zh-CN" sz="2400" dirty="0">
              <a:latin typeface="Inte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Inter"/>
              </a:rPr>
              <a:t>注：在有向图中，如果对于图中的任意两个节点 </a:t>
            </a:r>
            <a:r>
              <a:rPr lang="en-US" altLang="zh-CN" sz="2400" dirty="0">
                <a:latin typeface="Inter"/>
              </a:rPr>
              <a:t>u </a:t>
            </a:r>
            <a:r>
              <a:rPr lang="zh-CN" altLang="en-US" sz="2400" dirty="0">
                <a:latin typeface="Inter"/>
              </a:rPr>
              <a:t>和 </a:t>
            </a:r>
            <a:r>
              <a:rPr lang="en-US" altLang="zh-CN" sz="2400" dirty="0">
                <a:latin typeface="Inter"/>
              </a:rPr>
              <a:t>v</a:t>
            </a:r>
            <a:r>
              <a:rPr lang="zh-CN" altLang="en-US" sz="2400" dirty="0">
                <a:latin typeface="Inter"/>
              </a:rPr>
              <a:t>，都存在</a:t>
            </a:r>
            <a:r>
              <a:rPr lang="zh-CN" altLang="en-US" sz="2400" dirty="0">
                <a:solidFill>
                  <a:srgbClr val="FF0000"/>
                </a:solidFill>
                <a:latin typeface="Inter"/>
              </a:rPr>
              <a:t>从 </a:t>
            </a:r>
            <a:r>
              <a:rPr lang="en-US" altLang="zh-CN" sz="2400" dirty="0">
                <a:solidFill>
                  <a:srgbClr val="FF0000"/>
                </a:solidFill>
                <a:latin typeface="Inter"/>
              </a:rPr>
              <a:t>u </a:t>
            </a:r>
            <a:r>
              <a:rPr lang="zh-CN" altLang="en-US" sz="2400" dirty="0">
                <a:solidFill>
                  <a:srgbClr val="FF0000"/>
                </a:solidFill>
                <a:latin typeface="Inter"/>
              </a:rPr>
              <a:t>到 </a:t>
            </a:r>
            <a:r>
              <a:rPr lang="en-US" altLang="zh-CN" sz="2400" dirty="0">
                <a:solidFill>
                  <a:srgbClr val="FF0000"/>
                </a:solidFill>
                <a:latin typeface="Inter"/>
              </a:rPr>
              <a:t>v </a:t>
            </a:r>
            <a:r>
              <a:rPr lang="zh-CN" altLang="en-US" sz="2400" dirty="0">
                <a:solidFill>
                  <a:srgbClr val="FF0000"/>
                </a:solidFill>
                <a:latin typeface="Inter"/>
              </a:rPr>
              <a:t>的路径以及从 </a:t>
            </a:r>
            <a:r>
              <a:rPr lang="en-US" altLang="zh-CN" sz="2400" dirty="0">
                <a:solidFill>
                  <a:srgbClr val="FF0000"/>
                </a:solidFill>
                <a:latin typeface="Inter"/>
              </a:rPr>
              <a:t>v </a:t>
            </a:r>
            <a:r>
              <a:rPr lang="zh-CN" altLang="en-US" sz="2400" dirty="0">
                <a:solidFill>
                  <a:srgbClr val="FF0000"/>
                </a:solidFill>
                <a:latin typeface="Inter"/>
              </a:rPr>
              <a:t>到 </a:t>
            </a:r>
            <a:r>
              <a:rPr lang="en-US" altLang="zh-CN" sz="2400" dirty="0">
                <a:solidFill>
                  <a:srgbClr val="FF0000"/>
                </a:solidFill>
                <a:latin typeface="Inter"/>
              </a:rPr>
              <a:t>u </a:t>
            </a:r>
            <a:r>
              <a:rPr lang="zh-CN" altLang="en-US" sz="2400" dirty="0">
                <a:solidFill>
                  <a:srgbClr val="FF0000"/>
                </a:solidFill>
                <a:latin typeface="Inter"/>
              </a:rPr>
              <a:t>的路径</a:t>
            </a:r>
            <a:r>
              <a:rPr lang="zh-CN" altLang="en-US" sz="2400" dirty="0">
                <a:latin typeface="Inter"/>
              </a:rPr>
              <a:t>，那么由这些</a:t>
            </a:r>
            <a:r>
              <a:rPr lang="zh-CN" altLang="en-US" sz="2400" dirty="0">
                <a:solidFill>
                  <a:srgbClr val="FF0000"/>
                </a:solidFill>
                <a:latin typeface="Inter"/>
              </a:rPr>
              <a:t>相互可达的节点构成的最大子图就称为一个强连通分支。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8C2FA12F-F047-4C05-A951-4BAC49FDD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C5CD6F-AEA6-46CB-9662-DAD47AF99B28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263ABA4-CB56-2A75-4123-0D639DDE4149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546A548-2231-C1B0-FBF7-BEE0BC4AD855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B8443A92-D775-4668-136F-FCC49E8FF7B0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70C5EC7-FD52-F0D6-7326-71A45D781D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81642A49-1142-5EDC-01DD-9522D08B8958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69811AB-B2B1-6B3F-5D76-516530922799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F59F8EC-AE69-E0CD-BDA7-BD59203B316E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E254BD95-08D5-7E00-22FF-BBCDB3167459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D9319D58-16B9-38C5-C052-5FF2F3308B8C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3F9B12D0-C0DE-0497-A8A6-2B2BCF0DAEE7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E93B50D0-6451-6FE6-39D4-F097A85DCF51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B6C573ED-A14E-195D-D0C3-3C8480575371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1E5BE2A8-0FC6-A513-905E-3A110D710A8B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07E16B11-3CB5-EA4C-DFE2-765A34F3B5D6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F32732AF-FB56-617F-F542-ED104C894B6B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2D56F805-D982-7130-ACE4-F380F350C624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BDFF7F72-E6C8-8433-3D86-D407D3E120D3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DE83EC30-7861-FA99-DE1B-2C5F0A8A665C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367C46B5-238F-75F3-2065-E641E4F91B6D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22507439-7C1F-8DB0-4C1C-A2EC4919CEAA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59ECA139-A65B-527D-3AE2-96B49EC3C983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2CA3D77-B4DA-9E7A-F982-CC4E7B9A2D0A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54F8D670-3759-C2E6-FAF2-440D82CB9302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6CAE729B-26D9-BEDC-EB7B-C5CA0C6D1EA3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E210026-F0EA-9FC9-6F8A-EEC802AC51D4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1032C8BC-D114-3787-4BCB-54DCCCA44CD6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9B3B9FF9-51BA-1848-A10C-F704E998883B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8083724D-98BA-4E26-2B70-DD57AD2EE8C0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A55820ED-8C1E-EDE3-FC88-AACC124B090E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FB8AF3EA-22EC-26A2-AE19-CEA2BACB007E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DBBE4586-DF16-AFE7-F777-B68C1914FF5B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A1495219-1844-E228-6466-2DF6B4DD84C2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2A681F99-1DC6-4A9E-7332-613EE605ACDC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13302244-F8CF-9A62-6638-3C46B5650EFD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73323A7C-D0D3-E5FE-1021-63FA76DB47F2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AC24FCED-F73F-06F3-97B7-A5BF0771F060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20B4BB72-9200-F1D0-3AE8-A952BBD9504E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3578F1A3-F15C-227A-8CF8-BF59F241D72B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090394BE-E425-8DE2-705E-6B6104BB66B2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8260652E-F2E3-C20E-FE24-D21ECC3FE9D3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C2DB82E9-F1A4-D7AC-1D2A-D4C187CAFE37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0FA90EBF-F1C7-FAA6-B0AD-71DF734AA6CA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F74C8C32-5AE6-57CB-D4CE-C7BF2469EA85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EDC35669-6908-72BD-C45B-C7204EAB4381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97DDA75D-69BB-B04F-B067-BA2DC763C765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B4A8F575-1366-36F7-8603-CE3E2AEDB3B7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F1B0DE68-FC56-B4F3-3705-91095F8EA62F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A3EFCBAB-88C2-25D1-E7B1-9028B3EFC79B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C88404B8-AB6E-3252-88DB-5B06770181B4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95B89E69-30AC-3968-834E-09E0D447565A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0C7693C0-5C91-429E-CCE0-4A88EE1F1535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E42CB14D-77CC-BBCD-504A-AB8011BCE5CA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68" name="直接连接符 32767">
                <a:extLst>
                  <a:ext uri="{FF2B5EF4-FFF2-40B4-BE49-F238E27FC236}">
                    <a16:creationId xmlns:a16="http://schemas.microsoft.com/office/drawing/2014/main" id="{10413CA8-64B3-ADEB-91DB-0DB5B8217CD7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69" name="直接连接符 32768">
                <a:extLst>
                  <a:ext uri="{FF2B5EF4-FFF2-40B4-BE49-F238E27FC236}">
                    <a16:creationId xmlns:a16="http://schemas.microsoft.com/office/drawing/2014/main" id="{8B03B7AB-3BFF-A474-9C6B-1051722CFC9C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73" name="直接连接符 32772">
                <a:extLst>
                  <a:ext uri="{FF2B5EF4-FFF2-40B4-BE49-F238E27FC236}">
                    <a16:creationId xmlns:a16="http://schemas.microsoft.com/office/drawing/2014/main" id="{FC868D01-006B-969B-445F-FFF9396FACDC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74" name="直接连接符 32773">
                <a:extLst>
                  <a:ext uri="{FF2B5EF4-FFF2-40B4-BE49-F238E27FC236}">
                    <a16:creationId xmlns:a16="http://schemas.microsoft.com/office/drawing/2014/main" id="{E36968BD-9AB5-FD59-8EF9-9A1918F91780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75" name="直接连接符 32774">
                <a:extLst>
                  <a:ext uri="{FF2B5EF4-FFF2-40B4-BE49-F238E27FC236}">
                    <a16:creationId xmlns:a16="http://schemas.microsoft.com/office/drawing/2014/main" id="{D49976E7-FBFE-5BDA-5B39-B39E6EA2656C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76" name="直接连接符 32775">
                <a:extLst>
                  <a:ext uri="{FF2B5EF4-FFF2-40B4-BE49-F238E27FC236}">
                    <a16:creationId xmlns:a16="http://schemas.microsoft.com/office/drawing/2014/main" id="{AD010ECB-4E1D-3378-4E14-1DB9AF94343F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77" name="直接连接符 32776">
                <a:extLst>
                  <a:ext uri="{FF2B5EF4-FFF2-40B4-BE49-F238E27FC236}">
                    <a16:creationId xmlns:a16="http://schemas.microsoft.com/office/drawing/2014/main" id="{7E652F96-9227-C326-773E-9E83DC1599E8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78" name="直接连接符 32777">
                <a:extLst>
                  <a:ext uri="{FF2B5EF4-FFF2-40B4-BE49-F238E27FC236}">
                    <a16:creationId xmlns:a16="http://schemas.microsoft.com/office/drawing/2014/main" id="{5E59C1D9-677D-93A9-356D-FD40623319B4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79" name="直接连接符 32778">
                <a:extLst>
                  <a:ext uri="{FF2B5EF4-FFF2-40B4-BE49-F238E27FC236}">
                    <a16:creationId xmlns:a16="http://schemas.microsoft.com/office/drawing/2014/main" id="{9E555A09-E36B-2912-B71A-55C4238C2136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80" name="直接连接符 32779">
                <a:extLst>
                  <a:ext uri="{FF2B5EF4-FFF2-40B4-BE49-F238E27FC236}">
                    <a16:creationId xmlns:a16="http://schemas.microsoft.com/office/drawing/2014/main" id="{D7783C17-5758-3890-57F6-D51E3246B969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81" name="直接连接符 32780">
                <a:extLst>
                  <a:ext uri="{FF2B5EF4-FFF2-40B4-BE49-F238E27FC236}">
                    <a16:creationId xmlns:a16="http://schemas.microsoft.com/office/drawing/2014/main" id="{B4C17125-B30E-5860-9AAF-669E2F007F75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82" name="直接连接符 32781">
                <a:extLst>
                  <a:ext uri="{FF2B5EF4-FFF2-40B4-BE49-F238E27FC236}">
                    <a16:creationId xmlns:a16="http://schemas.microsoft.com/office/drawing/2014/main" id="{E6507CD5-BDB9-A194-4A1B-BCA2287D6C33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83" name="直接连接符 32782">
                <a:extLst>
                  <a:ext uri="{FF2B5EF4-FFF2-40B4-BE49-F238E27FC236}">
                    <a16:creationId xmlns:a16="http://schemas.microsoft.com/office/drawing/2014/main" id="{1293590D-E820-15EA-5872-45B3461CBD52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84" name="直接连接符 32783">
                <a:extLst>
                  <a:ext uri="{FF2B5EF4-FFF2-40B4-BE49-F238E27FC236}">
                    <a16:creationId xmlns:a16="http://schemas.microsoft.com/office/drawing/2014/main" id="{5D4AA207-EB69-8455-8F2C-4384CA741462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85" name="直接连接符 32784">
                <a:extLst>
                  <a:ext uri="{FF2B5EF4-FFF2-40B4-BE49-F238E27FC236}">
                    <a16:creationId xmlns:a16="http://schemas.microsoft.com/office/drawing/2014/main" id="{28EC331F-C22B-A6D2-A277-43D57D3BD25C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86" name="直接连接符 32785">
                <a:extLst>
                  <a:ext uri="{FF2B5EF4-FFF2-40B4-BE49-F238E27FC236}">
                    <a16:creationId xmlns:a16="http://schemas.microsoft.com/office/drawing/2014/main" id="{F2C74EF5-60D7-334F-D080-DCE911F9A706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87" name="直接连接符 32786">
                <a:extLst>
                  <a:ext uri="{FF2B5EF4-FFF2-40B4-BE49-F238E27FC236}">
                    <a16:creationId xmlns:a16="http://schemas.microsoft.com/office/drawing/2014/main" id="{8F9C8DD0-623C-1F41-4FFD-33D378070F3E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88" name="直接连接符 32787">
                <a:extLst>
                  <a:ext uri="{FF2B5EF4-FFF2-40B4-BE49-F238E27FC236}">
                    <a16:creationId xmlns:a16="http://schemas.microsoft.com/office/drawing/2014/main" id="{F8482D1A-B234-3D17-E117-6520A8F8E736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89" name="直接连接符 32788">
                <a:extLst>
                  <a:ext uri="{FF2B5EF4-FFF2-40B4-BE49-F238E27FC236}">
                    <a16:creationId xmlns:a16="http://schemas.microsoft.com/office/drawing/2014/main" id="{78DCAF13-C09F-4D6C-6900-C4FD22DF9D2F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90" name="直接连接符 32789">
                <a:extLst>
                  <a:ext uri="{FF2B5EF4-FFF2-40B4-BE49-F238E27FC236}">
                    <a16:creationId xmlns:a16="http://schemas.microsoft.com/office/drawing/2014/main" id="{E39AD34D-B859-4DF1-CD3D-81C4654E40E7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91" name="直接连接符 32790">
                <a:extLst>
                  <a:ext uri="{FF2B5EF4-FFF2-40B4-BE49-F238E27FC236}">
                    <a16:creationId xmlns:a16="http://schemas.microsoft.com/office/drawing/2014/main" id="{84AAED4E-C6ED-28F0-6278-3D4F31F42B18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92" name="直接连接符 32791">
                <a:extLst>
                  <a:ext uri="{FF2B5EF4-FFF2-40B4-BE49-F238E27FC236}">
                    <a16:creationId xmlns:a16="http://schemas.microsoft.com/office/drawing/2014/main" id="{81C3D6BB-1109-82E5-0A7C-B34FEC691B53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93" name="直接连接符 32792">
                <a:extLst>
                  <a:ext uri="{FF2B5EF4-FFF2-40B4-BE49-F238E27FC236}">
                    <a16:creationId xmlns:a16="http://schemas.microsoft.com/office/drawing/2014/main" id="{0C9D3404-C370-D4A1-B660-CF3ECD9FBD66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94" name="直接连接符 32793">
                <a:extLst>
                  <a:ext uri="{FF2B5EF4-FFF2-40B4-BE49-F238E27FC236}">
                    <a16:creationId xmlns:a16="http://schemas.microsoft.com/office/drawing/2014/main" id="{7D42FE48-D453-4895-2E15-BFF570C1783A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95" name="直接连接符 32794">
                <a:extLst>
                  <a:ext uri="{FF2B5EF4-FFF2-40B4-BE49-F238E27FC236}">
                    <a16:creationId xmlns:a16="http://schemas.microsoft.com/office/drawing/2014/main" id="{CB44F737-0F0D-CB11-DB33-791DC2ABD724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96" name="直接连接符 32795">
                <a:extLst>
                  <a:ext uri="{FF2B5EF4-FFF2-40B4-BE49-F238E27FC236}">
                    <a16:creationId xmlns:a16="http://schemas.microsoft.com/office/drawing/2014/main" id="{DE4B9923-DE74-ADE9-C6B7-75C2E975C48B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97" name="直接连接符 32796">
                <a:extLst>
                  <a:ext uri="{FF2B5EF4-FFF2-40B4-BE49-F238E27FC236}">
                    <a16:creationId xmlns:a16="http://schemas.microsoft.com/office/drawing/2014/main" id="{2715FD22-4167-743F-11F3-511255DABD42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98" name="直接连接符 32797">
                <a:extLst>
                  <a:ext uri="{FF2B5EF4-FFF2-40B4-BE49-F238E27FC236}">
                    <a16:creationId xmlns:a16="http://schemas.microsoft.com/office/drawing/2014/main" id="{D64C84B2-0CEE-536E-55C5-E6800AF1ECB3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99" name="直接连接符 32798">
                <a:extLst>
                  <a:ext uri="{FF2B5EF4-FFF2-40B4-BE49-F238E27FC236}">
                    <a16:creationId xmlns:a16="http://schemas.microsoft.com/office/drawing/2014/main" id="{ED0EC867-EFDD-FE00-8D9C-522610069E0E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00" name="直接连接符 32799">
                <a:extLst>
                  <a:ext uri="{FF2B5EF4-FFF2-40B4-BE49-F238E27FC236}">
                    <a16:creationId xmlns:a16="http://schemas.microsoft.com/office/drawing/2014/main" id="{599A022C-AB6E-339B-95FC-7BD9B1195525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01" name="直接连接符 32800">
                <a:extLst>
                  <a:ext uri="{FF2B5EF4-FFF2-40B4-BE49-F238E27FC236}">
                    <a16:creationId xmlns:a16="http://schemas.microsoft.com/office/drawing/2014/main" id="{BA549987-CD26-A0FA-0EF9-60F2F7E88912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02" name="直接连接符 32801">
                <a:extLst>
                  <a:ext uri="{FF2B5EF4-FFF2-40B4-BE49-F238E27FC236}">
                    <a16:creationId xmlns:a16="http://schemas.microsoft.com/office/drawing/2014/main" id="{9A463D9F-B25E-DE59-6852-B0F6FD9A3A9B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03" name="直接连接符 32802">
                <a:extLst>
                  <a:ext uri="{FF2B5EF4-FFF2-40B4-BE49-F238E27FC236}">
                    <a16:creationId xmlns:a16="http://schemas.microsoft.com/office/drawing/2014/main" id="{75277521-B7FF-FE44-D458-B4054FE7E234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04" name="直接连接符 32803">
                <a:extLst>
                  <a:ext uri="{FF2B5EF4-FFF2-40B4-BE49-F238E27FC236}">
                    <a16:creationId xmlns:a16="http://schemas.microsoft.com/office/drawing/2014/main" id="{A02BCEA8-8093-5E07-2B35-1EAA7ABC8952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05" name="直接连接符 32804">
                <a:extLst>
                  <a:ext uri="{FF2B5EF4-FFF2-40B4-BE49-F238E27FC236}">
                    <a16:creationId xmlns:a16="http://schemas.microsoft.com/office/drawing/2014/main" id="{9BCDE94F-0361-EB79-D9CB-75A982DE08AF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06" name="直接连接符 32805">
                <a:extLst>
                  <a:ext uri="{FF2B5EF4-FFF2-40B4-BE49-F238E27FC236}">
                    <a16:creationId xmlns:a16="http://schemas.microsoft.com/office/drawing/2014/main" id="{5FEF9B39-FE9A-9E6A-E49B-05322713146C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07" name="直接连接符 32806">
                <a:extLst>
                  <a:ext uri="{FF2B5EF4-FFF2-40B4-BE49-F238E27FC236}">
                    <a16:creationId xmlns:a16="http://schemas.microsoft.com/office/drawing/2014/main" id="{E16B9545-FF72-F2D8-0A92-96A2623D017F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08" name="直接连接符 32807">
                <a:extLst>
                  <a:ext uri="{FF2B5EF4-FFF2-40B4-BE49-F238E27FC236}">
                    <a16:creationId xmlns:a16="http://schemas.microsoft.com/office/drawing/2014/main" id="{9E6DF618-6B0A-A048-A52A-6BC1B012F21F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09" name="直接连接符 32808">
                <a:extLst>
                  <a:ext uri="{FF2B5EF4-FFF2-40B4-BE49-F238E27FC236}">
                    <a16:creationId xmlns:a16="http://schemas.microsoft.com/office/drawing/2014/main" id="{1F3A175B-1041-089D-B1D0-130D6AAF63F9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10" name="直接连接符 32809">
                <a:extLst>
                  <a:ext uri="{FF2B5EF4-FFF2-40B4-BE49-F238E27FC236}">
                    <a16:creationId xmlns:a16="http://schemas.microsoft.com/office/drawing/2014/main" id="{527ED695-ECF7-9243-D088-D07B8C90F109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11" name="直接连接符 32810">
                <a:extLst>
                  <a:ext uri="{FF2B5EF4-FFF2-40B4-BE49-F238E27FC236}">
                    <a16:creationId xmlns:a16="http://schemas.microsoft.com/office/drawing/2014/main" id="{5BD2A235-382D-A4A7-0983-CEC5F9668C6D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12" name="直接连接符 32811">
                <a:extLst>
                  <a:ext uri="{FF2B5EF4-FFF2-40B4-BE49-F238E27FC236}">
                    <a16:creationId xmlns:a16="http://schemas.microsoft.com/office/drawing/2014/main" id="{C7E15D26-25E5-9192-D262-1D952196F9BE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13" name="直接连接符 32812">
                <a:extLst>
                  <a:ext uri="{FF2B5EF4-FFF2-40B4-BE49-F238E27FC236}">
                    <a16:creationId xmlns:a16="http://schemas.microsoft.com/office/drawing/2014/main" id="{2A0F7ABA-16B4-37A2-6508-A406893D960E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14" name="直接连接符 32813">
                <a:extLst>
                  <a:ext uri="{FF2B5EF4-FFF2-40B4-BE49-F238E27FC236}">
                    <a16:creationId xmlns:a16="http://schemas.microsoft.com/office/drawing/2014/main" id="{0E2718B3-0670-43CE-00C9-8F53AA4A2307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15" name="直接连接符 32814">
                <a:extLst>
                  <a:ext uri="{FF2B5EF4-FFF2-40B4-BE49-F238E27FC236}">
                    <a16:creationId xmlns:a16="http://schemas.microsoft.com/office/drawing/2014/main" id="{1A004465-900D-8546-6513-0A50B82DB987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16" name="直接连接符 32815">
                <a:extLst>
                  <a:ext uri="{FF2B5EF4-FFF2-40B4-BE49-F238E27FC236}">
                    <a16:creationId xmlns:a16="http://schemas.microsoft.com/office/drawing/2014/main" id="{D08657E6-12F9-162C-FEDB-C995382F9D3C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17" name="直接连接符 32816">
                <a:extLst>
                  <a:ext uri="{FF2B5EF4-FFF2-40B4-BE49-F238E27FC236}">
                    <a16:creationId xmlns:a16="http://schemas.microsoft.com/office/drawing/2014/main" id="{CE31F6CD-21C0-76EC-B08F-77E0AE48F980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18" name="直接连接符 32817">
                <a:extLst>
                  <a:ext uri="{FF2B5EF4-FFF2-40B4-BE49-F238E27FC236}">
                    <a16:creationId xmlns:a16="http://schemas.microsoft.com/office/drawing/2014/main" id="{8ED0E128-69C0-DE26-FF95-37C39EF3DF85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19" name="直接连接符 32818">
                <a:extLst>
                  <a:ext uri="{FF2B5EF4-FFF2-40B4-BE49-F238E27FC236}">
                    <a16:creationId xmlns:a16="http://schemas.microsoft.com/office/drawing/2014/main" id="{DC1669AA-FE3B-938D-2D27-2D69EB8D3044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20" name="直接连接符 32819">
                <a:extLst>
                  <a:ext uri="{FF2B5EF4-FFF2-40B4-BE49-F238E27FC236}">
                    <a16:creationId xmlns:a16="http://schemas.microsoft.com/office/drawing/2014/main" id="{411C2629-A86B-778B-C7CA-EDFD226EC181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21" name="直接连接符 32820">
                <a:extLst>
                  <a:ext uri="{FF2B5EF4-FFF2-40B4-BE49-F238E27FC236}">
                    <a16:creationId xmlns:a16="http://schemas.microsoft.com/office/drawing/2014/main" id="{F2E0485E-0FB4-1EEE-4C4E-C921E6758F42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22" name="直接连接符 32821">
                <a:extLst>
                  <a:ext uri="{FF2B5EF4-FFF2-40B4-BE49-F238E27FC236}">
                    <a16:creationId xmlns:a16="http://schemas.microsoft.com/office/drawing/2014/main" id="{F318D86A-4D94-99C2-F623-3F13D84FFF4B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23" name="直接连接符 32822">
                <a:extLst>
                  <a:ext uri="{FF2B5EF4-FFF2-40B4-BE49-F238E27FC236}">
                    <a16:creationId xmlns:a16="http://schemas.microsoft.com/office/drawing/2014/main" id="{E6B4826F-02E0-F1F8-BE9D-482746C2F604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24" name="直接连接符 32823">
                <a:extLst>
                  <a:ext uri="{FF2B5EF4-FFF2-40B4-BE49-F238E27FC236}">
                    <a16:creationId xmlns:a16="http://schemas.microsoft.com/office/drawing/2014/main" id="{09BF575F-EE40-CDDA-F570-A83062112080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25" name="直接连接符 32824">
                <a:extLst>
                  <a:ext uri="{FF2B5EF4-FFF2-40B4-BE49-F238E27FC236}">
                    <a16:creationId xmlns:a16="http://schemas.microsoft.com/office/drawing/2014/main" id="{3E8FC743-12F6-A225-BBE0-6F51EDE0DA5C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26" name="直接连接符 32825">
                <a:extLst>
                  <a:ext uri="{FF2B5EF4-FFF2-40B4-BE49-F238E27FC236}">
                    <a16:creationId xmlns:a16="http://schemas.microsoft.com/office/drawing/2014/main" id="{2FDAB709-CEA8-78CC-93E9-820D40C04362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27" name="直接连接符 32826">
                <a:extLst>
                  <a:ext uri="{FF2B5EF4-FFF2-40B4-BE49-F238E27FC236}">
                    <a16:creationId xmlns:a16="http://schemas.microsoft.com/office/drawing/2014/main" id="{6D6E3126-4E1A-745F-CFED-C7E2805E7F4B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28" name="直接连接符 32827">
                <a:extLst>
                  <a:ext uri="{FF2B5EF4-FFF2-40B4-BE49-F238E27FC236}">
                    <a16:creationId xmlns:a16="http://schemas.microsoft.com/office/drawing/2014/main" id="{138C1048-5236-EAA7-6E82-B3C93AAE6BBE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29" name="直接连接符 32828">
                <a:extLst>
                  <a:ext uri="{FF2B5EF4-FFF2-40B4-BE49-F238E27FC236}">
                    <a16:creationId xmlns:a16="http://schemas.microsoft.com/office/drawing/2014/main" id="{58E790D1-27A8-8C56-7752-711B0271675A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30" name="直接连接符 32829">
                <a:extLst>
                  <a:ext uri="{FF2B5EF4-FFF2-40B4-BE49-F238E27FC236}">
                    <a16:creationId xmlns:a16="http://schemas.microsoft.com/office/drawing/2014/main" id="{2BF5E728-AA5A-0A22-FFDA-627F8845A872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31" name="直接连接符 32830">
                <a:extLst>
                  <a:ext uri="{FF2B5EF4-FFF2-40B4-BE49-F238E27FC236}">
                    <a16:creationId xmlns:a16="http://schemas.microsoft.com/office/drawing/2014/main" id="{73F67AAD-CA2F-B36A-6530-5B9940C28312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32" name="直接连接符 32831">
                <a:extLst>
                  <a:ext uri="{FF2B5EF4-FFF2-40B4-BE49-F238E27FC236}">
                    <a16:creationId xmlns:a16="http://schemas.microsoft.com/office/drawing/2014/main" id="{6374DFCE-41DE-6A38-16DF-F8CA8284E554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33" name="直接连接符 32832">
                <a:extLst>
                  <a:ext uri="{FF2B5EF4-FFF2-40B4-BE49-F238E27FC236}">
                    <a16:creationId xmlns:a16="http://schemas.microsoft.com/office/drawing/2014/main" id="{9E0CBDBA-AB84-5A94-DE0D-6895A003B0F2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34" name="直接连接符 32833">
                <a:extLst>
                  <a:ext uri="{FF2B5EF4-FFF2-40B4-BE49-F238E27FC236}">
                    <a16:creationId xmlns:a16="http://schemas.microsoft.com/office/drawing/2014/main" id="{7338B38D-EBC0-0F55-F6F9-19F66C0FFA53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35" name="直接连接符 32834">
                <a:extLst>
                  <a:ext uri="{FF2B5EF4-FFF2-40B4-BE49-F238E27FC236}">
                    <a16:creationId xmlns:a16="http://schemas.microsoft.com/office/drawing/2014/main" id="{C8749962-037B-BEA2-1968-90F885EDA2F7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36" name="直接连接符 32835">
                <a:extLst>
                  <a:ext uri="{FF2B5EF4-FFF2-40B4-BE49-F238E27FC236}">
                    <a16:creationId xmlns:a16="http://schemas.microsoft.com/office/drawing/2014/main" id="{0A54E52D-EA4C-D9DC-9759-F5862CD93A43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37" name="直接连接符 32836">
                <a:extLst>
                  <a:ext uri="{FF2B5EF4-FFF2-40B4-BE49-F238E27FC236}">
                    <a16:creationId xmlns:a16="http://schemas.microsoft.com/office/drawing/2014/main" id="{CFE87B3B-5ABA-7E40-B82E-13DC294DA706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38" name="直接连接符 32837">
                <a:extLst>
                  <a:ext uri="{FF2B5EF4-FFF2-40B4-BE49-F238E27FC236}">
                    <a16:creationId xmlns:a16="http://schemas.microsoft.com/office/drawing/2014/main" id="{C4E20DE1-F4A0-0E59-F475-BBCFCD473A3C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39" name="直接连接符 32838">
                <a:extLst>
                  <a:ext uri="{FF2B5EF4-FFF2-40B4-BE49-F238E27FC236}">
                    <a16:creationId xmlns:a16="http://schemas.microsoft.com/office/drawing/2014/main" id="{CC705658-00C8-8E8E-C5BA-A2221F49D259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844343D1-EAEB-B684-CE64-EF0A9E9753BD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3E874457-D6A3-3B81-0886-AF4DFB832DA9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8DD55ABF-C65F-BA9C-D860-7D6C1A7FF38B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F6849904-B974-E3AF-22C5-B93D0E55DA7C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EE74A22B-58FB-98EB-2742-C875C2C8F038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B2B5D17-0DAF-0559-E13B-F321E95AE3B4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B9CB0485-0A9C-F49C-9F12-284FCD701328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6785D265-7883-6021-BEA6-411FBE952592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C1F1CC53-3409-4EFD-0CD0-37FE5E5AA897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AB800D9-310E-5101-CDD2-99BD33BEE3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08DF65AB-4440-4112-926B-BFFBBF62A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连通性质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5E0A7927-B081-42CC-B869-82BA42EF06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如何找出所有连通分支的集合？</a:t>
            </a:r>
          </a:p>
          <a:p>
            <a:pPr eaLnBrk="1" hangingPunct="1"/>
            <a:endParaRPr lang="en-US" altLang="zh-CN" sz="2800" dirty="0"/>
          </a:p>
          <a:p>
            <a:pPr eaLnBrk="1" hangingPunct="1"/>
            <a:r>
              <a:rPr lang="zh-CN" altLang="en-US" sz="2800" dirty="0"/>
              <a:t>时间复杂度是多少？</a:t>
            </a:r>
          </a:p>
        </p:txBody>
      </p:sp>
      <p:sp>
        <p:nvSpPr>
          <p:cNvPr id="33794" name="灯片编号占位符 5">
            <a:extLst>
              <a:ext uri="{FF2B5EF4-FFF2-40B4-BE49-F238E27FC236}">
                <a16:creationId xmlns:a16="http://schemas.microsoft.com/office/drawing/2014/main" id="{B0DFEDCD-7857-4D0C-B71F-7625F6321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3DF96C-9A96-4F13-9E7B-829DE2F050C4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378422C-2C72-040D-5371-D457F76AF4A6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4F3D4C3-6513-7592-D657-2F645B74000C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AF1366F-F4B2-5D48-2FB7-9BFA32A5A680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5ED39A4-3FFC-FCD8-CD88-4A600D3EDB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C854A95F-D78D-6B27-5F4D-8676623E9E56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816FACC-1525-2852-67D3-A08C75F48BFA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0901277-E85D-950F-22EA-80070F593533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F37E5195-E358-DF69-D29D-ADA222978D1D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C1422002-5E54-96A4-E456-A6E5B829ED16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A0DCDD79-AED3-9856-1E35-608BA23695D3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AABE195B-A6C6-A4AE-D06D-98F93DB5E4D7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5D24252B-C808-E2AA-9FF0-097C0232F9D9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58F256B8-CD23-1F94-D648-5D20C51FCFF5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E1854F8A-2FB7-DA68-73BC-F250A0DE876D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84CCDBB6-015C-9943-D185-230C6A8BB96D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4392A168-C63D-9C70-6E50-4FEE512FE983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E8208508-40EF-2D57-F7F7-579F2052FAFF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212A1B4A-3817-D2A4-C6C1-B7F5DD8B159E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62A152AD-0820-0A5D-2A61-95A8D62A5ED8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63C2C1C-DC33-B67A-7732-CF3356ADC9EC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E2F15FB0-9531-7599-DF22-2D41FAF2DE1E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FC6C35A8-0662-11E0-04EF-CDEBFB297A50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EB544260-7EFB-C587-5BAE-0FD41B39860B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BAFDD200-CC32-FCDC-9EAF-F2A27F8BB772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0DA60C25-3081-0EB1-4D15-A1C0E8FAF07C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AF181641-776C-411B-5DBD-09A74B10FF52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07DA0E4F-8C72-F085-B97A-1E2D5E427836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2C653953-2233-F0AB-9A55-8028D7E8A823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DBF09982-0395-FB8F-BB3E-5AF2C35FF780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AE1EB9BF-022D-94B3-7687-430F7BB465F0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6880DCE7-0584-6B46-E779-E3C0235B55FB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D1C8C6A0-0E85-931C-73D3-A038E0D0A6FD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AF00DB18-071A-4A79-636C-E41A744CA3AF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943DC78A-3A5E-2B15-E6E8-EEAEACDFCC52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CA3618E8-E2AF-07A3-0535-352C9164F6F4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297506B9-B6BB-EB5E-FA52-D16A9348FEF4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F82028F3-1AD6-3BD2-ACE0-047D6F5BD86A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2EDBC998-7DC2-E7EF-AD49-2AE003E65636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032F0CE1-EADC-2113-6633-856FF8093735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82C35BDF-ED72-FEC7-073E-B62D25DB4B91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E337D2DB-0E9B-5987-3AB6-0C6D9E1B2713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7CAE1C72-0C5C-6AE4-956C-CCB2EE38A221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2DB5432A-07ED-3056-4A26-551821B4E34C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4BF70EB9-BC82-4815-A7D2-0870FD2D7FC8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A25FBC54-CDC2-5CEC-D9B4-235FC37948B0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5884E1CD-8761-389C-BCCF-E201F82C3E32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C5F5430E-1C36-E25C-359D-38479079248A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FE6AC890-87E8-AD3E-48D4-F690D6DA1E31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CD711C45-263A-164B-E31D-466FD68267A0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5BAB4C65-0382-1384-9E02-49267B2F8902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135C3F12-F2CC-91A8-D8A5-D832280A7033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A65F28C4-D882-087C-1EB6-D85935CCFAAD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92" name="直接连接符 33791">
                <a:extLst>
                  <a:ext uri="{FF2B5EF4-FFF2-40B4-BE49-F238E27FC236}">
                    <a16:creationId xmlns:a16="http://schemas.microsoft.com/office/drawing/2014/main" id="{D727480F-27FB-9B77-498B-0A3C9C06BF4D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93" name="直接连接符 33792">
                <a:extLst>
                  <a:ext uri="{FF2B5EF4-FFF2-40B4-BE49-F238E27FC236}">
                    <a16:creationId xmlns:a16="http://schemas.microsoft.com/office/drawing/2014/main" id="{7AC38F2F-B371-2DFA-2F9C-C13CD1EACCF9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97" name="直接连接符 33796">
                <a:extLst>
                  <a:ext uri="{FF2B5EF4-FFF2-40B4-BE49-F238E27FC236}">
                    <a16:creationId xmlns:a16="http://schemas.microsoft.com/office/drawing/2014/main" id="{1D1BF92A-60C5-3B30-A9C4-BD78B689DBCE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98" name="直接连接符 33797">
                <a:extLst>
                  <a:ext uri="{FF2B5EF4-FFF2-40B4-BE49-F238E27FC236}">
                    <a16:creationId xmlns:a16="http://schemas.microsoft.com/office/drawing/2014/main" id="{FCA9C00F-CB70-BF8B-4C48-1A0D842D8E50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99" name="直接连接符 33798">
                <a:extLst>
                  <a:ext uri="{FF2B5EF4-FFF2-40B4-BE49-F238E27FC236}">
                    <a16:creationId xmlns:a16="http://schemas.microsoft.com/office/drawing/2014/main" id="{00184EC0-082E-A853-5691-4D570982C6ED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00" name="直接连接符 33799">
                <a:extLst>
                  <a:ext uri="{FF2B5EF4-FFF2-40B4-BE49-F238E27FC236}">
                    <a16:creationId xmlns:a16="http://schemas.microsoft.com/office/drawing/2014/main" id="{8DA02DB2-B37E-D998-7DC8-22B84572330B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01" name="直接连接符 33800">
                <a:extLst>
                  <a:ext uri="{FF2B5EF4-FFF2-40B4-BE49-F238E27FC236}">
                    <a16:creationId xmlns:a16="http://schemas.microsoft.com/office/drawing/2014/main" id="{D020DF9C-E30E-B076-211D-0269C14D72A4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02" name="直接连接符 33801">
                <a:extLst>
                  <a:ext uri="{FF2B5EF4-FFF2-40B4-BE49-F238E27FC236}">
                    <a16:creationId xmlns:a16="http://schemas.microsoft.com/office/drawing/2014/main" id="{B8B027FA-9E96-09A1-3887-04E0081F8D94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03" name="直接连接符 33802">
                <a:extLst>
                  <a:ext uri="{FF2B5EF4-FFF2-40B4-BE49-F238E27FC236}">
                    <a16:creationId xmlns:a16="http://schemas.microsoft.com/office/drawing/2014/main" id="{20A15AD6-E10F-EAA3-7219-F14A29FEEC8E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04" name="直接连接符 33803">
                <a:extLst>
                  <a:ext uri="{FF2B5EF4-FFF2-40B4-BE49-F238E27FC236}">
                    <a16:creationId xmlns:a16="http://schemas.microsoft.com/office/drawing/2014/main" id="{ECAEBD56-A0E3-123D-6CE6-61F8C49A324D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05" name="直接连接符 33804">
                <a:extLst>
                  <a:ext uri="{FF2B5EF4-FFF2-40B4-BE49-F238E27FC236}">
                    <a16:creationId xmlns:a16="http://schemas.microsoft.com/office/drawing/2014/main" id="{40FACE2E-2DC5-856C-151C-92BF8D42D5C3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06" name="直接连接符 33805">
                <a:extLst>
                  <a:ext uri="{FF2B5EF4-FFF2-40B4-BE49-F238E27FC236}">
                    <a16:creationId xmlns:a16="http://schemas.microsoft.com/office/drawing/2014/main" id="{61B8B327-0807-6A15-B573-5FC70E34E664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07" name="直接连接符 33806">
                <a:extLst>
                  <a:ext uri="{FF2B5EF4-FFF2-40B4-BE49-F238E27FC236}">
                    <a16:creationId xmlns:a16="http://schemas.microsoft.com/office/drawing/2014/main" id="{DC07FAE8-C41C-AABD-795B-C8120769899B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08" name="直接连接符 33807">
                <a:extLst>
                  <a:ext uri="{FF2B5EF4-FFF2-40B4-BE49-F238E27FC236}">
                    <a16:creationId xmlns:a16="http://schemas.microsoft.com/office/drawing/2014/main" id="{DD3F3055-1FE6-9193-62F9-29341EB4506B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09" name="直接连接符 33808">
                <a:extLst>
                  <a:ext uri="{FF2B5EF4-FFF2-40B4-BE49-F238E27FC236}">
                    <a16:creationId xmlns:a16="http://schemas.microsoft.com/office/drawing/2014/main" id="{D164AF44-90B6-C0B6-1FEF-7741E940E88B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10" name="直接连接符 33809">
                <a:extLst>
                  <a:ext uri="{FF2B5EF4-FFF2-40B4-BE49-F238E27FC236}">
                    <a16:creationId xmlns:a16="http://schemas.microsoft.com/office/drawing/2014/main" id="{7DC3647D-8812-CFE2-FDB4-A9F841689F1C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11" name="直接连接符 33810">
                <a:extLst>
                  <a:ext uri="{FF2B5EF4-FFF2-40B4-BE49-F238E27FC236}">
                    <a16:creationId xmlns:a16="http://schemas.microsoft.com/office/drawing/2014/main" id="{C0038145-A6C5-C382-BE77-8F8FE5BE425C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12" name="直接连接符 33811">
                <a:extLst>
                  <a:ext uri="{FF2B5EF4-FFF2-40B4-BE49-F238E27FC236}">
                    <a16:creationId xmlns:a16="http://schemas.microsoft.com/office/drawing/2014/main" id="{141CABF2-2FFE-AA7C-18F8-B694A2469863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13" name="直接连接符 33812">
                <a:extLst>
                  <a:ext uri="{FF2B5EF4-FFF2-40B4-BE49-F238E27FC236}">
                    <a16:creationId xmlns:a16="http://schemas.microsoft.com/office/drawing/2014/main" id="{3051C98B-3D7A-EAD1-15C0-85E60FBA2A2C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14" name="直接连接符 33813">
                <a:extLst>
                  <a:ext uri="{FF2B5EF4-FFF2-40B4-BE49-F238E27FC236}">
                    <a16:creationId xmlns:a16="http://schemas.microsoft.com/office/drawing/2014/main" id="{EB9245B6-BB13-7F8F-3866-32FEA5C4D3CC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15" name="直接连接符 33814">
                <a:extLst>
                  <a:ext uri="{FF2B5EF4-FFF2-40B4-BE49-F238E27FC236}">
                    <a16:creationId xmlns:a16="http://schemas.microsoft.com/office/drawing/2014/main" id="{13C7DD66-57DC-86F1-5134-504D51E646E5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16" name="直接连接符 33815">
                <a:extLst>
                  <a:ext uri="{FF2B5EF4-FFF2-40B4-BE49-F238E27FC236}">
                    <a16:creationId xmlns:a16="http://schemas.microsoft.com/office/drawing/2014/main" id="{E7F12DAB-2984-896D-B232-7578F2889CAD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17" name="直接连接符 33816">
                <a:extLst>
                  <a:ext uri="{FF2B5EF4-FFF2-40B4-BE49-F238E27FC236}">
                    <a16:creationId xmlns:a16="http://schemas.microsoft.com/office/drawing/2014/main" id="{B78DE847-6DA0-A783-7CA7-6BCDB126CB16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18" name="直接连接符 33817">
                <a:extLst>
                  <a:ext uri="{FF2B5EF4-FFF2-40B4-BE49-F238E27FC236}">
                    <a16:creationId xmlns:a16="http://schemas.microsoft.com/office/drawing/2014/main" id="{AD355DA3-12AD-6A27-E9DA-B95B5FBCAE51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19" name="直接连接符 33818">
                <a:extLst>
                  <a:ext uri="{FF2B5EF4-FFF2-40B4-BE49-F238E27FC236}">
                    <a16:creationId xmlns:a16="http://schemas.microsoft.com/office/drawing/2014/main" id="{0E4B090D-B5FE-CD5C-08DF-8ACA7B0B21EF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20" name="直接连接符 33819">
                <a:extLst>
                  <a:ext uri="{FF2B5EF4-FFF2-40B4-BE49-F238E27FC236}">
                    <a16:creationId xmlns:a16="http://schemas.microsoft.com/office/drawing/2014/main" id="{707B5EDD-897A-A42A-D90B-4881CE428335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21" name="直接连接符 33820">
                <a:extLst>
                  <a:ext uri="{FF2B5EF4-FFF2-40B4-BE49-F238E27FC236}">
                    <a16:creationId xmlns:a16="http://schemas.microsoft.com/office/drawing/2014/main" id="{5D0478B2-CBD1-2FFC-ACB3-58D437A027FD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22" name="直接连接符 33821">
                <a:extLst>
                  <a:ext uri="{FF2B5EF4-FFF2-40B4-BE49-F238E27FC236}">
                    <a16:creationId xmlns:a16="http://schemas.microsoft.com/office/drawing/2014/main" id="{7944F2DA-B5B5-5466-AEDE-0BFB1673C3F8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23" name="直接连接符 33822">
                <a:extLst>
                  <a:ext uri="{FF2B5EF4-FFF2-40B4-BE49-F238E27FC236}">
                    <a16:creationId xmlns:a16="http://schemas.microsoft.com/office/drawing/2014/main" id="{867CE76A-F0DB-1BA2-848B-CFDD56E97D61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24" name="直接连接符 33823">
                <a:extLst>
                  <a:ext uri="{FF2B5EF4-FFF2-40B4-BE49-F238E27FC236}">
                    <a16:creationId xmlns:a16="http://schemas.microsoft.com/office/drawing/2014/main" id="{66CBCC91-BC78-DB46-E3D5-E5A76E62373D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25" name="直接连接符 33824">
                <a:extLst>
                  <a:ext uri="{FF2B5EF4-FFF2-40B4-BE49-F238E27FC236}">
                    <a16:creationId xmlns:a16="http://schemas.microsoft.com/office/drawing/2014/main" id="{7ED8A180-377E-EA5F-85CB-EF895915D63C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26" name="直接连接符 33825">
                <a:extLst>
                  <a:ext uri="{FF2B5EF4-FFF2-40B4-BE49-F238E27FC236}">
                    <a16:creationId xmlns:a16="http://schemas.microsoft.com/office/drawing/2014/main" id="{5B2C8BE7-732A-603A-86DA-D9F0BC10DBC9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27" name="直接连接符 33826">
                <a:extLst>
                  <a:ext uri="{FF2B5EF4-FFF2-40B4-BE49-F238E27FC236}">
                    <a16:creationId xmlns:a16="http://schemas.microsoft.com/office/drawing/2014/main" id="{589364A1-1EF0-8523-6526-0D19AC9DF87E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28" name="直接连接符 33827">
                <a:extLst>
                  <a:ext uri="{FF2B5EF4-FFF2-40B4-BE49-F238E27FC236}">
                    <a16:creationId xmlns:a16="http://schemas.microsoft.com/office/drawing/2014/main" id="{05646F7F-92CF-65E5-F7E5-7FDE8E7051AC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29" name="直接连接符 33828">
                <a:extLst>
                  <a:ext uri="{FF2B5EF4-FFF2-40B4-BE49-F238E27FC236}">
                    <a16:creationId xmlns:a16="http://schemas.microsoft.com/office/drawing/2014/main" id="{E6C8EB93-47ED-CAC6-D043-D1D3F01816B2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30" name="直接连接符 33829">
                <a:extLst>
                  <a:ext uri="{FF2B5EF4-FFF2-40B4-BE49-F238E27FC236}">
                    <a16:creationId xmlns:a16="http://schemas.microsoft.com/office/drawing/2014/main" id="{C014695E-66AC-A87B-7440-ECA1F85D8C04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31" name="直接连接符 33830">
                <a:extLst>
                  <a:ext uri="{FF2B5EF4-FFF2-40B4-BE49-F238E27FC236}">
                    <a16:creationId xmlns:a16="http://schemas.microsoft.com/office/drawing/2014/main" id="{4B40638A-C10C-1B1C-4FFE-791BAB85316F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32" name="直接连接符 33831">
                <a:extLst>
                  <a:ext uri="{FF2B5EF4-FFF2-40B4-BE49-F238E27FC236}">
                    <a16:creationId xmlns:a16="http://schemas.microsoft.com/office/drawing/2014/main" id="{631801AB-DD6E-1FC0-A825-3BB929CD4EF2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33" name="直接连接符 33832">
                <a:extLst>
                  <a:ext uri="{FF2B5EF4-FFF2-40B4-BE49-F238E27FC236}">
                    <a16:creationId xmlns:a16="http://schemas.microsoft.com/office/drawing/2014/main" id="{6A7FA9D9-4B7B-05C5-B247-B0BAF914BE8E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34" name="直接连接符 33833">
                <a:extLst>
                  <a:ext uri="{FF2B5EF4-FFF2-40B4-BE49-F238E27FC236}">
                    <a16:creationId xmlns:a16="http://schemas.microsoft.com/office/drawing/2014/main" id="{6FCA1597-9EDA-CB61-7A6C-0B932D3B8AA6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35" name="直接连接符 33834">
                <a:extLst>
                  <a:ext uri="{FF2B5EF4-FFF2-40B4-BE49-F238E27FC236}">
                    <a16:creationId xmlns:a16="http://schemas.microsoft.com/office/drawing/2014/main" id="{655D83A0-1BD4-499C-6FF5-5954FAA12F5C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36" name="直接连接符 33835">
                <a:extLst>
                  <a:ext uri="{FF2B5EF4-FFF2-40B4-BE49-F238E27FC236}">
                    <a16:creationId xmlns:a16="http://schemas.microsoft.com/office/drawing/2014/main" id="{E895F6D1-8436-DE4F-CDE2-933480BF2650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37" name="直接连接符 33836">
                <a:extLst>
                  <a:ext uri="{FF2B5EF4-FFF2-40B4-BE49-F238E27FC236}">
                    <a16:creationId xmlns:a16="http://schemas.microsoft.com/office/drawing/2014/main" id="{E81238A5-6333-9586-2D14-6659286D84A0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38" name="直接连接符 33837">
                <a:extLst>
                  <a:ext uri="{FF2B5EF4-FFF2-40B4-BE49-F238E27FC236}">
                    <a16:creationId xmlns:a16="http://schemas.microsoft.com/office/drawing/2014/main" id="{F5179986-7EED-88E2-4F7A-B6EAC4EE86D8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39" name="直接连接符 33838">
                <a:extLst>
                  <a:ext uri="{FF2B5EF4-FFF2-40B4-BE49-F238E27FC236}">
                    <a16:creationId xmlns:a16="http://schemas.microsoft.com/office/drawing/2014/main" id="{F4A3D047-F684-37E2-499A-C78BA26FE2F2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40" name="直接连接符 33839">
                <a:extLst>
                  <a:ext uri="{FF2B5EF4-FFF2-40B4-BE49-F238E27FC236}">
                    <a16:creationId xmlns:a16="http://schemas.microsoft.com/office/drawing/2014/main" id="{467B2E43-9E4D-1C46-A521-12BC6F4372BA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41" name="直接连接符 33840">
                <a:extLst>
                  <a:ext uri="{FF2B5EF4-FFF2-40B4-BE49-F238E27FC236}">
                    <a16:creationId xmlns:a16="http://schemas.microsoft.com/office/drawing/2014/main" id="{A7657784-DC0F-1C56-1AB2-8502C30A9A5D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42" name="直接连接符 33841">
                <a:extLst>
                  <a:ext uri="{FF2B5EF4-FFF2-40B4-BE49-F238E27FC236}">
                    <a16:creationId xmlns:a16="http://schemas.microsoft.com/office/drawing/2014/main" id="{D371D3F1-C5FF-CEF5-1EDF-3B1F4DD9D347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43" name="直接连接符 33842">
                <a:extLst>
                  <a:ext uri="{FF2B5EF4-FFF2-40B4-BE49-F238E27FC236}">
                    <a16:creationId xmlns:a16="http://schemas.microsoft.com/office/drawing/2014/main" id="{20A11A12-5F7D-F252-3C20-A0B84129F71C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44" name="直接连接符 33843">
                <a:extLst>
                  <a:ext uri="{FF2B5EF4-FFF2-40B4-BE49-F238E27FC236}">
                    <a16:creationId xmlns:a16="http://schemas.microsoft.com/office/drawing/2014/main" id="{CB003FE8-6E3D-DB22-A35E-919FB5EA2E91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45" name="直接连接符 33844">
                <a:extLst>
                  <a:ext uri="{FF2B5EF4-FFF2-40B4-BE49-F238E27FC236}">
                    <a16:creationId xmlns:a16="http://schemas.microsoft.com/office/drawing/2014/main" id="{FD86482B-72B5-4CC7-96F5-C481A18C1C1B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46" name="直接连接符 33845">
                <a:extLst>
                  <a:ext uri="{FF2B5EF4-FFF2-40B4-BE49-F238E27FC236}">
                    <a16:creationId xmlns:a16="http://schemas.microsoft.com/office/drawing/2014/main" id="{C5C5B054-EBC5-B3EF-DD48-51A84BAADF72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47" name="直接连接符 33846">
                <a:extLst>
                  <a:ext uri="{FF2B5EF4-FFF2-40B4-BE49-F238E27FC236}">
                    <a16:creationId xmlns:a16="http://schemas.microsoft.com/office/drawing/2014/main" id="{5862681A-C7C5-A0E6-085B-5ABEA009E6A2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48" name="直接连接符 33847">
                <a:extLst>
                  <a:ext uri="{FF2B5EF4-FFF2-40B4-BE49-F238E27FC236}">
                    <a16:creationId xmlns:a16="http://schemas.microsoft.com/office/drawing/2014/main" id="{FF18F71E-4B22-09E5-CF69-A13ACFE4C732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49" name="直接连接符 33848">
                <a:extLst>
                  <a:ext uri="{FF2B5EF4-FFF2-40B4-BE49-F238E27FC236}">
                    <a16:creationId xmlns:a16="http://schemas.microsoft.com/office/drawing/2014/main" id="{6B37CDF8-4D9E-446C-75D6-8E78A23BEE6B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50" name="直接连接符 33849">
                <a:extLst>
                  <a:ext uri="{FF2B5EF4-FFF2-40B4-BE49-F238E27FC236}">
                    <a16:creationId xmlns:a16="http://schemas.microsoft.com/office/drawing/2014/main" id="{4E4604F9-2A32-9DA0-326F-BB1332C1EE4D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51" name="直接连接符 33850">
                <a:extLst>
                  <a:ext uri="{FF2B5EF4-FFF2-40B4-BE49-F238E27FC236}">
                    <a16:creationId xmlns:a16="http://schemas.microsoft.com/office/drawing/2014/main" id="{CC6D9B24-ACFB-7E42-B52E-0A43136F4BD5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52" name="直接连接符 33851">
                <a:extLst>
                  <a:ext uri="{FF2B5EF4-FFF2-40B4-BE49-F238E27FC236}">
                    <a16:creationId xmlns:a16="http://schemas.microsoft.com/office/drawing/2014/main" id="{AF271B85-A3B8-7FF7-D67A-EDAFF365F3F9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53" name="直接连接符 33852">
                <a:extLst>
                  <a:ext uri="{FF2B5EF4-FFF2-40B4-BE49-F238E27FC236}">
                    <a16:creationId xmlns:a16="http://schemas.microsoft.com/office/drawing/2014/main" id="{87987BB0-0821-6E2C-17C0-680981A9F1F5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54" name="直接连接符 33853">
                <a:extLst>
                  <a:ext uri="{FF2B5EF4-FFF2-40B4-BE49-F238E27FC236}">
                    <a16:creationId xmlns:a16="http://schemas.microsoft.com/office/drawing/2014/main" id="{C085B27A-D6D9-E987-C497-C4E104574B96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55" name="直接连接符 33854">
                <a:extLst>
                  <a:ext uri="{FF2B5EF4-FFF2-40B4-BE49-F238E27FC236}">
                    <a16:creationId xmlns:a16="http://schemas.microsoft.com/office/drawing/2014/main" id="{895DE03D-1ACE-BF5A-CB47-058F5B980DE4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56" name="直接连接符 33855">
                <a:extLst>
                  <a:ext uri="{FF2B5EF4-FFF2-40B4-BE49-F238E27FC236}">
                    <a16:creationId xmlns:a16="http://schemas.microsoft.com/office/drawing/2014/main" id="{FF17785D-595C-2A10-0989-C9FDF01AAE9F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57" name="直接连接符 33856">
                <a:extLst>
                  <a:ext uri="{FF2B5EF4-FFF2-40B4-BE49-F238E27FC236}">
                    <a16:creationId xmlns:a16="http://schemas.microsoft.com/office/drawing/2014/main" id="{CB3D3823-D6F2-DFE2-18CD-71B9918E55DE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58" name="直接连接符 33857">
                <a:extLst>
                  <a:ext uri="{FF2B5EF4-FFF2-40B4-BE49-F238E27FC236}">
                    <a16:creationId xmlns:a16="http://schemas.microsoft.com/office/drawing/2014/main" id="{65AE271D-BF5E-D948-B93B-58B0F525A160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59" name="直接连接符 33858">
                <a:extLst>
                  <a:ext uri="{FF2B5EF4-FFF2-40B4-BE49-F238E27FC236}">
                    <a16:creationId xmlns:a16="http://schemas.microsoft.com/office/drawing/2014/main" id="{32ED0B1F-7CCC-A3C1-B505-9B0DF4C23FAB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60" name="直接连接符 33859">
                <a:extLst>
                  <a:ext uri="{FF2B5EF4-FFF2-40B4-BE49-F238E27FC236}">
                    <a16:creationId xmlns:a16="http://schemas.microsoft.com/office/drawing/2014/main" id="{CBC7E306-871A-E23E-F769-F0FBAB077F39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61" name="直接连接符 33860">
                <a:extLst>
                  <a:ext uri="{FF2B5EF4-FFF2-40B4-BE49-F238E27FC236}">
                    <a16:creationId xmlns:a16="http://schemas.microsoft.com/office/drawing/2014/main" id="{A4B0D110-8489-9FB8-15CA-873F35AC7BA1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62" name="直接连接符 33861">
                <a:extLst>
                  <a:ext uri="{FF2B5EF4-FFF2-40B4-BE49-F238E27FC236}">
                    <a16:creationId xmlns:a16="http://schemas.microsoft.com/office/drawing/2014/main" id="{BBD509E0-A6C7-D647-33F0-AEC5605B1C1E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63" name="直接连接符 33862">
                <a:extLst>
                  <a:ext uri="{FF2B5EF4-FFF2-40B4-BE49-F238E27FC236}">
                    <a16:creationId xmlns:a16="http://schemas.microsoft.com/office/drawing/2014/main" id="{D5E11E8C-9AF6-0434-C2FA-AFAD5F9E83F7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54D4A0E-3F1B-EAE5-A3C8-7C20FE8026AB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CDC84356-2B37-5E3E-25E3-7E4757A49697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E302097D-19F3-75AD-0D68-230CE1C8911B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277AD9A4-7764-B4FF-BD54-FDC59F74C6B4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BED11509-0561-D19B-A599-6069E26868E2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0516C88B-1007-D940-1E6A-DA7FB4E24E19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1736380-E921-1533-6A2D-CE7445C5847E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8FD8E809-3E8E-6675-04C6-1B991F4A0486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C3A33703-8D11-E527-201C-7B9DFBD5C251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C58630C4-0227-E60B-99CA-2254183C7A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08FA0931-3316-4DE8-B0B8-E6509B706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有向图中的连通性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317B9E0-F7FE-4E95-AA6C-55A8092E7A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423987"/>
            <a:ext cx="7886700" cy="435133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有向图(</a:t>
            </a:r>
            <a:r>
              <a:rPr lang="en-US" altLang="zh-CN" sz="2800" dirty="0"/>
              <a:t>Directed graph)  G = (V, E)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dirty="0"/>
              <a:t>Edge (u, v) : </a:t>
            </a:r>
            <a:r>
              <a:rPr lang="zh-CN" altLang="en-US" sz="2400" dirty="0"/>
              <a:t>从</a:t>
            </a:r>
            <a:r>
              <a:rPr lang="en-US" altLang="zh-CN" sz="2400" dirty="0"/>
              <a:t>u</a:t>
            </a:r>
            <a:r>
              <a:rPr lang="zh-CN" altLang="en-US" sz="2400" dirty="0"/>
              <a:t>到 </a:t>
            </a:r>
            <a:r>
              <a:rPr lang="en-US" altLang="zh-CN" sz="2400" dirty="0"/>
              <a:t>v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73D1F37C-5289-488A-B7DE-AFCFB5D59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93997A-B031-434B-AA03-8BDDCABAEAB1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kumimoji="0" lang="en-US" altLang="zh-CN" sz="1400"/>
          </a:p>
        </p:txBody>
      </p:sp>
      <p:pic>
        <p:nvPicPr>
          <p:cNvPr id="34821" name="Picture 4" descr="kleinberg_03F07">
            <a:extLst>
              <a:ext uri="{FF2B5EF4-FFF2-40B4-BE49-F238E27FC236}">
                <a16:creationId xmlns:a16="http://schemas.microsoft.com/office/drawing/2014/main" id="{CEBB5455-5DA1-42E2-8268-1EDC3F4BA9C1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50" t="19580" r="71971" b="32753"/>
          <a:stretch>
            <a:fillRect/>
          </a:stretch>
        </p:blipFill>
        <p:spPr bwMode="auto">
          <a:xfrm>
            <a:off x="1835696" y="2780928"/>
            <a:ext cx="3962400" cy="240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22" name="Text Box 5">
            <a:extLst>
              <a:ext uri="{FF2B5EF4-FFF2-40B4-BE49-F238E27FC236}">
                <a16:creationId xmlns:a16="http://schemas.microsoft.com/office/drawing/2014/main" id="{1F507055-F117-495E-91DF-26C23B1B2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5584606"/>
            <a:ext cx="723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/>
              <a:t>类似的，无向图中的一些概念，问题在这里可以推广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9E9E435-D6E2-4C2C-AA18-014BD94F9FA7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51E6015F-2648-D35C-B93E-3DB280F43C5D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F3E0EB3F-EF73-F7F6-FD72-403F0D5CEF3E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C75A4C7-761C-111D-5B60-A95905BE0A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0DF3D668-5638-08D0-AAC9-7FAF533A8BD9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D4638F8-8C05-D74F-2780-D977AC51640D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050CA4E-1032-B437-3C48-2593B2B96BA7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FCC8667F-7CC3-3128-4AB1-C84EEFA4DD94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5424B0AB-9E60-9959-141E-EC32D0977F2C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F3CFF3C0-535F-0B4A-1969-744458F64880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250A4623-A473-A2C6-80E3-DA2124DF321F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214B0C67-1320-27C5-139A-218AFF45DE2D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04243277-F755-7202-73FF-9497F959ECC1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FA91B387-9B6D-0F8D-01B0-C85B80C900E2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E153E346-D2C1-0B4D-7374-FD91F7648561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2072E5CA-1070-05A5-6ED8-BEA885D23ABE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CBD24E11-7BBF-21CD-319B-55427FD21F8C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16CD6870-B3C7-4678-2404-CAFCBD29426D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78C431E4-B667-097A-2131-3813CCBA043C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C33D28EC-253D-F043-B76D-2D1A6EDC1A14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ED5A8B51-D4E6-CB0D-0A03-4DAF907A7B39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CBC874F4-DC2B-F2C9-C631-4260C2D5C3DB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1A551E1D-E493-D504-7EF6-0903E29C1321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8B178569-7275-8BF9-F1DB-B21B6EC3D298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030FF0AB-DFC7-7EED-B542-ED5C131ED805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156E6B96-DB80-02CF-1F30-00FADFA5F987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67648483-38E1-FA1A-CAE4-9F473BA5DE77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E92EF089-F559-0E11-ED0A-C52CD8995B96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52B2FA0F-400C-F4A5-ACB0-659DD7A5AD66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3F34D5B4-2B00-E506-63C5-6F8B7C067B3F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6D56DB39-7191-DE89-8F71-3DDE76F40B29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72813DC5-A073-7359-3218-A9F56E77263D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BA1E5F18-1CBD-7B39-B7A5-1F5A18581A51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8A90C3ED-4E6C-91FA-2B69-8F3E2BD61C8E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F7C2DC48-4471-E64B-1A6D-04CFB64BD499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DDA17C08-A0B9-6420-A355-5BFF23ABE350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E9194429-01AB-B205-34DA-1C4CD0B241F2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0B2FDE1E-CFA4-29C0-ECC6-B703CBB012E5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D8194A6E-82AB-68BE-CA2A-127F39A830BF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2B067596-3AAB-99C7-25D0-DF694DBD57A5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82A7856B-28E9-D87A-6083-0AAA41D164CA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AC9DABE5-E793-8AB8-778C-2599D0639CB4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7F316F35-E78D-7A80-4AA5-4D6752E7F92B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2CA00BFD-F13E-38E6-60CC-3970FFD1E183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0A4D1D64-D68B-A77F-95D9-C69B63772EF3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26FC818D-746A-6B6B-B78A-6F4062D5152E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8436AB3E-3CF5-6775-3739-F9E456054B61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B7F3844C-9EB0-D1A3-C122-E98752BA4FF1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F2F1FBA4-83E0-CF61-9EE8-471E3A15976F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10004B46-1F61-84AF-3AE6-8CE93274114F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F663A50C-4B85-1FDD-5847-25E0E04FB416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FFD22D26-DFA6-5AA6-1BF5-229B3321D840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6" name="直接连接符 34815">
                <a:extLst>
                  <a:ext uri="{FF2B5EF4-FFF2-40B4-BE49-F238E27FC236}">
                    <a16:creationId xmlns:a16="http://schemas.microsoft.com/office/drawing/2014/main" id="{AD03F877-C763-4D1F-B0CF-9462BC9278FA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7" name="直接连接符 34816">
                <a:extLst>
                  <a:ext uri="{FF2B5EF4-FFF2-40B4-BE49-F238E27FC236}">
                    <a16:creationId xmlns:a16="http://schemas.microsoft.com/office/drawing/2014/main" id="{34167B4C-B4BD-6735-DE00-B4B34A80D992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23" name="直接连接符 34822">
                <a:extLst>
                  <a:ext uri="{FF2B5EF4-FFF2-40B4-BE49-F238E27FC236}">
                    <a16:creationId xmlns:a16="http://schemas.microsoft.com/office/drawing/2014/main" id="{62E8121E-4259-9357-F6B2-35C56CB30F95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24" name="直接连接符 34823">
                <a:extLst>
                  <a:ext uri="{FF2B5EF4-FFF2-40B4-BE49-F238E27FC236}">
                    <a16:creationId xmlns:a16="http://schemas.microsoft.com/office/drawing/2014/main" id="{3E283A02-7045-E753-4D8C-084AD2A9A8D4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25" name="直接连接符 34824">
                <a:extLst>
                  <a:ext uri="{FF2B5EF4-FFF2-40B4-BE49-F238E27FC236}">
                    <a16:creationId xmlns:a16="http://schemas.microsoft.com/office/drawing/2014/main" id="{13BE5C12-C048-26B9-BFDF-96F75C0206D4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26" name="直接连接符 34825">
                <a:extLst>
                  <a:ext uri="{FF2B5EF4-FFF2-40B4-BE49-F238E27FC236}">
                    <a16:creationId xmlns:a16="http://schemas.microsoft.com/office/drawing/2014/main" id="{D153A2DA-C440-BABC-723E-318D55734311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27" name="直接连接符 34826">
                <a:extLst>
                  <a:ext uri="{FF2B5EF4-FFF2-40B4-BE49-F238E27FC236}">
                    <a16:creationId xmlns:a16="http://schemas.microsoft.com/office/drawing/2014/main" id="{CD4FD9CF-2D2B-DC59-2BC4-723E82A3F91C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28" name="直接连接符 34827">
                <a:extLst>
                  <a:ext uri="{FF2B5EF4-FFF2-40B4-BE49-F238E27FC236}">
                    <a16:creationId xmlns:a16="http://schemas.microsoft.com/office/drawing/2014/main" id="{7EA24D30-50F9-27FE-C664-5549FF13E98A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29" name="直接连接符 34828">
                <a:extLst>
                  <a:ext uri="{FF2B5EF4-FFF2-40B4-BE49-F238E27FC236}">
                    <a16:creationId xmlns:a16="http://schemas.microsoft.com/office/drawing/2014/main" id="{8DC7FBAF-CF60-3614-E18F-D394707E6C43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30" name="直接连接符 34829">
                <a:extLst>
                  <a:ext uri="{FF2B5EF4-FFF2-40B4-BE49-F238E27FC236}">
                    <a16:creationId xmlns:a16="http://schemas.microsoft.com/office/drawing/2014/main" id="{D01F025F-D546-8059-86EA-F0B6CAC54EF6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31" name="直接连接符 34830">
                <a:extLst>
                  <a:ext uri="{FF2B5EF4-FFF2-40B4-BE49-F238E27FC236}">
                    <a16:creationId xmlns:a16="http://schemas.microsoft.com/office/drawing/2014/main" id="{7D53E382-C226-96B8-8F09-41B8CAE10E0C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32" name="直接连接符 34831">
                <a:extLst>
                  <a:ext uri="{FF2B5EF4-FFF2-40B4-BE49-F238E27FC236}">
                    <a16:creationId xmlns:a16="http://schemas.microsoft.com/office/drawing/2014/main" id="{EB8A4F40-A522-F2D5-1C29-FCE67229954B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33" name="直接连接符 34832">
                <a:extLst>
                  <a:ext uri="{FF2B5EF4-FFF2-40B4-BE49-F238E27FC236}">
                    <a16:creationId xmlns:a16="http://schemas.microsoft.com/office/drawing/2014/main" id="{2D88C735-276D-4E99-FCCA-CFCBDBD33339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34" name="直接连接符 34833">
                <a:extLst>
                  <a:ext uri="{FF2B5EF4-FFF2-40B4-BE49-F238E27FC236}">
                    <a16:creationId xmlns:a16="http://schemas.microsoft.com/office/drawing/2014/main" id="{40A35234-86A8-DE6D-3CA2-1A4D11C71322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35" name="直接连接符 34834">
                <a:extLst>
                  <a:ext uri="{FF2B5EF4-FFF2-40B4-BE49-F238E27FC236}">
                    <a16:creationId xmlns:a16="http://schemas.microsoft.com/office/drawing/2014/main" id="{D4BDD51B-F65C-A7D6-3799-D72000A9C7F6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36" name="直接连接符 34835">
                <a:extLst>
                  <a:ext uri="{FF2B5EF4-FFF2-40B4-BE49-F238E27FC236}">
                    <a16:creationId xmlns:a16="http://schemas.microsoft.com/office/drawing/2014/main" id="{7D218884-249D-6988-1FD7-EE08FB98C444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37" name="直接连接符 34836">
                <a:extLst>
                  <a:ext uri="{FF2B5EF4-FFF2-40B4-BE49-F238E27FC236}">
                    <a16:creationId xmlns:a16="http://schemas.microsoft.com/office/drawing/2014/main" id="{FC897FDF-A326-BFB5-F360-DBD71A7EAF21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38" name="直接连接符 34837">
                <a:extLst>
                  <a:ext uri="{FF2B5EF4-FFF2-40B4-BE49-F238E27FC236}">
                    <a16:creationId xmlns:a16="http://schemas.microsoft.com/office/drawing/2014/main" id="{7FD0B679-2DC7-3738-13A8-3CBF73722890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39" name="直接连接符 34838">
                <a:extLst>
                  <a:ext uri="{FF2B5EF4-FFF2-40B4-BE49-F238E27FC236}">
                    <a16:creationId xmlns:a16="http://schemas.microsoft.com/office/drawing/2014/main" id="{37F0E0A9-F59A-EBB4-18EE-4F79FB643DCE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40" name="直接连接符 34839">
                <a:extLst>
                  <a:ext uri="{FF2B5EF4-FFF2-40B4-BE49-F238E27FC236}">
                    <a16:creationId xmlns:a16="http://schemas.microsoft.com/office/drawing/2014/main" id="{62EFBD71-9134-FCCC-F8E5-A2AA526E9B38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41" name="直接连接符 34840">
                <a:extLst>
                  <a:ext uri="{FF2B5EF4-FFF2-40B4-BE49-F238E27FC236}">
                    <a16:creationId xmlns:a16="http://schemas.microsoft.com/office/drawing/2014/main" id="{6E1CA6E5-B8BF-539B-5C7B-D02D86BB334A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42" name="直接连接符 34841">
                <a:extLst>
                  <a:ext uri="{FF2B5EF4-FFF2-40B4-BE49-F238E27FC236}">
                    <a16:creationId xmlns:a16="http://schemas.microsoft.com/office/drawing/2014/main" id="{726701E2-65C9-7B10-B9A6-2BD9E655D811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43" name="直接连接符 34842">
                <a:extLst>
                  <a:ext uri="{FF2B5EF4-FFF2-40B4-BE49-F238E27FC236}">
                    <a16:creationId xmlns:a16="http://schemas.microsoft.com/office/drawing/2014/main" id="{8E08ED7A-661C-FBED-6D95-04E15D15DC22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44" name="直接连接符 34843">
                <a:extLst>
                  <a:ext uri="{FF2B5EF4-FFF2-40B4-BE49-F238E27FC236}">
                    <a16:creationId xmlns:a16="http://schemas.microsoft.com/office/drawing/2014/main" id="{401AFB39-D2D8-B914-F0D5-66350127C26C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45" name="直接连接符 34844">
                <a:extLst>
                  <a:ext uri="{FF2B5EF4-FFF2-40B4-BE49-F238E27FC236}">
                    <a16:creationId xmlns:a16="http://schemas.microsoft.com/office/drawing/2014/main" id="{44F86E65-613F-27E5-5076-F911FEE474D3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46" name="直接连接符 34845">
                <a:extLst>
                  <a:ext uri="{FF2B5EF4-FFF2-40B4-BE49-F238E27FC236}">
                    <a16:creationId xmlns:a16="http://schemas.microsoft.com/office/drawing/2014/main" id="{7A145C8E-7B93-2B31-5810-43B84706D282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47" name="直接连接符 34846">
                <a:extLst>
                  <a:ext uri="{FF2B5EF4-FFF2-40B4-BE49-F238E27FC236}">
                    <a16:creationId xmlns:a16="http://schemas.microsoft.com/office/drawing/2014/main" id="{68D26E76-E67B-4BEF-AE97-8D0F09112480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48" name="直接连接符 34847">
                <a:extLst>
                  <a:ext uri="{FF2B5EF4-FFF2-40B4-BE49-F238E27FC236}">
                    <a16:creationId xmlns:a16="http://schemas.microsoft.com/office/drawing/2014/main" id="{CCFD810C-2F6F-2452-C0B9-4A4D09013E89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49" name="直接连接符 34848">
                <a:extLst>
                  <a:ext uri="{FF2B5EF4-FFF2-40B4-BE49-F238E27FC236}">
                    <a16:creationId xmlns:a16="http://schemas.microsoft.com/office/drawing/2014/main" id="{F307B081-9DD6-D5BE-5B48-3BC3F13C3830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50" name="直接连接符 34849">
                <a:extLst>
                  <a:ext uri="{FF2B5EF4-FFF2-40B4-BE49-F238E27FC236}">
                    <a16:creationId xmlns:a16="http://schemas.microsoft.com/office/drawing/2014/main" id="{13083366-F2CA-7057-1FF2-BD51DB88E5E4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51" name="直接连接符 34850">
                <a:extLst>
                  <a:ext uri="{FF2B5EF4-FFF2-40B4-BE49-F238E27FC236}">
                    <a16:creationId xmlns:a16="http://schemas.microsoft.com/office/drawing/2014/main" id="{3EA3BE95-8C8E-3E10-1933-94F21B75B498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52" name="直接连接符 34851">
                <a:extLst>
                  <a:ext uri="{FF2B5EF4-FFF2-40B4-BE49-F238E27FC236}">
                    <a16:creationId xmlns:a16="http://schemas.microsoft.com/office/drawing/2014/main" id="{3B8B64B9-4C28-E9B8-230E-96EE1D6B88EC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53" name="直接连接符 34852">
                <a:extLst>
                  <a:ext uri="{FF2B5EF4-FFF2-40B4-BE49-F238E27FC236}">
                    <a16:creationId xmlns:a16="http://schemas.microsoft.com/office/drawing/2014/main" id="{520213F2-5B5F-DF66-2FDB-7AF4AEEAEA3A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54" name="直接连接符 34853">
                <a:extLst>
                  <a:ext uri="{FF2B5EF4-FFF2-40B4-BE49-F238E27FC236}">
                    <a16:creationId xmlns:a16="http://schemas.microsoft.com/office/drawing/2014/main" id="{C6948249-749B-E8F2-901B-59D2281B2E95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55" name="直接连接符 34854">
                <a:extLst>
                  <a:ext uri="{FF2B5EF4-FFF2-40B4-BE49-F238E27FC236}">
                    <a16:creationId xmlns:a16="http://schemas.microsoft.com/office/drawing/2014/main" id="{799EB58E-9790-982A-1F7A-4852688E90E3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56" name="直接连接符 34855">
                <a:extLst>
                  <a:ext uri="{FF2B5EF4-FFF2-40B4-BE49-F238E27FC236}">
                    <a16:creationId xmlns:a16="http://schemas.microsoft.com/office/drawing/2014/main" id="{286F5378-944E-55CD-D217-77FC11CC5E0B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57" name="直接连接符 34856">
                <a:extLst>
                  <a:ext uri="{FF2B5EF4-FFF2-40B4-BE49-F238E27FC236}">
                    <a16:creationId xmlns:a16="http://schemas.microsoft.com/office/drawing/2014/main" id="{70A47D08-DA4C-1DA0-440D-77F5F7631582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58" name="直接连接符 34857">
                <a:extLst>
                  <a:ext uri="{FF2B5EF4-FFF2-40B4-BE49-F238E27FC236}">
                    <a16:creationId xmlns:a16="http://schemas.microsoft.com/office/drawing/2014/main" id="{847A63AB-F2AD-57F6-DAC0-46649ADBEFFE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59" name="直接连接符 34858">
                <a:extLst>
                  <a:ext uri="{FF2B5EF4-FFF2-40B4-BE49-F238E27FC236}">
                    <a16:creationId xmlns:a16="http://schemas.microsoft.com/office/drawing/2014/main" id="{CC18412E-8FB7-AEF4-AA91-287679C73349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60" name="直接连接符 34859">
                <a:extLst>
                  <a:ext uri="{FF2B5EF4-FFF2-40B4-BE49-F238E27FC236}">
                    <a16:creationId xmlns:a16="http://schemas.microsoft.com/office/drawing/2014/main" id="{E3A01F67-A0F7-9DBE-90B9-FC8876E7899D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61" name="直接连接符 34860">
                <a:extLst>
                  <a:ext uri="{FF2B5EF4-FFF2-40B4-BE49-F238E27FC236}">
                    <a16:creationId xmlns:a16="http://schemas.microsoft.com/office/drawing/2014/main" id="{BFA3856F-20CC-ADFB-1DE7-B3F78EB85591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62" name="直接连接符 34861">
                <a:extLst>
                  <a:ext uri="{FF2B5EF4-FFF2-40B4-BE49-F238E27FC236}">
                    <a16:creationId xmlns:a16="http://schemas.microsoft.com/office/drawing/2014/main" id="{373B3791-2ED3-57E8-B5D2-5FED263869C1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63" name="直接连接符 34862">
                <a:extLst>
                  <a:ext uri="{FF2B5EF4-FFF2-40B4-BE49-F238E27FC236}">
                    <a16:creationId xmlns:a16="http://schemas.microsoft.com/office/drawing/2014/main" id="{83305E0D-969F-BCCC-8E13-CE57A40DE718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64" name="直接连接符 34863">
                <a:extLst>
                  <a:ext uri="{FF2B5EF4-FFF2-40B4-BE49-F238E27FC236}">
                    <a16:creationId xmlns:a16="http://schemas.microsoft.com/office/drawing/2014/main" id="{E714C65E-9FAD-B2AD-7842-8F3DB61FAC54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65" name="直接连接符 34864">
                <a:extLst>
                  <a:ext uri="{FF2B5EF4-FFF2-40B4-BE49-F238E27FC236}">
                    <a16:creationId xmlns:a16="http://schemas.microsoft.com/office/drawing/2014/main" id="{D31372D0-315F-6DE8-8C33-9143110F5D55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66" name="直接连接符 34865">
                <a:extLst>
                  <a:ext uri="{FF2B5EF4-FFF2-40B4-BE49-F238E27FC236}">
                    <a16:creationId xmlns:a16="http://schemas.microsoft.com/office/drawing/2014/main" id="{9FF69D9B-D1DC-0CEB-F7C4-76F4351EAEE9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67" name="直接连接符 34866">
                <a:extLst>
                  <a:ext uri="{FF2B5EF4-FFF2-40B4-BE49-F238E27FC236}">
                    <a16:creationId xmlns:a16="http://schemas.microsoft.com/office/drawing/2014/main" id="{4C5B0A58-BFC0-1F79-8B22-7EE82D060013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68" name="直接连接符 34867">
                <a:extLst>
                  <a:ext uri="{FF2B5EF4-FFF2-40B4-BE49-F238E27FC236}">
                    <a16:creationId xmlns:a16="http://schemas.microsoft.com/office/drawing/2014/main" id="{7F68C016-2200-A3F9-A141-BA8DDFB767C4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69" name="直接连接符 34868">
                <a:extLst>
                  <a:ext uri="{FF2B5EF4-FFF2-40B4-BE49-F238E27FC236}">
                    <a16:creationId xmlns:a16="http://schemas.microsoft.com/office/drawing/2014/main" id="{0D173928-4D4B-865A-3E38-E8F8B5C5BF4B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70" name="直接连接符 34869">
                <a:extLst>
                  <a:ext uri="{FF2B5EF4-FFF2-40B4-BE49-F238E27FC236}">
                    <a16:creationId xmlns:a16="http://schemas.microsoft.com/office/drawing/2014/main" id="{F3B5AFDF-E6C7-A01A-C373-869C19B294FB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71" name="直接连接符 34870">
                <a:extLst>
                  <a:ext uri="{FF2B5EF4-FFF2-40B4-BE49-F238E27FC236}">
                    <a16:creationId xmlns:a16="http://schemas.microsoft.com/office/drawing/2014/main" id="{130D65E5-62C4-6FF4-10D3-22EBCE2A70B3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72" name="直接连接符 34871">
                <a:extLst>
                  <a:ext uri="{FF2B5EF4-FFF2-40B4-BE49-F238E27FC236}">
                    <a16:creationId xmlns:a16="http://schemas.microsoft.com/office/drawing/2014/main" id="{60FBF086-021C-BF82-3C82-482CEE22115E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73" name="直接连接符 34872">
                <a:extLst>
                  <a:ext uri="{FF2B5EF4-FFF2-40B4-BE49-F238E27FC236}">
                    <a16:creationId xmlns:a16="http://schemas.microsoft.com/office/drawing/2014/main" id="{7ED88D64-28BF-4F14-EAD4-C7210E166685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74" name="直接连接符 34873">
                <a:extLst>
                  <a:ext uri="{FF2B5EF4-FFF2-40B4-BE49-F238E27FC236}">
                    <a16:creationId xmlns:a16="http://schemas.microsoft.com/office/drawing/2014/main" id="{46BA42B4-6C5F-916C-C965-B68ADCEE4109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75" name="直接连接符 34874">
                <a:extLst>
                  <a:ext uri="{FF2B5EF4-FFF2-40B4-BE49-F238E27FC236}">
                    <a16:creationId xmlns:a16="http://schemas.microsoft.com/office/drawing/2014/main" id="{45E6E153-347B-F25E-361C-2D6E53D3BD66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76" name="直接连接符 34875">
                <a:extLst>
                  <a:ext uri="{FF2B5EF4-FFF2-40B4-BE49-F238E27FC236}">
                    <a16:creationId xmlns:a16="http://schemas.microsoft.com/office/drawing/2014/main" id="{6A137FE4-C8EC-47CB-7727-427A02529A6C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77" name="直接连接符 34876">
                <a:extLst>
                  <a:ext uri="{FF2B5EF4-FFF2-40B4-BE49-F238E27FC236}">
                    <a16:creationId xmlns:a16="http://schemas.microsoft.com/office/drawing/2014/main" id="{DF40114F-EAE4-EDF9-81EE-9BE8810EE015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78" name="直接连接符 34877">
                <a:extLst>
                  <a:ext uri="{FF2B5EF4-FFF2-40B4-BE49-F238E27FC236}">
                    <a16:creationId xmlns:a16="http://schemas.microsoft.com/office/drawing/2014/main" id="{392A8550-763D-2FC3-6E2D-28F8E5E6A8F8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79" name="直接连接符 34878">
                <a:extLst>
                  <a:ext uri="{FF2B5EF4-FFF2-40B4-BE49-F238E27FC236}">
                    <a16:creationId xmlns:a16="http://schemas.microsoft.com/office/drawing/2014/main" id="{22F2E560-AC48-6D70-8C8A-E446B101C8B4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80" name="直接连接符 34879">
                <a:extLst>
                  <a:ext uri="{FF2B5EF4-FFF2-40B4-BE49-F238E27FC236}">
                    <a16:creationId xmlns:a16="http://schemas.microsoft.com/office/drawing/2014/main" id="{EA2CBF30-281C-EC0E-AFFD-D80590B3C883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81" name="直接连接符 34880">
                <a:extLst>
                  <a:ext uri="{FF2B5EF4-FFF2-40B4-BE49-F238E27FC236}">
                    <a16:creationId xmlns:a16="http://schemas.microsoft.com/office/drawing/2014/main" id="{5E4C8728-AC71-16A3-FC67-8D00AC11E778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82" name="直接连接符 34881">
                <a:extLst>
                  <a:ext uri="{FF2B5EF4-FFF2-40B4-BE49-F238E27FC236}">
                    <a16:creationId xmlns:a16="http://schemas.microsoft.com/office/drawing/2014/main" id="{821C70A1-B2E3-5529-BB9C-65E4358CCC40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83" name="直接连接符 34882">
                <a:extLst>
                  <a:ext uri="{FF2B5EF4-FFF2-40B4-BE49-F238E27FC236}">
                    <a16:creationId xmlns:a16="http://schemas.microsoft.com/office/drawing/2014/main" id="{CAFF2C2B-FE6F-DFF1-7A13-1E6CA057100B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84" name="直接连接符 34883">
                <a:extLst>
                  <a:ext uri="{FF2B5EF4-FFF2-40B4-BE49-F238E27FC236}">
                    <a16:creationId xmlns:a16="http://schemas.microsoft.com/office/drawing/2014/main" id="{9F931170-5491-BEAB-7EC0-17B3136DB89A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85" name="直接连接符 34884">
                <a:extLst>
                  <a:ext uri="{FF2B5EF4-FFF2-40B4-BE49-F238E27FC236}">
                    <a16:creationId xmlns:a16="http://schemas.microsoft.com/office/drawing/2014/main" id="{BBAFB9AD-39A3-5982-7A59-D5AF70D3BED7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86" name="直接连接符 34885">
                <a:extLst>
                  <a:ext uri="{FF2B5EF4-FFF2-40B4-BE49-F238E27FC236}">
                    <a16:creationId xmlns:a16="http://schemas.microsoft.com/office/drawing/2014/main" id="{B33F8DF0-7CD5-9AA7-77A5-7BF92ABED160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87" name="直接连接符 34886">
                <a:extLst>
                  <a:ext uri="{FF2B5EF4-FFF2-40B4-BE49-F238E27FC236}">
                    <a16:creationId xmlns:a16="http://schemas.microsoft.com/office/drawing/2014/main" id="{304906BF-F39A-B4FA-92A0-70499B517E8D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88" name="直接连接符 34887">
                <a:extLst>
                  <a:ext uri="{FF2B5EF4-FFF2-40B4-BE49-F238E27FC236}">
                    <a16:creationId xmlns:a16="http://schemas.microsoft.com/office/drawing/2014/main" id="{47320C39-715E-1A2E-A54B-1B68FEF0794C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89" name="直接连接符 34888">
                <a:extLst>
                  <a:ext uri="{FF2B5EF4-FFF2-40B4-BE49-F238E27FC236}">
                    <a16:creationId xmlns:a16="http://schemas.microsoft.com/office/drawing/2014/main" id="{FD90B59B-75A2-879A-A647-760B81425235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2A10DBB-2A3A-A106-0AA0-BC0188EF7C83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B1F7AE27-EB8A-A9AB-8280-9B12F9267289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B01CF02E-E03A-9D2C-25E5-877A356D7BA4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C16B306C-8564-89D9-97F6-4D5F27BE89B8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F6CA58E4-8BCE-401B-89AF-3417F623D12D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B2F1BF1D-5F05-3D02-42B0-044DCD960E88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E54F3DFD-0D3D-986B-5A0B-420C4AD94447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7908BC68-19DA-386A-4B50-C2DF1942F516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BA5618A2-AC6F-E6D8-602C-A2501F1F1C0D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47AC5B47-40DD-80CC-891A-180A7C9C54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>
            <a:extLst>
              <a:ext uri="{FF2B5EF4-FFF2-40B4-BE49-F238E27FC236}">
                <a16:creationId xmlns:a16="http://schemas.microsoft.com/office/drawing/2014/main" id="{B3A39893-5161-4992-A505-45EBA1D04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7903" y="522031"/>
            <a:ext cx="7793038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强连通性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87AD98D-E57C-42BF-BC20-05111FBE80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0509" y="1576235"/>
            <a:ext cx="7772400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400" dirty="0"/>
              <a:t>Def. </a:t>
            </a:r>
            <a:r>
              <a:rPr lang="zh-CN" altLang="en-US" sz="2400" dirty="0"/>
              <a:t>如果</a:t>
            </a:r>
            <a:r>
              <a:rPr lang="en-US" altLang="zh-CN" sz="2400" dirty="0"/>
              <a:t>u</a:t>
            </a:r>
            <a:r>
              <a:rPr lang="zh-CN" altLang="en-US" sz="2400" dirty="0"/>
              <a:t>和</a:t>
            </a:r>
            <a:r>
              <a:rPr lang="en-US" altLang="zh-CN" sz="2400" dirty="0"/>
              <a:t>v</a:t>
            </a:r>
            <a:r>
              <a:rPr lang="zh-CN" altLang="en-US" sz="2400" dirty="0"/>
              <a:t>彼此之间存在到达对方的路径，它们是</a:t>
            </a:r>
            <a:r>
              <a:rPr lang="zh-CN" altLang="en-US" sz="2400" dirty="0">
                <a:solidFill>
                  <a:schemeClr val="hlink"/>
                </a:solidFill>
              </a:rPr>
              <a:t>相互可达</a:t>
            </a:r>
            <a:r>
              <a:rPr lang="zh-CN" altLang="en-US" sz="2400" dirty="0"/>
              <a:t>的。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/>
              <a:t>Def. </a:t>
            </a:r>
            <a:r>
              <a:rPr lang="zh-CN" altLang="en-US" sz="2400" dirty="0"/>
              <a:t>如果图中每对结点是相互可达的，那么此图是</a:t>
            </a:r>
            <a:r>
              <a:rPr lang="zh-CN" altLang="en-US" sz="2400" dirty="0">
                <a:solidFill>
                  <a:schemeClr val="hlink"/>
                </a:solidFill>
              </a:rPr>
              <a:t>强连通</a:t>
            </a:r>
            <a:r>
              <a:rPr lang="zh-CN" altLang="en-US" sz="2400" dirty="0"/>
              <a:t>的。</a:t>
            </a:r>
          </a:p>
        </p:txBody>
      </p:sp>
      <p:sp>
        <p:nvSpPr>
          <p:cNvPr id="35842" name="灯片编号占位符 5">
            <a:extLst>
              <a:ext uri="{FF2B5EF4-FFF2-40B4-BE49-F238E27FC236}">
                <a16:creationId xmlns:a16="http://schemas.microsoft.com/office/drawing/2014/main" id="{2E6DF59D-08F2-4FDF-AEA7-781CACA8F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EE1CDE-9B0E-4276-BE7B-DF07741BB16D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kumimoji="0" lang="en-US" altLang="zh-CN" sz="1400"/>
          </a:p>
        </p:txBody>
      </p:sp>
      <p:pic>
        <p:nvPicPr>
          <p:cNvPr id="35845" name="Picture 4">
            <a:extLst>
              <a:ext uri="{FF2B5EF4-FFF2-40B4-BE49-F238E27FC236}">
                <a16:creationId xmlns:a16="http://schemas.microsoft.com/office/drawing/2014/main" id="{B5D674A3-8723-4319-B728-DECE28AE7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4005265"/>
            <a:ext cx="6324600" cy="152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917" name="Text Box 5">
            <a:extLst>
              <a:ext uri="{FF2B5EF4-FFF2-40B4-BE49-F238E27FC236}">
                <a16:creationId xmlns:a16="http://schemas.microsoft.com/office/drawing/2014/main" id="{EE88FE81-3D30-474D-936A-3FC44520D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525" y="5855980"/>
            <a:ext cx="74888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如何判断一个图是否强连通？所需时间代价？</a:t>
            </a:r>
            <a:endParaRPr lang="zh-CN" altLang="en-US" sz="20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952E0A6-3A1A-59F0-BADC-5A1A79126F51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11525AD6-B6EE-FFB4-97F6-368422BD5C39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7621782D-0008-E519-B15F-130EA7E49E09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2A5E8FF-1F29-9E73-EC0E-6368617EA7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6DC6578-8822-7880-EF71-0B0298054281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9C00D2B-96C0-A94E-50F4-27E198DAE600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2295239-0557-9CB6-58AA-FB43E017AD33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A3130CD0-63D4-4A4C-706B-9927F64A7707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42F2BE58-BE56-0D4A-6D56-6AE5631F7B07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4E1A1267-D53E-0667-7B06-6F530DC3C18C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EE24AE0B-C366-9949-11BD-2F3136B95FC5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E4572CBA-49DE-3E2D-13D8-B66E38269AF1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9243AD54-72B3-CEB5-A495-6A116913210F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6E1A5090-9C75-F277-867D-D884CB9FAD23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35C18506-64E4-0DDE-8FDA-83713FCDD0EB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E38908E5-9B9D-6F2F-913A-52903F9E967A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46E61F4B-0807-CC81-8FE7-DF67DA4AE04D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1086B634-0A7B-D378-A880-850D8B36EA3E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5A3112A7-19C7-8EB0-EF06-BA0D59442AB8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E2E62A5-58E4-0821-ACAF-E0D6D7D726CD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7392EE5F-7C28-C98E-833B-3225EB6B1D0F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D384D619-E792-8DD7-309E-066B81367131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FD762DAD-D2DC-599B-3601-FB4B9375358E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DECA800D-2C58-DB06-4963-41E7733712B5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EA5334EF-39F8-9067-8298-B120A9785A7A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4AFB8135-8941-72AA-2B7D-224445183BA4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A7B5F089-E88D-D015-8707-3B083F32B39C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07B35F8D-6071-7CA7-CB3D-9EC2D0F7A292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3A8D9392-9332-69A0-BC35-6AA34FCFB64E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DD8E6A16-5217-D24C-18C4-1C87F12AD28A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940383E6-5BF8-707A-9673-441C2A8D0931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8578C748-0859-04B8-6E0C-4627DAF4EDA2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AD9085EA-27AC-AB84-3CE6-A43CD42C22B1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4A592560-E257-3BA1-CEA1-CD3D55EC054C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449E35BA-22D9-4545-79C7-5D65AD59ACFB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296BE252-4BF5-3CD8-A472-15189C2B0967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FC1B91A0-6D9B-BDF8-4811-79BD18425709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2B506E65-DE6A-7D9E-9AF3-B912C038A595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84A8F6D5-5D8B-AC3F-B1CC-C2D7BDC3CA4D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7FD062BC-DCC1-A065-25D5-FFBDF1F6574A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FC3B5319-3D87-47A1-F52A-BC5A087D3E7C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1479371E-9406-CF7A-2110-A8BC8ECE2A9C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CD014E59-4C3E-C1F1-B254-99C040B13272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97DC95A4-8198-E814-38E8-DEDABEFB003F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E4100C4B-36D2-C9A9-F76C-4D210B6F7E8E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F708BA72-3D1C-89EF-D4EE-82E3D85A630C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2A82E9AD-C6BA-F21C-C77C-553F1EC955F0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FBFA92B6-26D9-96E7-99E7-43366668570B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66675AFB-DFBE-CBD2-8204-B8591A20E533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288A6F16-7461-C29A-271B-D77C0DD23D3C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3EA9967E-653E-EC02-3DEB-886B0289BF32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7E1397C3-FBE5-3F1B-C652-959D0AF98EF1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40" name="直接连接符 35839">
                <a:extLst>
                  <a:ext uri="{FF2B5EF4-FFF2-40B4-BE49-F238E27FC236}">
                    <a16:creationId xmlns:a16="http://schemas.microsoft.com/office/drawing/2014/main" id="{BC97297C-8CBD-88A4-B8DC-A48C7110158B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41" name="直接连接符 35840">
                <a:extLst>
                  <a:ext uri="{FF2B5EF4-FFF2-40B4-BE49-F238E27FC236}">
                    <a16:creationId xmlns:a16="http://schemas.microsoft.com/office/drawing/2014/main" id="{6C88DB6F-279D-07D9-666F-80CFC8717C95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46" name="直接连接符 35845">
                <a:extLst>
                  <a:ext uri="{FF2B5EF4-FFF2-40B4-BE49-F238E27FC236}">
                    <a16:creationId xmlns:a16="http://schemas.microsoft.com/office/drawing/2014/main" id="{DD477A9F-229E-5341-CC31-F3CC7F344E0B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47" name="直接连接符 35846">
                <a:extLst>
                  <a:ext uri="{FF2B5EF4-FFF2-40B4-BE49-F238E27FC236}">
                    <a16:creationId xmlns:a16="http://schemas.microsoft.com/office/drawing/2014/main" id="{CC197740-9B55-ED33-C947-13520ABA1921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48" name="直接连接符 35847">
                <a:extLst>
                  <a:ext uri="{FF2B5EF4-FFF2-40B4-BE49-F238E27FC236}">
                    <a16:creationId xmlns:a16="http://schemas.microsoft.com/office/drawing/2014/main" id="{6806363C-4131-0310-075E-E7EC884A8CAB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49" name="直接连接符 35848">
                <a:extLst>
                  <a:ext uri="{FF2B5EF4-FFF2-40B4-BE49-F238E27FC236}">
                    <a16:creationId xmlns:a16="http://schemas.microsoft.com/office/drawing/2014/main" id="{6D345879-1CD9-2737-A09A-BF717AD67802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50" name="直接连接符 35849">
                <a:extLst>
                  <a:ext uri="{FF2B5EF4-FFF2-40B4-BE49-F238E27FC236}">
                    <a16:creationId xmlns:a16="http://schemas.microsoft.com/office/drawing/2014/main" id="{F4168DCE-2133-14EC-ADB6-317367BAD25B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51" name="直接连接符 35850">
                <a:extLst>
                  <a:ext uri="{FF2B5EF4-FFF2-40B4-BE49-F238E27FC236}">
                    <a16:creationId xmlns:a16="http://schemas.microsoft.com/office/drawing/2014/main" id="{2D253BB2-81F8-E00A-4F5D-7659CB1DEC64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52" name="直接连接符 35851">
                <a:extLst>
                  <a:ext uri="{FF2B5EF4-FFF2-40B4-BE49-F238E27FC236}">
                    <a16:creationId xmlns:a16="http://schemas.microsoft.com/office/drawing/2014/main" id="{F82ADB55-3EAF-211C-9CA4-6B4502E012FB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53" name="直接连接符 35852">
                <a:extLst>
                  <a:ext uri="{FF2B5EF4-FFF2-40B4-BE49-F238E27FC236}">
                    <a16:creationId xmlns:a16="http://schemas.microsoft.com/office/drawing/2014/main" id="{1B8582F3-65C2-7BF3-F3C8-64DFE1765328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54" name="直接连接符 35853">
                <a:extLst>
                  <a:ext uri="{FF2B5EF4-FFF2-40B4-BE49-F238E27FC236}">
                    <a16:creationId xmlns:a16="http://schemas.microsoft.com/office/drawing/2014/main" id="{2ECD1025-3871-10EF-A06A-2A47A113D18E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55" name="直接连接符 35854">
                <a:extLst>
                  <a:ext uri="{FF2B5EF4-FFF2-40B4-BE49-F238E27FC236}">
                    <a16:creationId xmlns:a16="http://schemas.microsoft.com/office/drawing/2014/main" id="{66E1183E-9A90-9D40-5B89-1752FB248551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56" name="直接连接符 35855">
                <a:extLst>
                  <a:ext uri="{FF2B5EF4-FFF2-40B4-BE49-F238E27FC236}">
                    <a16:creationId xmlns:a16="http://schemas.microsoft.com/office/drawing/2014/main" id="{8B708ABA-29EA-9E18-DAAE-96C03F3CDED7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57" name="直接连接符 35856">
                <a:extLst>
                  <a:ext uri="{FF2B5EF4-FFF2-40B4-BE49-F238E27FC236}">
                    <a16:creationId xmlns:a16="http://schemas.microsoft.com/office/drawing/2014/main" id="{8DBD0015-89DD-16B0-0492-5EF10F2B1A92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58" name="直接连接符 35857">
                <a:extLst>
                  <a:ext uri="{FF2B5EF4-FFF2-40B4-BE49-F238E27FC236}">
                    <a16:creationId xmlns:a16="http://schemas.microsoft.com/office/drawing/2014/main" id="{F840E2D2-B7C5-BA40-AB9F-17E217593B04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59" name="直接连接符 35858">
                <a:extLst>
                  <a:ext uri="{FF2B5EF4-FFF2-40B4-BE49-F238E27FC236}">
                    <a16:creationId xmlns:a16="http://schemas.microsoft.com/office/drawing/2014/main" id="{512EC02E-E3A6-643B-CA8C-0D50A91A3B11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60" name="直接连接符 35859">
                <a:extLst>
                  <a:ext uri="{FF2B5EF4-FFF2-40B4-BE49-F238E27FC236}">
                    <a16:creationId xmlns:a16="http://schemas.microsoft.com/office/drawing/2014/main" id="{F30760F3-489B-F11D-C132-2D6123215782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61" name="直接连接符 35860">
                <a:extLst>
                  <a:ext uri="{FF2B5EF4-FFF2-40B4-BE49-F238E27FC236}">
                    <a16:creationId xmlns:a16="http://schemas.microsoft.com/office/drawing/2014/main" id="{E774206D-6671-9642-AE89-02038986D95E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62" name="直接连接符 35861">
                <a:extLst>
                  <a:ext uri="{FF2B5EF4-FFF2-40B4-BE49-F238E27FC236}">
                    <a16:creationId xmlns:a16="http://schemas.microsoft.com/office/drawing/2014/main" id="{35D17C6A-9C79-50AF-FD4A-2E3B61E837B9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63" name="直接连接符 35862">
                <a:extLst>
                  <a:ext uri="{FF2B5EF4-FFF2-40B4-BE49-F238E27FC236}">
                    <a16:creationId xmlns:a16="http://schemas.microsoft.com/office/drawing/2014/main" id="{5B8AF19C-8F76-C571-CDDD-FBFC81799FDF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64" name="直接连接符 35863">
                <a:extLst>
                  <a:ext uri="{FF2B5EF4-FFF2-40B4-BE49-F238E27FC236}">
                    <a16:creationId xmlns:a16="http://schemas.microsoft.com/office/drawing/2014/main" id="{9A149D7E-B4AD-D13C-1E7B-C9113FBA1588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65" name="直接连接符 35864">
                <a:extLst>
                  <a:ext uri="{FF2B5EF4-FFF2-40B4-BE49-F238E27FC236}">
                    <a16:creationId xmlns:a16="http://schemas.microsoft.com/office/drawing/2014/main" id="{0018D546-52E0-59B8-053E-71DA2FCD7C6B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66" name="直接连接符 35865">
                <a:extLst>
                  <a:ext uri="{FF2B5EF4-FFF2-40B4-BE49-F238E27FC236}">
                    <a16:creationId xmlns:a16="http://schemas.microsoft.com/office/drawing/2014/main" id="{8F435E5A-CA7B-3581-C71D-2EF38A307985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67" name="直接连接符 35866">
                <a:extLst>
                  <a:ext uri="{FF2B5EF4-FFF2-40B4-BE49-F238E27FC236}">
                    <a16:creationId xmlns:a16="http://schemas.microsoft.com/office/drawing/2014/main" id="{90A66A0E-BEFB-C209-6CB7-706005C6E505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68" name="直接连接符 35867">
                <a:extLst>
                  <a:ext uri="{FF2B5EF4-FFF2-40B4-BE49-F238E27FC236}">
                    <a16:creationId xmlns:a16="http://schemas.microsoft.com/office/drawing/2014/main" id="{9A224F27-A8EF-C6AD-5F26-5BAD925FD3A4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69" name="直接连接符 35868">
                <a:extLst>
                  <a:ext uri="{FF2B5EF4-FFF2-40B4-BE49-F238E27FC236}">
                    <a16:creationId xmlns:a16="http://schemas.microsoft.com/office/drawing/2014/main" id="{D2FE01C7-EBBC-4EF5-B2A4-9A293423DE15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70" name="直接连接符 35869">
                <a:extLst>
                  <a:ext uri="{FF2B5EF4-FFF2-40B4-BE49-F238E27FC236}">
                    <a16:creationId xmlns:a16="http://schemas.microsoft.com/office/drawing/2014/main" id="{63282B6D-74CC-E613-027E-E832D113E708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71" name="直接连接符 35870">
                <a:extLst>
                  <a:ext uri="{FF2B5EF4-FFF2-40B4-BE49-F238E27FC236}">
                    <a16:creationId xmlns:a16="http://schemas.microsoft.com/office/drawing/2014/main" id="{79C91634-D047-79E6-FD1D-5DF6F50AAE93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72" name="直接连接符 35871">
                <a:extLst>
                  <a:ext uri="{FF2B5EF4-FFF2-40B4-BE49-F238E27FC236}">
                    <a16:creationId xmlns:a16="http://schemas.microsoft.com/office/drawing/2014/main" id="{EA9D397D-AE0C-1315-3F15-8AF11DCCBD04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73" name="直接连接符 35872">
                <a:extLst>
                  <a:ext uri="{FF2B5EF4-FFF2-40B4-BE49-F238E27FC236}">
                    <a16:creationId xmlns:a16="http://schemas.microsoft.com/office/drawing/2014/main" id="{649BE3ED-2F03-C5AA-3A91-D61CE33BB624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74" name="直接连接符 35873">
                <a:extLst>
                  <a:ext uri="{FF2B5EF4-FFF2-40B4-BE49-F238E27FC236}">
                    <a16:creationId xmlns:a16="http://schemas.microsoft.com/office/drawing/2014/main" id="{6815CFE1-D407-02B4-18FF-A18679AF6A09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75" name="直接连接符 35874">
                <a:extLst>
                  <a:ext uri="{FF2B5EF4-FFF2-40B4-BE49-F238E27FC236}">
                    <a16:creationId xmlns:a16="http://schemas.microsoft.com/office/drawing/2014/main" id="{D39D5EE2-2DA1-6B20-1660-874EFC16B74E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76" name="直接连接符 35875">
                <a:extLst>
                  <a:ext uri="{FF2B5EF4-FFF2-40B4-BE49-F238E27FC236}">
                    <a16:creationId xmlns:a16="http://schemas.microsoft.com/office/drawing/2014/main" id="{115F3F86-C2CE-2C9F-7C6C-EBED97E081B1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77" name="直接连接符 35876">
                <a:extLst>
                  <a:ext uri="{FF2B5EF4-FFF2-40B4-BE49-F238E27FC236}">
                    <a16:creationId xmlns:a16="http://schemas.microsoft.com/office/drawing/2014/main" id="{274C4A6E-3B7F-88F5-837F-0C9E77018547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78" name="直接连接符 35877">
                <a:extLst>
                  <a:ext uri="{FF2B5EF4-FFF2-40B4-BE49-F238E27FC236}">
                    <a16:creationId xmlns:a16="http://schemas.microsoft.com/office/drawing/2014/main" id="{14FA998C-3DD2-707F-E9C1-9B6871D8FBAC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79" name="直接连接符 35878">
                <a:extLst>
                  <a:ext uri="{FF2B5EF4-FFF2-40B4-BE49-F238E27FC236}">
                    <a16:creationId xmlns:a16="http://schemas.microsoft.com/office/drawing/2014/main" id="{588600F6-FA0F-29EE-039E-C46E659025AB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80" name="直接连接符 35879">
                <a:extLst>
                  <a:ext uri="{FF2B5EF4-FFF2-40B4-BE49-F238E27FC236}">
                    <a16:creationId xmlns:a16="http://schemas.microsoft.com/office/drawing/2014/main" id="{FA5DA907-DBC9-13B7-0E92-E78D1739F311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81" name="直接连接符 35880">
                <a:extLst>
                  <a:ext uri="{FF2B5EF4-FFF2-40B4-BE49-F238E27FC236}">
                    <a16:creationId xmlns:a16="http://schemas.microsoft.com/office/drawing/2014/main" id="{08CABD44-022A-BADE-32DC-E96A3A60D8F7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82" name="直接连接符 35881">
                <a:extLst>
                  <a:ext uri="{FF2B5EF4-FFF2-40B4-BE49-F238E27FC236}">
                    <a16:creationId xmlns:a16="http://schemas.microsoft.com/office/drawing/2014/main" id="{5B0588F4-24E2-1973-21F5-1BF1807D9DD4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83" name="直接连接符 35882">
                <a:extLst>
                  <a:ext uri="{FF2B5EF4-FFF2-40B4-BE49-F238E27FC236}">
                    <a16:creationId xmlns:a16="http://schemas.microsoft.com/office/drawing/2014/main" id="{02093030-A260-180C-62CC-8A5FD8BDE970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84" name="直接连接符 35883">
                <a:extLst>
                  <a:ext uri="{FF2B5EF4-FFF2-40B4-BE49-F238E27FC236}">
                    <a16:creationId xmlns:a16="http://schemas.microsoft.com/office/drawing/2014/main" id="{8B7BF1D9-3639-80B2-F833-F6784650D73C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85" name="直接连接符 35884">
                <a:extLst>
                  <a:ext uri="{FF2B5EF4-FFF2-40B4-BE49-F238E27FC236}">
                    <a16:creationId xmlns:a16="http://schemas.microsoft.com/office/drawing/2014/main" id="{A75105D8-B091-A086-384D-435FDDC7B8CD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86" name="直接连接符 35885">
                <a:extLst>
                  <a:ext uri="{FF2B5EF4-FFF2-40B4-BE49-F238E27FC236}">
                    <a16:creationId xmlns:a16="http://schemas.microsoft.com/office/drawing/2014/main" id="{01922E2D-7A34-1082-1938-4A8B22027BF1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87" name="直接连接符 35886">
                <a:extLst>
                  <a:ext uri="{FF2B5EF4-FFF2-40B4-BE49-F238E27FC236}">
                    <a16:creationId xmlns:a16="http://schemas.microsoft.com/office/drawing/2014/main" id="{4A8D0773-95FF-6D04-37A4-238E70725468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88" name="直接连接符 35887">
                <a:extLst>
                  <a:ext uri="{FF2B5EF4-FFF2-40B4-BE49-F238E27FC236}">
                    <a16:creationId xmlns:a16="http://schemas.microsoft.com/office/drawing/2014/main" id="{2022E32A-465B-7FEA-76D2-7A976FF1A557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89" name="直接连接符 35888">
                <a:extLst>
                  <a:ext uri="{FF2B5EF4-FFF2-40B4-BE49-F238E27FC236}">
                    <a16:creationId xmlns:a16="http://schemas.microsoft.com/office/drawing/2014/main" id="{4140A9D6-24BE-F0AB-EFC3-31947E1D2ABA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90" name="直接连接符 35889">
                <a:extLst>
                  <a:ext uri="{FF2B5EF4-FFF2-40B4-BE49-F238E27FC236}">
                    <a16:creationId xmlns:a16="http://schemas.microsoft.com/office/drawing/2014/main" id="{5B93AE0F-A7F0-781F-82B4-EB9D3AEC5511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91" name="直接连接符 35890">
                <a:extLst>
                  <a:ext uri="{FF2B5EF4-FFF2-40B4-BE49-F238E27FC236}">
                    <a16:creationId xmlns:a16="http://schemas.microsoft.com/office/drawing/2014/main" id="{9B7F4437-CE31-0CA0-D226-19ADF5CB68AF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92" name="直接连接符 35891">
                <a:extLst>
                  <a:ext uri="{FF2B5EF4-FFF2-40B4-BE49-F238E27FC236}">
                    <a16:creationId xmlns:a16="http://schemas.microsoft.com/office/drawing/2014/main" id="{2EB121F7-49EB-CF7B-0E18-9F8C88D04001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93" name="直接连接符 35892">
                <a:extLst>
                  <a:ext uri="{FF2B5EF4-FFF2-40B4-BE49-F238E27FC236}">
                    <a16:creationId xmlns:a16="http://schemas.microsoft.com/office/drawing/2014/main" id="{86E6C951-B340-9DAD-A7DD-0B7A657D9B9E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94" name="直接连接符 35893">
                <a:extLst>
                  <a:ext uri="{FF2B5EF4-FFF2-40B4-BE49-F238E27FC236}">
                    <a16:creationId xmlns:a16="http://schemas.microsoft.com/office/drawing/2014/main" id="{1044D5DD-6E2C-EBE7-9974-858098131E0E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95" name="直接连接符 35894">
                <a:extLst>
                  <a:ext uri="{FF2B5EF4-FFF2-40B4-BE49-F238E27FC236}">
                    <a16:creationId xmlns:a16="http://schemas.microsoft.com/office/drawing/2014/main" id="{B512A0A0-1004-6D17-32FC-A32AC377CAF2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96" name="直接连接符 35895">
                <a:extLst>
                  <a:ext uri="{FF2B5EF4-FFF2-40B4-BE49-F238E27FC236}">
                    <a16:creationId xmlns:a16="http://schemas.microsoft.com/office/drawing/2014/main" id="{E1F8D7CD-191B-C2FC-2577-F4994761C416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97" name="直接连接符 35896">
                <a:extLst>
                  <a:ext uri="{FF2B5EF4-FFF2-40B4-BE49-F238E27FC236}">
                    <a16:creationId xmlns:a16="http://schemas.microsoft.com/office/drawing/2014/main" id="{0424CDE0-C92C-19D9-246A-DCC8A0BD9B4B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98" name="直接连接符 35897">
                <a:extLst>
                  <a:ext uri="{FF2B5EF4-FFF2-40B4-BE49-F238E27FC236}">
                    <a16:creationId xmlns:a16="http://schemas.microsoft.com/office/drawing/2014/main" id="{F41C90AF-5955-7DBB-C9C8-D9BF64D18D55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99" name="直接连接符 35898">
                <a:extLst>
                  <a:ext uri="{FF2B5EF4-FFF2-40B4-BE49-F238E27FC236}">
                    <a16:creationId xmlns:a16="http://schemas.microsoft.com/office/drawing/2014/main" id="{0910586F-87CC-8859-CD87-1B5186A071F3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00" name="直接连接符 35899">
                <a:extLst>
                  <a:ext uri="{FF2B5EF4-FFF2-40B4-BE49-F238E27FC236}">
                    <a16:creationId xmlns:a16="http://schemas.microsoft.com/office/drawing/2014/main" id="{9BFA6EE0-B95B-1227-45C6-FC76E1662D19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01" name="直接连接符 35900">
                <a:extLst>
                  <a:ext uri="{FF2B5EF4-FFF2-40B4-BE49-F238E27FC236}">
                    <a16:creationId xmlns:a16="http://schemas.microsoft.com/office/drawing/2014/main" id="{3032C7A4-E505-D767-2144-D73E5724D7D3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02" name="直接连接符 35901">
                <a:extLst>
                  <a:ext uri="{FF2B5EF4-FFF2-40B4-BE49-F238E27FC236}">
                    <a16:creationId xmlns:a16="http://schemas.microsoft.com/office/drawing/2014/main" id="{46F98373-D597-C1B7-E033-70D2E182840B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03" name="直接连接符 35902">
                <a:extLst>
                  <a:ext uri="{FF2B5EF4-FFF2-40B4-BE49-F238E27FC236}">
                    <a16:creationId xmlns:a16="http://schemas.microsoft.com/office/drawing/2014/main" id="{5CCD69FF-8D38-53CE-0EDC-0DE3B8AD76CB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12" name="直接连接符 38911">
                <a:extLst>
                  <a:ext uri="{FF2B5EF4-FFF2-40B4-BE49-F238E27FC236}">
                    <a16:creationId xmlns:a16="http://schemas.microsoft.com/office/drawing/2014/main" id="{F3B2F995-9367-5CE6-A0E5-A94DF3C4285A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13" name="直接连接符 38912">
                <a:extLst>
                  <a:ext uri="{FF2B5EF4-FFF2-40B4-BE49-F238E27FC236}">
                    <a16:creationId xmlns:a16="http://schemas.microsoft.com/office/drawing/2014/main" id="{FBA873C1-F852-745C-5DAD-D6E0A24EBA95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14" name="直接连接符 38913">
                <a:extLst>
                  <a:ext uri="{FF2B5EF4-FFF2-40B4-BE49-F238E27FC236}">
                    <a16:creationId xmlns:a16="http://schemas.microsoft.com/office/drawing/2014/main" id="{84C02A02-6A85-7830-9198-57550504C92E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15" name="直接连接符 38914">
                <a:extLst>
                  <a:ext uri="{FF2B5EF4-FFF2-40B4-BE49-F238E27FC236}">
                    <a16:creationId xmlns:a16="http://schemas.microsoft.com/office/drawing/2014/main" id="{3F0BB940-38FF-C463-CA4F-4F98388FBF50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16" name="直接连接符 38915">
                <a:extLst>
                  <a:ext uri="{FF2B5EF4-FFF2-40B4-BE49-F238E27FC236}">
                    <a16:creationId xmlns:a16="http://schemas.microsoft.com/office/drawing/2014/main" id="{6F681820-8F5B-9D0F-B754-ED96F95ED6C9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18" name="直接连接符 38917">
                <a:extLst>
                  <a:ext uri="{FF2B5EF4-FFF2-40B4-BE49-F238E27FC236}">
                    <a16:creationId xmlns:a16="http://schemas.microsoft.com/office/drawing/2014/main" id="{BFED3DA9-9979-0D88-12D4-DDEC499842D0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19" name="直接连接符 38918">
                <a:extLst>
                  <a:ext uri="{FF2B5EF4-FFF2-40B4-BE49-F238E27FC236}">
                    <a16:creationId xmlns:a16="http://schemas.microsoft.com/office/drawing/2014/main" id="{35F35550-3D7F-F83C-C51E-709ABADAB8B5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20" name="直接连接符 38919">
                <a:extLst>
                  <a:ext uri="{FF2B5EF4-FFF2-40B4-BE49-F238E27FC236}">
                    <a16:creationId xmlns:a16="http://schemas.microsoft.com/office/drawing/2014/main" id="{FBF1C868-E872-420F-B536-24CFF54A6294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21" name="直接连接符 38920">
                <a:extLst>
                  <a:ext uri="{FF2B5EF4-FFF2-40B4-BE49-F238E27FC236}">
                    <a16:creationId xmlns:a16="http://schemas.microsoft.com/office/drawing/2014/main" id="{ECEA2DCB-9C55-48FE-6B91-2B3C5D2A8822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E44E606-4807-7371-E04B-EAD9B7155B82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9B7E8C0C-64B7-C326-DD33-3A6784603EAD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83343A11-37C4-D837-D161-4558FC8116D5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AF4AB5DF-2200-5EC5-3904-55D9E2256378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736F2905-E924-E649-9DEC-7F9203325B78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2CC71B98-B97C-217C-2B60-6B4560232D60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288CF7D9-9F34-62D5-1AFE-80058DDB82B2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C2F781A2-8C02-BF5C-7E10-516D7613AA39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41A3DC06-DFAB-F769-A6C0-6239799A9D24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F836EC4-9702-9100-B0BF-17B0FCF333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00C6C370-0D6A-476D-BB3A-C6604E0605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强连通性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21E4E101-2B80-4444-A129-33B2A217F0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9310" y="1600417"/>
            <a:ext cx="7772400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引理.  设</a:t>
            </a:r>
            <a:r>
              <a:rPr lang="en-US" altLang="zh-CN" sz="2800" dirty="0"/>
              <a:t>s</a:t>
            </a:r>
            <a:r>
              <a:rPr lang="zh-CN" altLang="en-US" sz="2800" dirty="0"/>
              <a:t>是图</a:t>
            </a:r>
            <a:r>
              <a:rPr lang="en-US" altLang="zh-CN" sz="2800" dirty="0"/>
              <a:t>G</a:t>
            </a:r>
            <a:r>
              <a:rPr lang="zh-CN" altLang="en-US" sz="2800" dirty="0"/>
              <a:t>中的任意一个结点。当且仅当图中的每个结点能够与</a:t>
            </a:r>
            <a:r>
              <a:rPr lang="en-US" altLang="zh-CN" sz="2800" dirty="0"/>
              <a:t>s</a:t>
            </a:r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</a:rPr>
              <a:t>相互可达</a:t>
            </a:r>
            <a:r>
              <a:rPr lang="zh-CN" altLang="en-US" sz="2800" dirty="0"/>
              <a:t>， </a:t>
            </a:r>
            <a:r>
              <a:rPr lang="en-US" altLang="zh-CN" sz="2800" dirty="0"/>
              <a:t>G</a:t>
            </a:r>
            <a:r>
              <a:rPr lang="zh-CN" altLang="en-US" sz="2800" dirty="0"/>
              <a:t>是强连通的。</a:t>
            </a:r>
          </a:p>
        </p:txBody>
      </p:sp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CCF5E286-C833-4658-9E7A-DB924F04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1AA010-9638-4A13-89CD-A00BEA4B1B14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kumimoji="0" lang="en-US" altLang="zh-CN" sz="1400"/>
          </a:p>
        </p:txBody>
      </p:sp>
      <p:pic>
        <p:nvPicPr>
          <p:cNvPr id="36869" name="Picture 5">
            <a:extLst>
              <a:ext uri="{FF2B5EF4-FFF2-40B4-BE49-F238E27FC236}">
                <a16:creationId xmlns:a16="http://schemas.microsoft.com/office/drawing/2014/main" id="{B45B8C00-9244-49D9-8407-F31C1F138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470" y="3501008"/>
            <a:ext cx="4343400" cy="232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BAE2EECB-F4D3-6E32-3381-C5F20078587C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FC4753FF-F8CA-1BEB-9A0F-F87371C77AF8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3A2231A-D5E1-FBBE-6490-7D1A5F657D81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2771F17-F5E3-C73F-F651-6324995E59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1EE9D703-F990-FCA3-9706-578B360EDE88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BFB6B50-5910-A4AA-7D3E-866C209EEC6A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8C333D7-F944-631D-4DE2-2C0B8B9EFD13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7F5E2FFA-DB25-3DCB-B83A-6B7F1A3F50D2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04C88392-9BB0-C2B7-B86E-7DD13999C748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9D38306A-EF48-D3BD-1617-0B7CD691BDE1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C2D26037-80B2-AC00-7CC9-8338DD386C37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6251C967-7CC9-1D0D-F6D4-331CD8D62D2A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4453B268-4329-20CF-C029-1D52949A5277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1429394D-BCF6-4F6F-711D-ADE6777B7F49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D75E5E36-5276-43CB-E71A-354D54DA5C2B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D754B453-15BB-DEA6-8C89-847D3A8C5476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6BE431C0-C2E3-8BC9-7F02-D1BE8D5056A4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DAF7C899-F86C-EB6F-A0CD-6F803B4EC38B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72514E40-0895-3520-981D-64D568288046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9A6A56B6-BADF-B6CC-BF34-684E28BBD782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D581F550-31B9-0A1F-75FF-5E017ED5B848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1926035A-8D0F-18E1-7CD2-F2DF05749A14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186A5208-34AD-9FD2-AD09-2C2E23389A23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384455B6-B830-C60D-FF29-6DFA9F245C1B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0FF7EF22-973F-CAF7-B9C1-0C504EEDD248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D028592D-52ED-0DAD-9DFB-DC152EA0216A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EA49BABC-DA94-D8AE-86CA-1B59645E9041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51C81BA1-FC84-7D84-666D-3DDFF7220D4D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CDC5E86D-6B53-4E97-40AC-AD1D6017D5FE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0B25BC51-F7FF-EAA2-C57B-609BF97356EE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4BE047F1-5E19-694C-73F4-673EC6F74A05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44B1B60A-77DC-F344-E75B-9574C4F5FEEB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EE25CC4A-F87D-0001-F244-1FE6889F88B7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A318F254-ED0C-B92B-2955-E69F964F2A8C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6755142E-D411-FD03-B34B-39A7BCE90DFB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25037A2C-8F1E-1710-DB4F-A46BCEDC1FCD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10A0C788-2353-3228-7248-DF758A2654A2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BD5545F7-C4F6-6426-BD92-6C395271B49B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0DD1C1F5-3DED-BA26-196D-D000554362EA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EAA81241-2094-395A-BEDF-1CA768B0287A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B1AAE00D-E940-D520-405F-E0A6413929CA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9F50DC16-CFB4-A0A3-0B78-DCEDBDE8F3F4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A8BF4808-0694-EE32-FC47-F986DA25050A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57164471-8327-459C-C34B-7B23DB3C9F02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DAB39A93-F303-A5EE-00F1-CDA95363EA7E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371C52C2-4F3E-3902-750B-1B0E2CBC79C9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47ED46D6-6245-BA6D-A317-58A86F8CE1EF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916AB50-F896-18EB-116B-71F46E6573C8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52678A69-F729-2548-C714-17CF39FDAEAA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38F85B7F-0ED4-A583-1A8D-A836776767B6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00F6C9F1-DFF9-D7B2-E043-AC293A5D4E01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4B567EA2-2C16-2954-B41E-E180E3EBF72D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64" name="直接连接符 36863">
                <a:extLst>
                  <a:ext uri="{FF2B5EF4-FFF2-40B4-BE49-F238E27FC236}">
                    <a16:creationId xmlns:a16="http://schemas.microsoft.com/office/drawing/2014/main" id="{F03477E8-CB3A-B364-F4FF-2561C252CEA2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65" name="直接连接符 36864">
                <a:extLst>
                  <a:ext uri="{FF2B5EF4-FFF2-40B4-BE49-F238E27FC236}">
                    <a16:creationId xmlns:a16="http://schemas.microsoft.com/office/drawing/2014/main" id="{99CF00DF-ACBA-56A6-BF67-61EF02086873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71" name="直接连接符 36870">
                <a:extLst>
                  <a:ext uri="{FF2B5EF4-FFF2-40B4-BE49-F238E27FC236}">
                    <a16:creationId xmlns:a16="http://schemas.microsoft.com/office/drawing/2014/main" id="{E3AE5270-E8CA-4FA3-B34F-E60C84999521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72" name="直接连接符 36871">
                <a:extLst>
                  <a:ext uri="{FF2B5EF4-FFF2-40B4-BE49-F238E27FC236}">
                    <a16:creationId xmlns:a16="http://schemas.microsoft.com/office/drawing/2014/main" id="{BE049CE4-1798-3E1C-0277-48EAF11E1857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73" name="直接连接符 36872">
                <a:extLst>
                  <a:ext uri="{FF2B5EF4-FFF2-40B4-BE49-F238E27FC236}">
                    <a16:creationId xmlns:a16="http://schemas.microsoft.com/office/drawing/2014/main" id="{BDF02AC0-C3D8-9BE8-0A5B-005732162CAF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74" name="直接连接符 36873">
                <a:extLst>
                  <a:ext uri="{FF2B5EF4-FFF2-40B4-BE49-F238E27FC236}">
                    <a16:creationId xmlns:a16="http://schemas.microsoft.com/office/drawing/2014/main" id="{F82151BC-0C8B-7837-ADA0-BF9C6CF83B1E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75" name="直接连接符 36874">
                <a:extLst>
                  <a:ext uri="{FF2B5EF4-FFF2-40B4-BE49-F238E27FC236}">
                    <a16:creationId xmlns:a16="http://schemas.microsoft.com/office/drawing/2014/main" id="{7D82F568-3390-D9A7-AA7E-BA491AC065F4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76" name="直接连接符 36875">
                <a:extLst>
                  <a:ext uri="{FF2B5EF4-FFF2-40B4-BE49-F238E27FC236}">
                    <a16:creationId xmlns:a16="http://schemas.microsoft.com/office/drawing/2014/main" id="{121A194E-20F1-A34D-9FF3-096C182FD2F0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77" name="直接连接符 36876">
                <a:extLst>
                  <a:ext uri="{FF2B5EF4-FFF2-40B4-BE49-F238E27FC236}">
                    <a16:creationId xmlns:a16="http://schemas.microsoft.com/office/drawing/2014/main" id="{F17A6BAD-989D-719A-3D3F-88F79E526860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78" name="直接连接符 36877">
                <a:extLst>
                  <a:ext uri="{FF2B5EF4-FFF2-40B4-BE49-F238E27FC236}">
                    <a16:creationId xmlns:a16="http://schemas.microsoft.com/office/drawing/2014/main" id="{82DFC621-272D-3E3B-6E8B-F7EFE5DEAE14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79" name="直接连接符 36878">
                <a:extLst>
                  <a:ext uri="{FF2B5EF4-FFF2-40B4-BE49-F238E27FC236}">
                    <a16:creationId xmlns:a16="http://schemas.microsoft.com/office/drawing/2014/main" id="{F52D6818-5443-6D7F-D7A8-030061D2568E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80" name="直接连接符 36879">
                <a:extLst>
                  <a:ext uri="{FF2B5EF4-FFF2-40B4-BE49-F238E27FC236}">
                    <a16:creationId xmlns:a16="http://schemas.microsoft.com/office/drawing/2014/main" id="{3734C9C5-394A-C13A-BC2E-7A8C5EAEF1C2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81" name="直接连接符 36880">
                <a:extLst>
                  <a:ext uri="{FF2B5EF4-FFF2-40B4-BE49-F238E27FC236}">
                    <a16:creationId xmlns:a16="http://schemas.microsoft.com/office/drawing/2014/main" id="{D800A92E-E574-CE68-A553-F66615938DDD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82" name="直接连接符 36881">
                <a:extLst>
                  <a:ext uri="{FF2B5EF4-FFF2-40B4-BE49-F238E27FC236}">
                    <a16:creationId xmlns:a16="http://schemas.microsoft.com/office/drawing/2014/main" id="{3821C536-ED75-80AB-3897-F3C222F407BF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83" name="直接连接符 36882">
                <a:extLst>
                  <a:ext uri="{FF2B5EF4-FFF2-40B4-BE49-F238E27FC236}">
                    <a16:creationId xmlns:a16="http://schemas.microsoft.com/office/drawing/2014/main" id="{981F1385-4B88-D14B-2473-009992C4E0F5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84" name="直接连接符 36883">
                <a:extLst>
                  <a:ext uri="{FF2B5EF4-FFF2-40B4-BE49-F238E27FC236}">
                    <a16:creationId xmlns:a16="http://schemas.microsoft.com/office/drawing/2014/main" id="{DFD27ADF-1AB8-A88E-6DF4-87EA446C8A77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85" name="直接连接符 36884">
                <a:extLst>
                  <a:ext uri="{FF2B5EF4-FFF2-40B4-BE49-F238E27FC236}">
                    <a16:creationId xmlns:a16="http://schemas.microsoft.com/office/drawing/2014/main" id="{D64B2FC7-0770-EA8A-3F89-5EE97F27288C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86" name="直接连接符 36885">
                <a:extLst>
                  <a:ext uri="{FF2B5EF4-FFF2-40B4-BE49-F238E27FC236}">
                    <a16:creationId xmlns:a16="http://schemas.microsoft.com/office/drawing/2014/main" id="{AE613C41-2B70-5810-F6CE-259E740DEEC0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87" name="直接连接符 36886">
                <a:extLst>
                  <a:ext uri="{FF2B5EF4-FFF2-40B4-BE49-F238E27FC236}">
                    <a16:creationId xmlns:a16="http://schemas.microsoft.com/office/drawing/2014/main" id="{6AC3348D-1F94-6C22-4B8C-E1D0EC202596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88" name="直接连接符 36887">
                <a:extLst>
                  <a:ext uri="{FF2B5EF4-FFF2-40B4-BE49-F238E27FC236}">
                    <a16:creationId xmlns:a16="http://schemas.microsoft.com/office/drawing/2014/main" id="{D1E74119-2F04-7F9C-955C-2D777EA3A24C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89" name="直接连接符 36888">
                <a:extLst>
                  <a:ext uri="{FF2B5EF4-FFF2-40B4-BE49-F238E27FC236}">
                    <a16:creationId xmlns:a16="http://schemas.microsoft.com/office/drawing/2014/main" id="{2E38C2B2-6220-903A-A961-EA61FE7D4A99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90" name="直接连接符 36889">
                <a:extLst>
                  <a:ext uri="{FF2B5EF4-FFF2-40B4-BE49-F238E27FC236}">
                    <a16:creationId xmlns:a16="http://schemas.microsoft.com/office/drawing/2014/main" id="{094C74D8-1087-6725-D690-3BCE373C16C3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91" name="直接连接符 36890">
                <a:extLst>
                  <a:ext uri="{FF2B5EF4-FFF2-40B4-BE49-F238E27FC236}">
                    <a16:creationId xmlns:a16="http://schemas.microsoft.com/office/drawing/2014/main" id="{8AE01EAB-1B49-6967-B12A-6F32E8352411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92" name="直接连接符 36891">
                <a:extLst>
                  <a:ext uri="{FF2B5EF4-FFF2-40B4-BE49-F238E27FC236}">
                    <a16:creationId xmlns:a16="http://schemas.microsoft.com/office/drawing/2014/main" id="{ACB34B09-0E0B-DB40-F895-1694DEFE6573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93" name="直接连接符 36892">
                <a:extLst>
                  <a:ext uri="{FF2B5EF4-FFF2-40B4-BE49-F238E27FC236}">
                    <a16:creationId xmlns:a16="http://schemas.microsoft.com/office/drawing/2014/main" id="{FE934005-814E-77EC-75A4-F106ACE276E6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94" name="直接连接符 36893">
                <a:extLst>
                  <a:ext uri="{FF2B5EF4-FFF2-40B4-BE49-F238E27FC236}">
                    <a16:creationId xmlns:a16="http://schemas.microsoft.com/office/drawing/2014/main" id="{D526A0AA-5794-45F2-179A-71FC011255BE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95" name="直接连接符 36894">
                <a:extLst>
                  <a:ext uri="{FF2B5EF4-FFF2-40B4-BE49-F238E27FC236}">
                    <a16:creationId xmlns:a16="http://schemas.microsoft.com/office/drawing/2014/main" id="{42C56D4F-8E2B-9E53-0118-2C7690A4DDC0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96" name="直接连接符 36895">
                <a:extLst>
                  <a:ext uri="{FF2B5EF4-FFF2-40B4-BE49-F238E27FC236}">
                    <a16:creationId xmlns:a16="http://schemas.microsoft.com/office/drawing/2014/main" id="{76E9D0D3-D299-28A0-7AD8-DDBE057AFFBF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97" name="直接连接符 36896">
                <a:extLst>
                  <a:ext uri="{FF2B5EF4-FFF2-40B4-BE49-F238E27FC236}">
                    <a16:creationId xmlns:a16="http://schemas.microsoft.com/office/drawing/2014/main" id="{9BF5E24F-4CD9-210A-10AB-6C4F0DD8E1BE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98" name="直接连接符 36897">
                <a:extLst>
                  <a:ext uri="{FF2B5EF4-FFF2-40B4-BE49-F238E27FC236}">
                    <a16:creationId xmlns:a16="http://schemas.microsoft.com/office/drawing/2014/main" id="{03B3F052-FB38-75B4-58A3-73D1117610E4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99" name="直接连接符 36898">
                <a:extLst>
                  <a:ext uri="{FF2B5EF4-FFF2-40B4-BE49-F238E27FC236}">
                    <a16:creationId xmlns:a16="http://schemas.microsoft.com/office/drawing/2014/main" id="{B39E6C52-F931-0A1A-6481-C9B443F7B8AF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00" name="直接连接符 36899">
                <a:extLst>
                  <a:ext uri="{FF2B5EF4-FFF2-40B4-BE49-F238E27FC236}">
                    <a16:creationId xmlns:a16="http://schemas.microsoft.com/office/drawing/2014/main" id="{699263D2-45FC-7889-37FF-7F9625CACE22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01" name="直接连接符 36900">
                <a:extLst>
                  <a:ext uri="{FF2B5EF4-FFF2-40B4-BE49-F238E27FC236}">
                    <a16:creationId xmlns:a16="http://schemas.microsoft.com/office/drawing/2014/main" id="{2726C3B9-BD81-2A84-C999-35A6562EE7C0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02" name="直接连接符 36901">
                <a:extLst>
                  <a:ext uri="{FF2B5EF4-FFF2-40B4-BE49-F238E27FC236}">
                    <a16:creationId xmlns:a16="http://schemas.microsoft.com/office/drawing/2014/main" id="{623133FF-E4CD-0D8C-F12A-88DCB706CEE8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03" name="直接连接符 36902">
                <a:extLst>
                  <a:ext uri="{FF2B5EF4-FFF2-40B4-BE49-F238E27FC236}">
                    <a16:creationId xmlns:a16="http://schemas.microsoft.com/office/drawing/2014/main" id="{CD531A0E-89B4-F277-E992-F6A4475B5514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04" name="直接连接符 36903">
                <a:extLst>
                  <a:ext uri="{FF2B5EF4-FFF2-40B4-BE49-F238E27FC236}">
                    <a16:creationId xmlns:a16="http://schemas.microsoft.com/office/drawing/2014/main" id="{F39988AD-7343-C128-550E-8301C2BEEA62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05" name="直接连接符 36904">
                <a:extLst>
                  <a:ext uri="{FF2B5EF4-FFF2-40B4-BE49-F238E27FC236}">
                    <a16:creationId xmlns:a16="http://schemas.microsoft.com/office/drawing/2014/main" id="{C50B0A8B-3838-86C6-3DF8-69B28EC94A75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06" name="直接连接符 36905">
                <a:extLst>
                  <a:ext uri="{FF2B5EF4-FFF2-40B4-BE49-F238E27FC236}">
                    <a16:creationId xmlns:a16="http://schemas.microsoft.com/office/drawing/2014/main" id="{D89ACBF4-A179-3515-15F0-A404B8BE5303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07" name="直接连接符 36906">
                <a:extLst>
                  <a:ext uri="{FF2B5EF4-FFF2-40B4-BE49-F238E27FC236}">
                    <a16:creationId xmlns:a16="http://schemas.microsoft.com/office/drawing/2014/main" id="{0C8C48F5-6292-03C1-15B2-A03BB9CDD5E4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08" name="直接连接符 36907">
                <a:extLst>
                  <a:ext uri="{FF2B5EF4-FFF2-40B4-BE49-F238E27FC236}">
                    <a16:creationId xmlns:a16="http://schemas.microsoft.com/office/drawing/2014/main" id="{C197D41B-385E-92A9-B5BA-13AB11820230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09" name="直接连接符 36908">
                <a:extLst>
                  <a:ext uri="{FF2B5EF4-FFF2-40B4-BE49-F238E27FC236}">
                    <a16:creationId xmlns:a16="http://schemas.microsoft.com/office/drawing/2014/main" id="{D0E328C9-A5D0-D442-9126-95458BC73A59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10" name="直接连接符 36909">
                <a:extLst>
                  <a:ext uri="{FF2B5EF4-FFF2-40B4-BE49-F238E27FC236}">
                    <a16:creationId xmlns:a16="http://schemas.microsoft.com/office/drawing/2014/main" id="{4CC9E484-D049-D911-67D5-417A6797E774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11" name="直接连接符 36910">
                <a:extLst>
                  <a:ext uri="{FF2B5EF4-FFF2-40B4-BE49-F238E27FC236}">
                    <a16:creationId xmlns:a16="http://schemas.microsoft.com/office/drawing/2014/main" id="{032CEEB4-E19A-0ECB-8975-C957759F92B1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12" name="直接连接符 36911">
                <a:extLst>
                  <a:ext uri="{FF2B5EF4-FFF2-40B4-BE49-F238E27FC236}">
                    <a16:creationId xmlns:a16="http://schemas.microsoft.com/office/drawing/2014/main" id="{5B376D89-3DD2-435C-5EB0-32CD31C6DA7E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13" name="直接连接符 36912">
                <a:extLst>
                  <a:ext uri="{FF2B5EF4-FFF2-40B4-BE49-F238E27FC236}">
                    <a16:creationId xmlns:a16="http://schemas.microsoft.com/office/drawing/2014/main" id="{63A87E45-85FF-7828-4011-4AE0EBFE4AAC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14" name="直接连接符 36913">
                <a:extLst>
                  <a:ext uri="{FF2B5EF4-FFF2-40B4-BE49-F238E27FC236}">
                    <a16:creationId xmlns:a16="http://schemas.microsoft.com/office/drawing/2014/main" id="{9737394D-2B18-8407-0290-AF8E96F1FD0D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15" name="直接连接符 36914">
                <a:extLst>
                  <a:ext uri="{FF2B5EF4-FFF2-40B4-BE49-F238E27FC236}">
                    <a16:creationId xmlns:a16="http://schemas.microsoft.com/office/drawing/2014/main" id="{4438F357-77D6-D28C-6862-71798C7BCAC8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16" name="直接连接符 36915">
                <a:extLst>
                  <a:ext uri="{FF2B5EF4-FFF2-40B4-BE49-F238E27FC236}">
                    <a16:creationId xmlns:a16="http://schemas.microsoft.com/office/drawing/2014/main" id="{8BBAD3A0-362B-3E2C-6E17-5EF38BA2F724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17" name="直接连接符 36916">
                <a:extLst>
                  <a:ext uri="{FF2B5EF4-FFF2-40B4-BE49-F238E27FC236}">
                    <a16:creationId xmlns:a16="http://schemas.microsoft.com/office/drawing/2014/main" id="{B0D25B53-0CF8-9B18-9C52-D66D3307D2A0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18" name="直接连接符 36917">
                <a:extLst>
                  <a:ext uri="{FF2B5EF4-FFF2-40B4-BE49-F238E27FC236}">
                    <a16:creationId xmlns:a16="http://schemas.microsoft.com/office/drawing/2014/main" id="{2DC90DBE-59ED-032C-6A73-65EE7209CCDB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19" name="直接连接符 36918">
                <a:extLst>
                  <a:ext uri="{FF2B5EF4-FFF2-40B4-BE49-F238E27FC236}">
                    <a16:creationId xmlns:a16="http://schemas.microsoft.com/office/drawing/2014/main" id="{5C0BF0E2-8235-4369-9205-2BA9A7AF964C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20" name="直接连接符 36919">
                <a:extLst>
                  <a:ext uri="{FF2B5EF4-FFF2-40B4-BE49-F238E27FC236}">
                    <a16:creationId xmlns:a16="http://schemas.microsoft.com/office/drawing/2014/main" id="{0C94905A-96BD-2227-4AE9-D4240CFA4CF5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21" name="直接连接符 36920">
                <a:extLst>
                  <a:ext uri="{FF2B5EF4-FFF2-40B4-BE49-F238E27FC236}">
                    <a16:creationId xmlns:a16="http://schemas.microsoft.com/office/drawing/2014/main" id="{9174A901-C0F4-E4DE-8504-64FC6C50E5E7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22" name="直接连接符 36921">
                <a:extLst>
                  <a:ext uri="{FF2B5EF4-FFF2-40B4-BE49-F238E27FC236}">
                    <a16:creationId xmlns:a16="http://schemas.microsoft.com/office/drawing/2014/main" id="{E6614E85-DC90-A92D-841E-4076904662CA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23" name="直接连接符 36922">
                <a:extLst>
                  <a:ext uri="{FF2B5EF4-FFF2-40B4-BE49-F238E27FC236}">
                    <a16:creationId xmlns:a16="http://schemas.microsoft.com/office/drawing/2014/main" id="{AEF8695A-D03E-FC1E-0140-FD3F6496B278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24" name="直接连接符 36923">
                <a:extLst>
                  <a:ext uri="{FF2B5EF4-FFF2-40B4-BE49-F238E27FC236}">
                    <a16:creationId xmlns:a16="http://schemas.microsoft.com/office/drawing/2014/main" id="{8F21A1A5-B71B-611C-2D7B-D07E7A705A44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25" name="直接连接符 36924">
                <a:extLst>
                  <a:ext uri="{FF2B5EF4-FFF2-40B4-BE49-F238E27FC236}">
                    <a16:creationId xmlns:a16="http://schemas.microsoft.com/office/drawing/2014/main" id="{1B4D757E-1649-0E0C-BA2C-B37C024B66BA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26" name="直接连接符 36925">
                <a:extLst>
                  <a:ext uri="{FF2B5EF4-FFF2-40B4-BE49-F238E27FC236}">
                    <a16:creationId xmlns:a16="http://schemas.microsoft.com/office/drawing/2014/main" id="{6FCBC768-76E6-E6A7-DF3A-97F293573011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27" name="直接连接符 36926">
                <a:extLst>
                  <a:ext uri="{FF2B5EF4-FFF2-40B4-BE49-F238E27FC236}">
                    <a16:creationId xmlns:a16="http://schemas.microsoft.com/office/drawing/2014/main" id="{A0E6FF34-1E99-9B5B-566D-4FCA87F40347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28" name="直接连接符 36927">
                <a:extLst>
                  <a:ext uri="{FF2B5EF4-FFF2-40B4-BE49-F238E27FC236}">
                    <a16:creationId xmlns:a16="http://schemas.microsoft.com/office/drawing/2014/main" id="{BE8FF92A-F7CC-D815-530E-F98A90D98D50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29" name="直接连接符 36928">
                <a:extLst>
                  <a:ext uri="{FF2B5EF4-FFF2-40B4-BE49-F238E27FC236}">
                    <a16:creationId xmlns:a16="http://schemas.microsoft.com/office/drawing/2014/main" id="{FCE5E662-09AB-BC71-17B8-D1937FF8635A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30" name="直接连接符 36929">
                <a:extLst>
                  <a:ext uri="{FF2B5EF4-FFF2-40B4-BE49-F238E27FC236}">
                    <a16:creationId xmlns:a16="http://schemas.microsoft.com/office/drawing/2014/main" id="{11148DA0-B82A-67E9-934D-6D79BAFD14C9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31" name="直接连接符 36930">
                <a:extLst>
                  <a:ext uri="{FF2B5EF4-FFF2-40B4-BE49-F238E27FC236}">
                    <a16:creationId xmlns:a16="http://schemas.microsoft.com/office/drawing/2014/main" id="{250F4289-BF44-A787-72F8-0625C17E2E2F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32" name="直接连接符 36931">
                <a:extLst>
                  <a:ext uri="{FF2B5EF4-FFF2-40B4-BE49-F238E27FC236}">
                    <a16:creationId xmlns:a16="http://schemas.microsoft.com/office/drawing/2014/main" id="{DAE55B9D-F48D-7888-CFEF-725054DDC1CC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33" name="直接连接符 36932">
                <a:extLst>
                  <a:ext uri="{FF2B5EF4-FFF2-40B4-BE49-F238E27FC236}">
                    <a16:creationId xmlns:a16="http://schemas.microsoft.com/office/drawing/2014/main" id="{E2F40938-1943-DA37-4A7B-193BCBFC697E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34" name="直接连接符 36933">
                <a:extLst>
                  <a:ext uri="{FF2B5EF4-FFF2-40B4-BE49-F238E27FC236}">
                    <a16:creationId xmlns:a16="http://schemas.microsoft.com/office/drawing/2014/main" id="{0B0D3947-41A4-C4FB-CD03-AAEB64D03F35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35" name="直接连接符 36934">
                <a:extLst>
                  <a:ext uri="{FF2B5EF4-FFF2-40B4-BE49-F238E27FC236}">
                    <a16:creationId xmlns:a16="http://schemas.microsoft.com/office/drawing/2014/main" id="{97CB0486-3387-B5D5-5987-AF2A8B697D8D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36" name="直接连接符 36935">
                <a:extLst>
                  <a:ext uri="{FF2B5EF4-FFF2-40B4-BE49-F238E27FC236}">
                    <a16:creationId xmlns:a16="http://schemas.microsoft.com/office/drawing/2014/main" id="{E840F759-9A11-C270-E121-3DA5B08293EB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37" name="直接连接符 36936">
                <a:extLst>
                  <a:ext uri="{FF2B5EF4-FFF2-40B4-BE49-F238E27FC236}">
                    <a16:creationId xmlns:a16="http://schemas.microsoft.com/office/drawing/2014/main" id="{E182914B-574F-488B-0809-E3871F7BCFAD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2871829-5C29-2F93-986D-23C469332F0E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7F683879-768D-311C-AB78-88AA21012CAE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C30FC74C-E47C-655D-FF4E-62AA7EA8EB1A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419A1C23-3F29-F0AE-52F9-6D35B1EC4A9B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11659E53-692E-004A-8888-99C6F22DF883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B42AD363-90E5-F187-4762-717346ED1151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EB37AE14-407D-F8C0-AB7D-428C50FBEA2D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A3E3EB46-A14D-840E-DF95-06D765C1EEC0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213122AB-FE91-9135-4D58-4349C1914132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21C1C2E-1E0A-116A-0007-DBF84DB763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A99FDF44-E7F6-4243-A79D-FE885C0A97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强连通性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2AA7F1B-396D-4C5D-31B8-8BF1530BD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70" y="1628800"/>
            <a:ext cx="78867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/>
              <a:t>需要分别证明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充分性（由每个结点与</a:t>
            </a:r>
            <a:r>
              <a:rPr lang="en-US" altLang="zh-CN" sz="2800" dirty="0"/>
              <a:t>s</a:t>
            </a:r>
            <a:r>
              <a:rPr lang="zh-CN" altLang="en-US" sz="2800" dirty="0"/>
              <a:t>相互可达</a:t>
            </a:r>
            <a:r>
              <a:rPr lang="en-US" altLang="zh-CN" sz="2800" dirty="0">
                <a:sym typeface="Wingdings" panose="05000000000000000000" pitchFamily="2" charset="2"/>
              </a:rPr>
              <a:t></a:t>
            </a:r>
            <a:r>
              <a:rPr lang="en-US" altLang="zh-CN" sz="2800" dirty="0"/>
              <a:t>G</a:t>
            </a:r>
            <a:r>
              <a:rPr lang="zh-CN" altLang="en-US" sz="2800" dirty="0"/>
              <a:t>强连通）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必要性（由</a:t>
            </a:r>
            <a:r>
              <a:rPr lang="en-US" altLang="zh-CN" sz="2800" dirty="0"/>
              <a:t>G</a:t>
            </a:r>
            <a:r>
              <a:rPr lang="zh-CN" altLang="en-US" sz="2800" dirty="0"/>
              <a:t>强连通</a:t>
            </a:r>
            <a:r>
              <a:rPr lang="en-US" altLang="zh-CN" sz="2800" dirty="0">
                <a:sym typeface="Wingdings" panose="05000000000000000000" pitchFamily="2" charset="2"/>
              </a:rPr>
              <a:t></a:t>
            </a:r>
            <a:r>
              <a:rPr lang="zh-CN" altLang="en-US" sz="2800" dirty="0"/>
              <a:t>每个结点与</a:t>
            </a:r>
            <a:r>
              <a:rPr lang="en-US" altLang="zh-CN" sz="2800" dirty="0"/>
              <a:t>s</a:t>
            </a:r>
            <a:r>
              <a:rPr lang="zh-CN" altLang="en-US" sz="2800" dirty="0"/>
              <a:t>相互可达）</a:t>
            </a:r>
          </a:p>
        </p:txBody>
      </p:sp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5FB41B59-80DF-4AE5-BE8D-560D1651B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434F88-5332-4093-BC66-EA0A3C261EBA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kumimoji="0" lang="en-US" altLang="zh-CN" sz="140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A9284D5-4E07-AAF7-FD0E-1F84B7A2E9DF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4A382ABA-CB40-DE29-7E97-9F265DE2C8D3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289CF8F-72AC-666A-A87B-9A5B6C65CC7E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C00AD234-A7FC-5F53-ADDE-DBB15A8C48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EEB3B57C-C0B0-1AC6-6149-1353B7D59049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04104D4-6107-879E-645D-9FC771C96622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C13EFAA-8DE9-0E8D-B16A-29DCCEA82566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FEAAC4D3-16DA-211F-8514-89258A295661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C121B2D2-AF14-E2F9-11E0-43D652F235EA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CE1648C9-4726-92C3-201D-09A0BD6D7F55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000ACA22-4379-4CD6-0E00-00967259F587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4838D38D-71FF-BFE1-F312-C2789EBAA82A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CE5886D8-BD6E-FD34-02BA-149DC53B9330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AE5849CD-5F96-12E8-14A2-BADA4017F76B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60F73961-FA89-ADFE-7FE7-EF2D4667C211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B570049D-88FB-AC04-6D79-4C57F36CAFFE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19A2A18-FF8C-0E43-AB5D-8F555F80F4CC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D674B665-F58F-F7F9-0EF4-F72904F7F1A2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5E973F8C-7CD6-0054-6298-FE6B08A346B6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A444D248-DBF5-35D8-E45A-8BB804978140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47F26403-2092-6436-0A49-B6687445350D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BEDFD9A9-8FD7-C74A-9C67-1F2F9EB8BF43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B031E21A-A04A-6C78-2797-7AD915C49F84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AFA735FE-DE9E-B5F0-EF11-1F4BA35CAEA7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1FE54B74-83EE-5F6C-1118-67E82AA12857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EADC0034-8AE8-E304-E0E6-F3D507B2F75A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3DC23085-FF61-6180-AE1B-C7CF7AC16011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C6B20D13-8EAF-A093-7525-8541225EBBD7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BFFEAA27-E136-443D-F9E9-08B41E8DBDEF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C24C514B-67FD-0A09-94BC-2002CA872659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D77334A1-0B18-4C10-6BF0-A7FAFB1F1D6C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49300B4D-D5BF-3669-F25B-56CD44B0A95C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BC6449F1-F09E-B290-D729-E87D660D1B29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93308CF1-62A7-E738-43F5-EAD77012F57B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172224A8-F6E9-E457-20D3-9986679CEC60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450336F3-6115-093D-07AF-E97D8351FD75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A74E198C-9C44-FD3C-5774-7B33F86A1805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49529617-24D9-A114-3ADF-6263CA4F9ACC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2E1E43AC-37DC-4176-F9F6-523CD1DEDDD2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380C1E90-95EF-0AA2-BF7B-AAA3597798DF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4ECA0E31-5C66-5D2A-6C4D-34D0A19E8FF1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546C15C0-8C6E-2E87-E3F6-4AC591B12A17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0129288-2E64-6785-2B99-409DA59176AD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E643ED10-1046-560B-9A70-962942DF17DB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7CD46B24-3A28-F668-A15D-DEC90D7792C7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CBE34459-95B1-E1C4-2DFB-63EA1C8D2479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B52593A6-A2C5-B583-E824-DC5BCC2A11AE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B1264AAE-120F-C7EC-B2F2-E5DF760A3FFD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466DF680-73C2-C36C-8377-9DEA6F2E7712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76ECCA1C-2430-8747-CC8B-2E5C89D03AF2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0" name="直接连接符 40959">
                <a:extLst>
                  <a:ext uri="{FF2B5EF4-FFF2-40B4-BE49-F238E27FC236}">
                    <a16:creationId xmlns:a16="http://schemas.microsoft.com/office/drawing/2014/main" id="{5BF4DDE2-F4E3-6BF7-1478-CBFCAE68B9F6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1" name="直接连接符 40960">
                <a:extLst>
                  <a:ext uri="{FF2B5EF4-FFF2-40B4-BE49-F238E27FC236}">
                    <a16:creationId xmlns:a16="http://schemas.microsoft.com/office/drawing/2014/main" id="{913FF681-20E4-2861-3B3B-43D19D17C292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2" name="直接连接符 40961">
                <a:extLst>
                  <a:ext uri="{FF2B5EF4-FFF2-40B4-BE49-F238E27FC236}">
                    <a16:creationId xmlns:a16="http://schemas.microsoft.com/office/drawing/2014/main" id="{EF2ACC46-3524-474C-B294-5045391C7E59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3" name="直接连接符 40962">
                <a:extLst>
                  <a:ext uri="{FF2B5EF4-FFF2-40B4-BE49-F238E27FC236}">
                    <a16:creationId xmlns:a16="http://schemas.microsoft.com/office/drawing/2014/main" id="{35528B8A-5A59-BF5D-BB38-D77F90A8F37B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4" name="直接连接符 40963">
                <a:extLst>
                  <a:ext uri="{FF2B5EF4-FFF2-40B4-BE49-F238E27FC236}">
                    <a16:creationId xmlns:a16="http://schemas.microsoft.com/office/drawing/2014/main" id="{009A58F6-0F78-F344-50BC-0A3E899BED86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6" name="直接连接符 40965">
                <a:extLst>
                  <a:ext uri="{FF2B5EF4-FFF2-40B4-BE49-F238E27FC236}">
                    <a16:creationId xmlns:a16="http://schemas.microsoft.com/office/drawing/2014/main" id="{51BFE6C6-12CA-84F2-03BC-E850CB6E98E8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7" name="直接连接符 40966">
                <a:extLst>
                  <a:ext uri="{FF2B5EF4-FFF2-40B4-BE49-F238E27FC236}">
                    <a16:creationId xmlns:a16="http://schemas.microsoft.com/office/drawing/2014/main" id="{9B47A28A-061F-40ED-AC1C-FE6DFCEAE3E0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8" name="直接连接符 40967">
                <a:extLst>
                  <a:ext uri="{FF2B5EF4-FFF2-40B4-BE49-F238E27FC236}">
                    <a16:creationId xmlns:a16="http://schemas.microsoft.com/office/drawing/2014/main" id="{E5742D65-DAF5-4990-F530-F600AB9ABFF8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9" name="直接连接符 40968">
                <a:extLst>
                  <a:ext uri="{FF2B5EF4-FFF2-40B4-BE49-F238E27FC236}">
                    <a16:creationId xmlns:a16="http://schemas.microsoft.com/office/drawing/2014/main" id="{F2D9FF41-4E97-0021-FA0B-851FCCACA966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0" name="直接连接符 40969">
                <a:extLst>
                  <a:ext uri="{FF2B5EF4-FFF2-40B4-BE49-F238E27FC236}">
                    <a16:creationId xmlns:a16="http://schemas.microsoft.com/office/drawing/2014/main" id="{830798CD-A2B6-FA01-E43E-6ED72759D64C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1" name="直接连接符 40970">
                <a:extLst>
                  <a:ext uri="{FF2B5EF4-FFF2-40B4-BE49-F238E27FC236}">
                    <a16:creationId xmlns:a16="http://schemas.microsoft.com/office/drawing/2014/main" id="{362FF725-A96E-9A8F-0AF5-B8E059C6906F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2" name="直接连接符 40971">
                <a:extLst>
                  <a:ext uri="{FF2B5EF4-FFF2-40B4-BE49-F238E27FC236}">
                    <a16:creationId xmlns:a16="http://schemas.microsoft.com/office/drawing/2014/main" id="{6F76548F-9131-EB39-637C-93B904D6B0D2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3" name="直接连接符 40972">
                <a:extLst>
                  <a:ext uri="{FF2B5EF4-FFF2-40B4-BE49-F238E27FC236}">
                    <a16:creationId xmlns:a16="http://schemas.microsoft.com/office/drawing/2014/main" id="{8D0F0C45-B40C-9E2A-B588-4EEA4F0E3956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4" name="直接连接符 40973">
                <a:extLst>
                  <a:ext uri="{FF2B5EF4-FFF2-40B4-BE49-F238E27FC236}">
                    <a16:creationId xmlns:a16="http://schemas.microsoft.com/office/drawing/2014/main" id="{FF4F1DE9-03DF-FB66-1BC4-5F884E0B0B03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5" name="直接连接符 40974">
                <a:extLst>
                  <a:ext uri="{FF2B5EF4-FFF2-40B4-BE49-F238E27FC236}">
                    <a16:creationId xmlns:a16="http://schemas.microsoft.com/office/drawing/2014/main" id="{BABEE672-471A-E355-E372-FEC4712773F4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6" name="直接连接符 40975">
                <a:extLst>
                  <a:ext uri="{FF2B5EF4-FFF2-40B4-BE49-F238E27FC236}">
                    <a16:creationId xmlns:a16="http://schemas.microsoft.com/office/drawing/2014/main" id="{EBAA548D-380A-52C2-99B0-F9E581E4C17B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7" name="直接连接符 40976">
                <a:extLst>
                  <a:ext uri="{FF2B5EF4-FFF2-40B4-BE49-F238E27FC236}">
                    <a16:creationId xmlns:a16="http://schemas.microsoft.com/office/drawing/2014/main" id="{383D2B3E-33E9-53DE-9718-8882B7506911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8" name="直接连接符 40977">
                <a:extLst>
                  <a:ext uri="{FF2B5EF4-FFF2-40B4-BE49-F238E27FC236}">
                    <a16:creationId xmlns:a16="http://schemas.microsoft.com/office/drawing/2014/main" id="{9D60ABD1-2261-9415-19C0-08A585ACE93A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9" name="直接连接符 40978">
                <a:extLst>
                  <a:ext uri="{FF2B5EF4-FFF2-40B4-BE49-F238E27FC236}">
                    <a16:creationId xmlns:a16="http://schemas.microsoft.com/office/drawing/2014/main" id="{039BF72B-1065-525B-10C8-8E44284387A2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0" name="直接连接符 40979">
                <a:extLst>
                  <a:ext uri="{FF2B5EF4-FFF2-40B4-BE49-F238E27FC236}">
                    <a16:creationId xmlns:a16="http://schemas.microsoft.com/office/drawing/2014/main" id="{15113483-C60F-636F-0A4E-542E6AFBD2FA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1" name="直接连接符 40980">
                <a:extLst>
                  <a:ext uri="{FF2B5EF4-FFF2-40B4-BE49-F238E27FC236}">
                    <a16:creationId xmlns:a16="http://schemas.microsoft.com/office/drawing/2014/main" id="{FAA2BB56-0274-09DE-3A3F-14898580E85C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2" name="直接连接符 40981">
                <a:extLst>
                  <a:ext uri="{FF2B5EF4-FFF2-40B4-BE49-F238E27FC236}">
                    <a16:creationId xmlns:a16="http://schemas.microsoft.com/office/drawing/2014/main" id="{8D703965-685B-7A19-B4BF-92295BB62DCF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3" name="直接连接符 40982">
                <a:extLst>
                  <a:ext uri="{FF2B5EF4-FFF2-40B4-BE49-F238E27FC236}">
                    <a16:creationId xmlns:a16="http://schemas.microsoft.com/office/drawing/2014/main" id="{D08CE705-BCC7-1737-D177-983B6BD8CA68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4" name="直接连接符 40983">
                <a:extLst>
                  <a:ext uri="{FF2B5EF4-FFF2-40B4-BE49-F238E27FC236}">
                    <a16:creationId xmlns:a16="http://schemas.microsoft.com/office/drawing/2014/main" id="{1C795B64-D5C5-4118-83EA-823349B64B3E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5" name="直接连接符 40984">
                <a:extLst>
                  <a:ext uri="{FF2B5EF4-FFF2-40B4-BE49-F238E27FC236}">
                    <a16:creationId xmlns:a16="http://schemas.microsoft.com/office/drawing/2014/main" id="{A39A1C5C-E739-0DD5-5D88-9EEFB1C1A3F8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6" name="直接连接符 40985">
                <a:extLst>
                  <a:ext uri="{FF2B5EF4-FFF2-40B4-BE49-F238E27FC236}">
                    <a16:creationId xmlns:a16="http://schemas.microsoft.com/office/drawing/2014/main" id="{EDFA3DBC-5DBD-6472-3067-FFD11AAF18AB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7" name="直接连接符 40986">
                <a:extLst>
                  <a:ext uri="{FF2B5EF4-FFF2-40B4-BE49-F238E27FC236}">
                    <a16:creationId xmlns:a16="http://schemas.microsoft.com/office/drawing/2014/main" id="{D1D45FFE-DDEE-4F23-AA00-976E57178464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8" name="直接连接符 40987">
                <a:extLst>
                  <a:ext uri="{FF2B5EF4-FFF2-40B4-BE49-F238E27FC236}">
                    <a16:creationId xmlns:a16="http://schemas.microsoft.com/office/drawing/2014/main" id="{E6D2DA24-BF56-5218-855F-A633F8C7AEDB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9" name="直接连接符 40988">
                <a:extLst>
                  <a:ext uri="{FF2B5EF4-FFF2-40B4-BE49-F238E27FC236}">
                    <a16:creationId xmlns:a16="http://schemas.microsoft.com/office/drawing/2014/main" id="{DD5FDFD0-3A23-E4A1-C214-F0F44B33626B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0" name="直接连接符 40989">
                <a:extLst>
                  <a:ext uri="{FF2B5EF4-FFF2-40B4-BE49-F238E27FC236}">
                    <a16:creationId xmlns:a16="http://schemas.microsoft.com/office/drawing/2014/main" id="{CE186E82-5F46-730C-1542-D3F280854E6A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1" name="直接连接符 40990">
                <a:extLst>
                  <a:ext uri="{FF2B5EF4-FFF2-40B4-BE49-F238E27FC236}">
                    <a16:creationId xmlns:a16="http://schemas.microsoft.com/office/drawing/2014/main" id="{460661C6-CDA2-EBC2-948A-DC1D94EDCE28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2" name="直接连接符 40991">
                <a:extLst>
                  <a:ext uri="{FF2B5EF4-FFF2-40B4-BE49-F238E27FC236}">
                    <a16:creationId xmlns:a16="http://schemas.microsoft.com/office/drawing/2014/main" id="{E76C45A6-2B87-6AB8-F8B9-02FC8C9C0ED1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3" name="直接连接符 40992">
                <a:extLst>
                  <a:ext uri="{FF2B5EF4-FFF2-40B4-BE49-F238E27FC236}">
                    <a16:creationId xmlns:a16="http://schemas.microsoft.com/office/drawing/2014/main" id="{42E32C08-0953-CE26-1AFC-BED4D92CA208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4" name="直接连接符 40993">
                <a:extLst>
                  <a:ext uri="{FF2B5EF4-FFF2-40B4-BE49-F238E27FC236}">
                    <a16:creationId xmlns:a16="http://schemas.microsoft.com/office/drawing/2014/main" id="{CBFC10FC-C06B-B472-532E-619979479ECF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5" name="直接连接符 40994">
                <a:extLst>
                  <a:ext uri="{FF2B5EF4-FFF2-40B4-BE49-F238E27FC236}">
                    <a16:creationId xmlns:a16="http://schemas.microsoft.com/office/drawing/2014/main" id="{6BCA1979-DD3B-69EB-366E-B499D3C158FC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6" name="直接连接符 40995">
                <a:extLst>
                  <a:ext uri="{FF2B5EF4-FFF2-40B4-BE49-F238E27FC236}">
                    <a16:creationId xmlns:a16="http://schemas.microsoft.com/office/drawing/2014/main" id="{40E90F16-25A8-0BDA-1011-09F026FBE7D1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7" name="直接连接符 40996">
                <a:extLst>
                  <a:ext uri="{FF2B5EF4-FFF2-40B4-BE49-F238E27FC236}">
                    <a16:creationId xmlns:a16="http://schemas.microsoft.com/office/drawing/2014/main" id="{1C6F8DBC-847D-DABF-006A-C6ECF108ACF1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8" name="直接连接符 40997">
                <a:extLst>
                  <a:ext uri="{FF2B5EF4-FFF2-40B4-BE49-F238E27FC236}">
                    <a16:creationId xmlns:a16="http://schemas.microsoft.com/office/drawing/2014/main" id="{28CC0235-9C90-FF74-5B07-967C54CC5A48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9" name="直接连接符 40998">
                <a:extLst>
                  <a:ext uri="{FF2B5EF4-FFF2-40B4-BE49-F238E27FC236}">
                    <a16:creationId xmlns:a16="http://schemas.microsoft.com/office/drawing/2014/main" id="{1994CF79-B27D-6966-7B12-FAD7D0DE108C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0" name="直接连接符 40999">
                <a:extLst>
                  <a:ext uri="{FF2B5EF4-FFF2-40B4-BE49-F238E27FC236}">
                    <a16:creationId xmlns:a16="http://schemas.microsoft.com/office/drawing/2014/main" id="{ABD1D6D0-83D1-4CFB-8D07-3E62AC707D10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1" name="直接连接符 41000">
                <a:extLst>
                  <a:ext uri="{FF2B5EF4-FFF2-40B4-BE49-F238E27FC236}">
                    <a16:creationId xmlns:a16="http://schemas.microsoft.com/office/drawing/2014/main" id="{DA5E13E1-3538-F456-23B5-AAEA2E85A5C9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2" name="直接连接符 41001">
                <a:extLst>
                  <a:ext uri="{FF2B5EF4-FFF2-40B4-BE49-F238E27FC236}">
                    <a16:creationId xmlns:a16="http://schemas.microsoft.com/office/drawing/2014/main" id="{22B65783-EA53-D046-6E57-F9AC781BD811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3" name="直接连接符 41002">
                <a:extLst>
                  <a:ext uri="{FF2B5EF4-FFF2-40B4-BE49-F238E27FC236}">
                    <a16:creationId xmlns:a16="http://schemas.microsoft.com/office/drawing/2014/main" id="{31EB5DA5-271A-AF00-DECA-C2F8AED091FF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4" name="直接连接符 41003">
                <a:extLst>
                  <a:ext uri="{FF2B5EF4-FFF2-40B4-BE49-F238E27FC236}">
                    <a16:creationId xmlns:a16="http://schemas.microsoft.com/office/drawing/2014/main" id="{8FBFC508-1120-D6F5-217B-D5332DE42352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5" name="直接连接符 41004">
                <a:extLst>
                  <a:ext uri="{FF2B5EF4-FFF2-40B4-BE49-F238E27FC236}">
                    <a16:creationId xmlns:a16="http://schemas.microsoft.com/office/drawing/2014/main" id="{B6745D40-F1D2-C539-B46E-8F354CEF2892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6" name="直接连接符 41005">
                <a:extLst>
                  <a:ext uri="{FF2B5EF4-FFF2-40B4-BE49-F238E27FC236}">
                    <a16:creationId xmlns:a16="http://schemas.microsoft.com/office/drawing/2014/main" id="{10699662-8CF3-7F80-1024-5E795ACD9304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7" name="直接连接符 41006">
                <a:extLst>
                  <a:ext uri="{FF2B5EF4-FFF2-40B4-BE49-F238E27FC236}">
                    <a16:creationId xmlns:a16="http://schemas.microsoft.com/office/drawing/2014/main" id="{6C6F40DC-EE7E-69A7-615C-0AEFDA1468FB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8" name="直接连接符 41007">
                <a:extLst>
                  <a:ext uri="{FF2B5EF4-FFF2-40B4-BE49-F238E27FC236}">
                    <a16:creationId xmlns:a16="http://schemas.microsoft.com/office/drawing/2014/main" id="{5E9163D6-4D00-1606-CD69-FDC860413435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9" name="直接连接符 41008">
                <a:extLst>
                  <a:ext uri="{FF2B5EF4-FFF2-40B4-BE49-F238E27FC236}">
                    <a16:creationId xmlns:a16="http://schemas.microsoft.com/office/drawing/2014/main" id="{7EC9DA9D-AA03-F6FA-44A4-388DE461017C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0" name="直接连接符 41009">
                <a:extLst>
                  <a:ext uri="{FF2B5EF4-FFF2-40B4-BE49-F238E27FC236}">
                    <a16:creationId xmlns:a16="http://schemas.microsoft.com/office/drawing/2014/main" id="{823C0BEB-A4A4-BB35-0244-A7B44BD9DC1D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1" name="直接连接符 41010">
                <a:extLst>
                  <a:ext uri="{FF2B5EF4-FFF2-40B4-BE49-F238E27FC236}">
                    <a16:creationId xmlns:a16="http://schemas.microsoft.com/office/drawing/2014/main" id="{9DC4DA9B-7D2B-9EBC-F662-EDCAA5E90572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2" name="直接连接符 41011">
                <a:extLst>
                  <a:ext uri="{FF2B5EF4-FFF2-40B4-BE49-F238E27FC236}">
                    <a16:creationId xmlns:a16="http://schemas.microsoft.com/office/drawing/2014/main" id="{7F301F92-7BAE-28FB-B4F7-C169BC85B0FB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3" name="直接连接符 41012">
                <a:extLst>
                  <a:ext uri="{FF2B5EF4-FFF2-40B4-BE49-F238E27FC236}">
                    <a16:creationId xmlns:a16="http://schemas.microsoft.com/office/drawing/2014/main" id="{3D972DBC-282F-DC23-3F7D-8F2184B9A5B8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4" name="直接连接符 41013">
                <a:extLst>
                  <a:ext uri="{FF2B5EF4-FFF2-40B4-BE49-F238E27FC236}">
                    <a16:creationId xmlns:a16="http://schemas.microsoft.com/office/drawing/2014/main" id="{53CC0C0D-C3B6-FDCE-9071-AD5C0E097049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5" name="直接连接符 41014">
                <a:extLst>
                  <a:ext uri="{FF2B5EF4-FFF2-40B4-BE49-F238E27FC236}">
                    <a16:creationId xmlns:a16="http://schemas.microsoft.com/office/drawing/2014/main" id="{6615357B-788C-8876-705F-E885BEB5B72E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6" name="直接连接符 41015">
                <a:extLst>
                  <a:ext uri="{FF2B5EF4-FFF2-40B4-BE49-F238E27FC236}">
                    <a16:creationId xmlns:a16="http://schemas.microsoft.com/office/drawing/2014/main" id="{C5D6B99C-E24B-ADAC-7539-792B23F264FB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7" name="直接连接符 41016">
                <a:extLst>
                  <a:ext uri="{FF2B5EF4-FFF2-40B4-BE49-F238E27FC236}">
                    <a16:creationId xmlns:a16="http://schemas.microsoft.com/office/drawing/2014/main" id="{90C32398-7C85-0553-B111-30F91E233055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8" name="直接连接符 41017">
                <a:extLst>
                  <a:ext uri="{FF2B5EF4-FFF2-40B4-BE49-F238E27FC236}">
                    <a16:creationId xmlns:a16="http://schemas.microsoft.com/office/drawing/2014/main" id="{4AA4E3AF-14CB-F90D-5064-2380F8D12479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9" name="直接连接符 41018">
                <a:extLst>
                  <a:ext uri="{FF2B5EF4-FFF2-40B4-BE49-F238E27FC236}">
                    <a16:creationId xmlns:a16="http://schemas.microsoft.com/office/drawing/2014/main" id="{FF788105-10F6-00E4-44F1-3A2203D060B0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0" name="直接连接符 41019">
                <a:extLst>
                  <a:ext uri="{FF2B5EF4-FFF2-40B4-BE49-F238E27FC236}">
                    <a16:creationId xmlns:a16="http://schemas.microsoft.com/office/drawing/2014/main" id="{E56D8CDE-AA9A-9B32-EC70-942928514273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1" name="直接连接符 41020">
                <a:extLst>
                  <a:ext uri="{FF2B5EF4-FFF2-40B4-BE49-F238E27FC236}">
                    <a16:creationId xmlns:a16="http://schemas.microsoft.com/office/drawing/2014/main" id="{4438A4FA-B0D6-8889-0F30-AD7535A85635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2" name="直接连接符 41021">
                <a:extLst>
                  <a:ext uri="{FF2B5EF4-FFF2-40B4-BE49-F238E27FC236}">
                    <a16:creationId xmlns:a16="http://schemas.microsoft.com/office/drawing/2014/main" id="{1F9E5926-CDD4-7069-5E6E-E7CF68A8B13A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3" name="直接连接符 41022">
                <a:extLst>
                  <a:ext uri="{FF2B5EF4-FFF2-40B4-BE49-F238E27FC236}">
                    <a16:creationId xmlns:a16="http://schemas.microsoft.com/office/drawing/2014/main" id="{4B0AB2F4-A373-E3B9-732A-E2E5FBB0171B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88" name="直接连接符 37887">
                <a:extLst>
                  <a:ext uri="{FF2B5EF4-FFF2-40B4-BE49-F238E27FC236}">
                    <a16:creationId xmlns:a16="http://schemas.microsoft.com/office/drawing/2014/main" id="{854D58A2-E2F6-8B9B-E96B-44117DC2B78B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89" name="直接连接符 37888">
                <a:extLst>
                  <a:ext uri="{FF2B5EF4-FFF2-40B4-BE49-F238E27FC236}">
                    <a16:creationId xmlns:a16="http://schemas.microsoft.com/office/drawing/2014/main" id="{7FC816DF-F9B0-C48F-15D9-6B27F21A312E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3" name="直接连接符 37892">
                <a:extLst>
                  <a:ext uri="{FF2B5EF4-FFF2-40B4-BE49-F238E27FC236}">
                    <a16:creationId xmlns:a16="http://schemas.microsoft.com/office/drawing/2014/main" id="{6FDB3CF8-6B57-C9DC-7F54-3B0039AF9159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4" name="直接连接符 37893">
                <a:extLst>
                  <a:ext uri="{FF2B5EF4-FFF2-40B4-BE49-F238E27FC236}">
                    <a16:creationId xmlns:a16="http://schemas.microsoft.com/office/drawing/2014/main" id="{71186DF9-7B1A-1D28-ABA8-F0BE72C6A190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5" name="直接连接符 37894">
                <a:extLst>
                  <a:ext uri="{FF2B5EF4-FFF2-40B4-BE49-F238E27FC236}">
                    <a16:creationId xmlns:a16="http://schemas.microsoft.com/office/drawing/2014/main" id="{131777C4-020D-0F17-351F-1A6B1497B0AB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6" name="直接连接符 37895">
                <a:extLst>
                  <a:ext uri="{FF2B5EF4-FFF2-40B4-BE49-F238E27FC236}">
                    <a16:creationId xmlns:a16="http://schemas.microsoft.com/office/drawing/2014/main" id="{DC229134-5514-F63E-0583-23FBBFD6C078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7" name="直接连接符 37896">
                <a:extLst>
                  <a:ext uri="{FF2B5EF4-FFF2-40B4-BE49-F238E27FC236}">
                    <a16:creationId xmlns:a16="http://schemas.microsoft.com/office/drawing/2014/main" id="{142764ED-B8BE-9B56-BE31-1CD678D1231A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8" name="直接连接符 37897">
                <a:extLst>
                  <a:ext uri="{FF2B5EF4-FFF2-40B4-BE49-F238E27FC236}">
                    <a16:creationId xmlns:a16="http://schemas.microsoft.com/office/drawing/2014/main" id="{8033F606-BC30-58A3-4ECB-FA5ACE7D0131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E49A9BFF-C39B-C095-4688-FFD809325C01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DEF6718A-61F7-6458-019B-2B6283E79ED4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F5FCCEE5-D29A-E46F-8AAE-14B647667253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FA360CD3-DF9F-E871-4DBE-C3EC7C231583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DE937A71-CF21-AE31-2D02-188C8A49D89F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CAF67C5E-B724-8FEE-1570-A2BA70D63AB0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D75EA60E-7F11-2C6E-BC18-8C2BD3C6F17A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AF636DCB-CD33-EB8C-794A-494345C7264F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81292072-4657-07F3-63A6-FE58C11CB256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CF1D99EE-9AF5-9A61-B191-B938C87EFD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0F0EB-8864-B255-45B3-F9DD68835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735C70D2-FE0D-6102-5A29-8842660CF7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强连通性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496A629D-EA1F-7C84-DA05-62E6FBE9A8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9697" y="1477105"/>
            <a:ext cx="8127504" cy="5015767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SzPct val="80000"/>
              <a:buNone/>
            </a:pPr>
            <a:r>
              <a:rPr lang="zh-CN" altLang="en-US" sz="2800" dirty="0"/>
              <a:t>充分性证明：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  <a:buSzPct val="80000"/>
              <a:buFont typeface="Wingdings" panose="05000000000000000000" pitchFamily="2" charset="2"/>
              <a:buChar char="§"/>
            </a:pPr>
            <a:r>
              <a:rPr lang="zh-CN" altLang="en-US" sz="2600" dirty="0"/>
              <a:t>由于图</a:t>
            </a:r>
            <a:r>
              <a:rPr lang="en-US" altLang="zh-CN" sz="2600" dirty="0"/>
              <a:t>G</a:t>
            </a:r>
            <a:r>
              <a:rPr lang="zh-CN" altLang="en-US" sz="2600" dirty="0"/>
              <a:t>中的任意一个结点</a:t>
            </a:r>
            <a:r>
              <a:rPr lang="en-US" altLang="zh-CN" sz="2600" dirty="0"/>
              <a:t>s </a:t>
            </a:r>
            <a:r>
              <a:rPr lang="zh-CN" altLang="en-US" sz="2600" dirty="0"/>
              <a:t>，图中的每个结点都能够与</a:t>
            </a:r>
            <a:r>
              <a:rPr lang="en-US" altLang="zh-CN" sz="2600" dirty="0"/>
              <a:t>s</a:t>
            </a:r>
            <a:r>
              <a:rPr lang="zh-CN" altLang="en-US" sz="2600" dirty="0"/>
              <a:t>相互可达。任取图</a:t>
            </a:r>
            <a:r>
              <a:rPr lang="en-US" altLang="zh-CN" sz="2600" dirty="0"/>
              <a:t>G</a:t>
            </a:r>
            <a:r>
              <a:rPr lang="zh-CN" altLang="en-US" sz="2600" dirty="0"/>
              <a:t>中的两个不同结点</a:t>
            </a:r>
            <a:r>
              <a:rPr lang="en-US" altLang="zh-CN" sz="2600" dirty="0"/>
              <a:t>u</a:t>
            </a:r>
            <a:r>
              <a:rPr lang="zh-CN" altLang="en-US" sz="2600" dirty="0"/>
              <a:t>和</a:t>
            </a:r>
            <a:r>
              <a:rPr lang="en-US" altLang="zh-CN" sz="2600" dirty="0"/>
              <a:t>v </a:t>
            </a:r>
            <a:r>
              <a:rPr lang="zh-CN" altLang="en-US" sz="2600" dirty="0"/>
              <a:t>。因为每个结点都能与</a:t>
            </a:r>
            <a:r>
              <a:rPr lang="en-US" altLang="zh-CN" sz="2600" dirty="0"/>
              <a:t>s</a:t>
            </a:r>
            <a:r>
              <a:rPr lang="zh-CN" altLang="en-US" sz="2600" dirty="0"/>
              <a:t>相互可达，所以存在从</a:t>
            </a:r>
            <a:r>
              <a:rPr lang="en-US" altLang="zh-CN" sz="2600" dirty="0"/>
              <a:t>u</a:t>
            </a:r>
            <a:r>
              <a:rPr lang="zh-CN" altLang="en-US" sz="2600" dirty="0"/>
              <a:t>到</a:t>
            </a:r>
            <a:r>
              <a:rPr lang="en-US" altLang="zh-CN" sz="2600" dirty="0"/>
              <a:t>s</a:t>
            </a:r>
            <a:r>
              <a:rPr lang="zh-CN" altLang="en-US" sz="2600" dirty="0"/>
              <a:t>的路径</a:t>
            </a:r>
            <a:r>
              <a:rPr lang="en-US" altLang="zh-CN" sz="2600" dirty="0"/>
              <a:t>P</a:t>
            </a:r>
            <a:r>
              <a:rPr lang="en-US" altLang="zh-CN" sz="2600" baseline="-25000" dirty="0"/>
              <a:t>u-s</a:t>
            </a:r>
            <a:r>
              <a:rPr lang="zh-CN" altLang="en-US" sz="2600" dirty="0"/>
              <a:t>，也存在从</a:t>
            </a:r>
            <a:r>
              <a:rPr lang="en-US" altLang="zh-CN" sz="2600" dirty="0"/>
              <a:t>s</a:t>
            </a:r>
            <a:r>
              <a:rPr lang="zh-CN" altLang="en-US" sz="2600" dirty="0"/>
              <a:t>到</a:t>
            </a:r>
            <a:r>
              <a:rPr lang="en-US" altLang="zh-CN" sz="2600" dirty="0"/>
              <a:t>v</a:t>
            </a:r>
            <a:r>
              <a:rPr lang="zh-CN" altLang="en-US" sz="2600" dirty="0"/>
              <a:t>的路径</a:t>
            </a:r>
            <a:r>
              <a:rPr lang="en-US" altLang="zh-CN" sz="2600" dirty="0"/>
              <a:t>P</a:t>
            </a:r>
            <a:r>
              <a:rPr lang="en-US" altLang="zh-CN" sz="2600" baseline="-25000" dirty="0"/>
              <a:t>s-v</a:t>
            </a:r>
            <a:r>
              <a:rPr lang="zh-CN" altLang="en-US" sz="2600" dirty="0"/>
              <a:t>，将这两条路径连接起来，就得到了从</a:t>
            </a:r>
            <a:r>
              <a:rPr lang="en-US" altLang="zh-CN" sz="2600" dirty="0"/>
              <a:t>u</a:t>
            </a:r>
            <a:r>
              <a:rPr lang="zh-CN" altLang="en-US" sz="2600" dirty="0"/>
              <a:t>到</a:t>
            </a:r>
            <a:r>
              <a:rPr lang="en-US" altLang="zh-CN" sz="2600" dirty="0"/>
              <a:t>v</a:t>
            </a:r>
            <a:r>
              <a:rPr lang="zh-CN" altLang="en-US" sz="2600" dirty="0"/>
              <a:t>的路径</a:t>
            </a:r>
            <a:r>
              <a:rPr lang="en-US" altLang="zh-CN" sz="2600" dirty="0"/>
              <a:t>P</a:t>
            </a:r>
            <a:r>
              <a:rPr lang="en-US" altLang="zh-CN" sz="2600" baseline="-25000" dirty="0"/>
              <a:t>u-v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eaLnBrk="1" hangingPunct="1">
              <a:lnSpc>
                <a:spcPct val="150000"/>
              </a:lnSpc>
              <a:buSzPct val="80000"/>
              <a:buFont typeface="Wingdings" panose="05000000000000000000" pitchFamily="2" charset="2"/>
              <a:buChar char="§"/>
            </a:pPr>
            <a:r>
              <a:rPr lang="zh-CN" altLang="en-US" sz="2600" dirty="0"/>
              <a:t>同理，得到了从</a:t>
            </a:r>
            <a:r>
              <a:rPr lang="en-US" altLang="zh-CN" sz="2600" dirty="0"/>
              <a:t>v</a:t>
            </a:r>
            <a:r>
              <a:rPr lang="zh-CN" altLang="en-US" sz="2600" dirty="0"/>
              <a:t>到</a:t>
            </a:r>
            <a:r>
              <a:rPr lang="en-US" altLang="zh-CN" sz="2600" dirty="0"/>
              <a:t>u</a:t>
            </a:r>
            <a:r>
              <a:rPr lang="zh-CN" altLang="en-US" sz="2600" dirty="0"/>
              <a:t>的路径</a:t>
            </a:r>
            <a:r>
              <a:rPr lang="en-US" altLang="zh-CN" sz="2600" dirty="0" err="1"/>
              <a:t>P</a:t>
            </a:r>
            <a:r>
              <a:rPr lang="en-US" altLang="zh-CN" sz="2600" baseline="-25000" dirty="0" err="1"/>
              <a:t>v</a:t>
            </a:r>
            <a:r>
              <a:rPr lang="en-US" altLang="zh-CN" sz="2600" baseline="-25000" dirty="0"/>
              <a:t>-u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eaLnBrk="1" hangingPunct="1">
              <a:lnSpc>
                <a:spcPct val="150000"/>
              </a:lnSpc>
              <a:buSzPct val="80000"/>
              <a:buFont typeface="Wingdings" panose="05000000000000000000" pitchFamily="2" charset="2"/>
              <a:buChar char="§"/>
            </a:pPr>
            <a:r>
              <a:rPr lang="zh-CN" altLang="en-US" sz="2600" dirty="0"/>
              <a:t>由于</a:t>
            </a:r>
            <a:r>
              <a:rPr lang="en-US" altLang="zh-CN" sz="2600" dirty="0"/>
              <a:t>u</a:t>
            </a:r>
            <a:r>
              <a:rPr lang="zh-CN" altLang="en-US" sz="2600" dirty="0"/>
              <a:t>和</a:t>
            </a:r>
            <a:r>
              <a:rPr lang="en-US" altLang="zh-CN" sz="2600" dirty="0"/>
              <a:t>v</a:t>
            </a:r>
            <a:r>
              <a:rPr lang="zh-CN" altLang="en-US" sz="2600" dirty="0"/>
              <a:t>是任意选取，所以对于图</a:t>
            </a:r>
            <a:r>
              <a:rPr lang="en-US" altLang="zh-CN" sz="2600" dirty="0"/>
              <a:t>G</a:t>
            </a:r>
            <a:r>
              <a:rPr lang="zh-CN" altLang="en-US" sz="2600" dirty="0"/>
              <a:t>中的任意两个结点，都存在双向路径</a:t>
            </a:r>
            <a:endParaRPr lang="en-US" altLang="zh-CN" sz="2600" dirty="0"/>
          </a:p>
          <a:p>
            <a:pPr eaLnBrk="1" hangingPunct="1">
              <a:lnSpc>
                <a:spcPct val="150000"/>
              </a:lnSpc>
              <a:buSzPct val="80000"/>
              <a:buFont typeface="Wingdings" panose="05000000000000000000" pitchFamily="2" charset="2"/>
              <a:buChar char="§"/>
            </a:pPr>
            <a:r>
              <a:rPr lang="zh-CN" altLang="en-US" sz="2600" dirty="0"/>
              <a:t>根据强连通图的定义，图</a:t>
            </a:r>
            <a:r>
              <a:rPr lang="en-US" altLang="zh-CN" sz="2600" dirty="0"/>
              <a:t>G</a:t>
            </a:r>
            <a:r>
              <a:rPr lang="zh-CN" altLang="en-US" sz="2600" dirty="0"/>
              <a:t>是强连通的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0D944761-59E1-2C74-75E8-35FA5E740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434F88-5332-4093-BC66-EA0A3C261EBA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9E5CB96-BEE4-8DA1-8F5E-5620AE58FC40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09FEBEB-DC9B-3296-209A-460F29B776CF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7C4CB13-A937-2335-3C5A-09169C94C716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9607C9C-D034-EA7F-F594-64FD85395F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FE6FF8-AD1F-6B01-1F4D-AA4025D7452B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DBF1AC-4234-B74A-EA99-3CD51328BD52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CDEF684-F58D-3A3F-D85D-219E7CDE9E8D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00456A55-6671-5950-C298-7FDBD20FEE03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738636BD-2C23-FF1B-BD1F-3D2C547DA25C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23687FDB-AC06-30B4-35EE-8F6663EA22A0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D121DF7F-629F-ABF4-5B18-AAF5D7F3C96D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288DFA68-05E6-BEF5-C9C0-67011E61268C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FF08DB11-1BED-705E-476F-4F94567917BF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8BA58D5F-BE9C-8E05-580D-73D6E61DDF41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29DF81D2-81C6-5742-8D9F-16CABE00EC72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5E092787-BEC2-5559-D0D7-08280EC608FE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15919BED-398C-947D-9F48-6D779C6B7B6B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CD7C9B6-6984-B679-344A-5DF061DD748F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581D276E-DD01-D349-784E-38DB2E0A756D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5AF1FBD-06C7-524D-0686-FBEC3F92B0F3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F5B15818-2AE4-C05B-FCEC-C3093161A15F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9D00A83F-6BA9-36CB-F0F0-B5980FB674C7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21AD9F48-32BA-09DE-BB2E-01146BDAA294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EA443A11-254B-28A6-3266-CF164D0E5F0A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038EAEC7-5AF9-EE73-CA10-4A4F781C0AB9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2EC60F56-EF35-2F62-26B3-BB7F9A251C28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281BE212-D87F-895C-9DD8-23EE3E751248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B48AEF2-D514-D72E-0351-9D0B99FEFA3B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DFACCE56-880F-CE20-4A5D-0780A90E02E0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2D2B5CE4-E84A-CD40-2CC1-E3F522EA1B0C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DC19457B-2AD8-3520-19DC-27C2F0BB4899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8E2979A8-A903-B56D-8200-D612793DB403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4115B02C-CBAC-8BC2-795A-44DFD3F47BD2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E95C859F-B6D5-EC09-97D0-57EA5565C529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BCF0FD56-6865-98ED-BAA7-5C5C0B7C23C7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C3977194-9562-7EC5-E8F2-8F483764ACB0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68198029-B3A0-5452-F4C2-0AEF4AF433D6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1F0125B5-36D8-7769-DDAF-C5070FBDAE27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DB9152D2-C35A-0F91-5A4F-12B2F5A28F69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FDAEA1AB-AA7D-4E8F-A5AC-D2E5C9CD4FFE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8F607DD5-FA72-EFDC-399C-292523C6E64B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B31827B8-3796-6260-938C-7A11C10918BF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92B74460-FB2B-03F1-705C-475C46C957BB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C875D3CD-9630-7B91-BAF3-73346BB28087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2E594726-53C1-A89C-C1E9-11ABFBEBD24A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A2EC3BC4-B404-2E96-22EA-C1511469AAF2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FF2D1ADF-B978-CD8B-5FA7-B0EE089937EC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E815724A-CFAB-4DEA-7634-56883D8379DE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52112676-A1C6-9073-38B3-8F5852DF9E7F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FAB2C1CA-E98F-51CA-A4F0-E062AA581871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A4B30908-A136-7B97-0E78-F717D7F8320D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C6DEC8B9-9E3A-8A47-455E-A8E25D20330E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0" name="直接连接符 40959">
                <a:extLst>
                  <a:ext uri="{FF2B5EF4-FFF2-40B4-BE49-F238E27FC236}">
                    <a16:creationId xmlns:a16="http://schemas.microsoft.com/office/drawing/2014/main" id="{43768F69-4660-C295-6A71-55E9410446A7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1" name="直接连接符 40960">
                <a:extLst>
                  <a:ext uri="{FF2B5EF4-FFF2-40B4-BE49-F238E27FC236}">
                    <a16:creationId xmlns:a16="http://schemas.microsoft.com/office/drawing/2014/main" id="{B22648A9-DD38-70C6-A4E9-F8751900390D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2" name="直接连接符 40961">
                <a:extLst>
                  <a:ext uri="{FF2B5EF4-FFF2-40B4-BE49-F238E27FC236}">
                    <a16:creationId xmlns:a16="http://schemas.microsoft.com/office/drawing/2014/main" id="{D3817E2C-C210-760E-890B-4D8CE7C0A5E9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3" name="直接连接符 40962">
                <a:extLst>
                  <a:ext uri="{FF2B5EF4-FFF2-40B4-BE49-F238E27FC236}">
                    <a16:creationId xmlns:a16="http://schemas.microsoft.com/office/drawing/2014/main" id="{C8BA9AE6-6B7A-28F8-872E-6A1B2BDE7C5B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4" name="直接连接符 40963">
                <a:extLst>
                  <a:ext uri="{FF2B5EF4-FFF2-40B4-BE49-F238E27FC236}">
                    <a16:creationId xmlns:a16="http://schemas.microsoft.com/office/drawing/2014/main" id="{E3A1EB75-D32D-B1BF-1D88-345F65C77721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6" name="直接连接符 40965">
                <a:extLst>
                  <a:ext uri="{FF2B5EF4-FFF2-40B4-BE49-F238E27FC236}">
                    <a16:creationId xmlns:a16="http://schemas.microsoft.com/office/drawing/2014/main" id="{D615CDF9-F6F5-0C3B-C95C-4B802BC8E656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7" name="直接连接符 40966">
                <a:extLst>
                  <a:ext uri="{FF2B5EF4-FFF2-40B4-BE49-F238E27FC236}">
                    <a16:creationId xmlns:a16="http://schemas.microsoft.com/office/drawing/2014/main" id="{FA2AF49A-F6FF-9364-D7D4-C7E791215D51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8" name="直接连接符 40967">
                <a:extLst>
                  <a:ext uri="{FF2B5EF4-FFF2-40B4-BE49-F238E27FC236}">
                    <a16:creationId xmlns:a16="http://schemas.microsoft.com/office/drawing/2014/main" id="{75D5C26D-671B-12C9-C831-1B76ABAA0399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9" name="直接连接符 40968">
                <a:extLst>
                  <a:ext uri="{FF2B5EF4-FFF2-40B4-BE49-F238E27FC236}">
                    <a16:creationId xmlns:a16="http://schemas.microsoft.com/office/drawing/2014/main" id="{CB8B9411-8420-EB9B-5F33-1B84D06C391A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0" name="直接连接符 40969">
                <a:extLst>
                  <a:ext uri="{FF2B5EF4-FFF2-40B4-BE49-F238E27FC236}">
                    <a16:creationId xmlns:a16="http://schemas.microsoft.com/office/drawing/2014/main" id="{088E3984-4C91-0D3C-383E-1F782D1F9FC6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1" name="直接连接符 40970">
                <a:extLst>
                  <a:ext uri="{FF2B5EF4-FFF2-40B4-BE49-F238E27FC236}">
                    <a16:creationId xmlns:a16="http://schemas.microsoft.com/office/drawing/2014/main" id="{9AC9F815-F83D-A2AE-C1B8-AD0145FB54FF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2" name="直接连接符 40971">
                <a:extLst>
                  <a:ext uri="{FF2B5EF4-FFF2-40B4-BE49-F238E27FC236}">
                    <a16:creationId xmlns:a16="http://schemas.microsoft.com/office/drawing/2014/main" id="{A66C1C29-6205-E0E4-F461-7BD63C5E9111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3" name="直接连接符 40972">
                <a:extLst>
                  <a:ext uri="{FF2B5EF4-FFF2-40B4-BE49-F238E27FC236}">
                    <a16:creationId xmlns:a16="http://schemas.microsoft.com/office/drawing/2014/main" id="{6CD3D028-BF71-5E95-59E4-FECDA42F4376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4" name="直接连接符 40973">
                <a:extLst>
                  <a:ext uri="{FF2B5EF4-FFF2-40B4-BE49-F238E27FC236}">
                    <a16:creationId xmlns:a16="http://schemas.microsoft.com/office/drawing/2014/main" id="{2358317D-B581-4EC7-7115-1C75E9C41316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5" name="直接连接符 40974">
                <a:extLst>
                  <a:ext uri="{FF2B5EF4-FFF2-40B4-BE49-F238E27FC236}">
                    <a16:creationId xmlns:a16="http://schemas.microsoft.com/office/drawing/2014/main" id="{0B7FF272-1CC4-96C8-AAA6-E04EF340E62E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6" name="直接连接符 40975">
                <a:extLst>
                  <a:ext uri="{FF2B5EF4-FFF2-40B4-BE49-F238E27FC236}">
                    <a16:creationId xmlns:a16="http://schemas.microsoft.com/office/drawing/2014/main" id="{13D24C5C-BA05-27B1-B262-EC490590062B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7" name="直接连接符 40976">
                <a:extLst>
                  <a:ext uri="{FF2B5EF4-FFF2-40B4-BE49-F238E27FC236}">
                    <a16:creationId xmlns:a16="http://schemas.microsoft.com/office/drawing/2014/main" id="{1CCFD02C-DCCF-466A-A2A5-436832A883FD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8" name="直接连接符 40977">
                <a:extLst>
                  <a:ext uri="{FF2B5EF4-FFF2-40B4-BE49-F238E27FC236}">
                    <a16:creationId xmlns:a16="http://schemas.microsoft.com/office/drawing/2014/main" id="{1F8BF685-33C2-E86D-BF6B-C050F72B0161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9" name="直接连接符 40978">
                <a:extLst>
                  <a:ext uri="{FF2B5EF4-FFF2-40B4-BE49-F238E27FC236}">
                    <a16:creationId xmlns:a16="http://schemas.microsoft.com/office/drawing/2014/main" id="{0A612B0E-45EE-94A8-96D4-CEC0451E929E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0" name="直接连接符 40979">
                <a:extLst>
                  <a:ext uri="{FF2B5EF4-FFF2-40B4-BE49-F238E27FC236}">
                    <a16:creationId xmlns:a16="http://schemas.microsoft.com/office/drawing/2014/main" id="{65AAC102-49DA-4933-6999-C792EC846E0D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1" name="直接连接符 40980">
                <a:extLst>
                  <a:ext uri="{FF2B5EF4-FFF2-40B4-BE49-F238E27FC236}">
                    <a16:creationId xmlns:a16="http://schemas.microsoft.com/office/drawing/2014/main" id="{2A1CA5D2-5E91-E330-FD39-447135FAEE44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2" name="直接连接符 40981">
                <a:extLst>
                  <a:ext uri="{FF2B5EF4-FFF2-40B4-BE49-F238E27FC236}">
                    <a16:creationId xmlns:a16="http://schemas.microsoft.com/office/drawing/2014/main" id="{166498B9-0CEF-C304-5A01-8960198F2831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3" name="直接连接符 40982">
                <a:extLst>
                  <a:ext uri="{FF2B5EF4-FFF2-40B4-BE49-F238E27FC236}">
                    <a16:creationId xmlns:a16="http://schemas.microsoft.com/office/drawing/2014/main" id="{A98FE410-22FA-BF18-1BDC-C51C552E3952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4" name="直接连接符 40983">
                <a:extLst>
                  <a:ext uri="{FF2B5EF4-FFF2-40B4-BE49-F238E27FC236}">
                    <a16:creationId xmlns:a16="http://schemas.microsoft.com/office/drawing/2014/main" id="{B2769D74-D93A-19A7-29EA-19AF9E033F5F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5" name="直接连接符 40984">
                <a:extLst>
                  <a:ext uri="{FF2B5EF4-FFF2-40B4-BE49-F238E27FC236}">
                    <a16:creationId xmlns:a16="http://schemas.microsoft.com/office/drawing/2014/main" id="{D21A2A00-516E-9CB3-6665-72B5C194B076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6" name="直接连接符 40985">
                <a:extLst>
                  <a:ext uri="{FF2B5EF4-FFF2-40B4-BE49-F238E27FC236}">
                    <a16:creationId xmlns:a16="http://schemas.microsoft.com/office/drawing/2014/main" id="{2283BB1C-3797-C963-A64D-9ABF59AB4182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7" name="直接连接符 40986">
                <a:extLst>
                  <a:ext uri="{FF2B5EF4-FFF2-40B4-BE49-F238E27FC236}">
                    <a16:creationId xmlns:a16="http://schemas.microsoft.com/office/drawing/2014/main" id="{C5ABE54E-EA0D-E526-7EC5-F9E29F0232B6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8" name="直接连接符 40987">
                <a:extLst>
                  <a:ext uri="{FF2B5EF4-FFF2-40B4-BE49-F238E27FC236}">
                    <a16:creationId xmlns:a16="http://schemas.microsoft.com/office/drawing/2014/main" id="{9CB204EA-67EF-D5CF-0F00-D169C1CBDCC2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9" name="直接连接符 40988">
                <a:extLst>
                  <a:ext uri="{FF2B5EF4-FFF2-40B4-BE49-F238E27FC236}">
                    <a16:creationId xmlns:a16="http://schemas.microsoft.com/office/drawing/2014/main" id="{AA4AADB1-3E10-4EE2-9717-3B88DC387FA9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0" name="直接连接符 40989">
                <a:extLst>
                  <a:ext uri="{FF2B5EF4-FFF2-40B4-BE49-F238E27FC236}">
                    <a16:creationId xmlns:a16="http://schemas.microsoft.com/office/drawing/2014/main" id="{3FB7D919-8444-9814-86A3-870BCB751E29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1" name="直接连接符 40990">
                <a:extLst>
                  <a:ext uri="{FF2B5EF4-FFF2-40B4-BE49-F238E27FC236}">
                    <a16:creationId xmlns:a16="http://schemas.microsoft.com/office/drawing/2014/main" id="{14EA7647-755C-D0A7-872B-05542629B05A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2" name="直接连接符 40991">
                <a:extLst>
                  <a:ext uri="{FF2B5EF4-FFF2-40B4-BE49-F238E27FC236}">
                    <a16:creationId xmlns:a16="http://schemas.microsoft.com/office/drawing/2014/main" id="{8A3F5E91-E245-BDB8-E8E1-F108283ACC67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3" name="直接连接符 40992">
                <a:extLst>
                  <a:ext uri="{FF2B5EF4-FFF2-40B4-BE49-F238E27FC236}">
                    <a16:creationId xmlns:a16="http://schemas.microsoft.com/office/drawing/2014/main" id="{79B0C972-E025-4532-FD7B-53F2B433E29E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4" name="直接连接符 40993">
                <a:extLst>
                  <a:ext uri="{FF2B5EF4-FFF2-40B4-BE49-F238E27FC236}">
                    <a16:creationId xmlns:a16="http://schemas.microsoft.com/office/drawing/2014/main" id="{3564EDF2-281B-BF9A-005D-30FA1492A295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5" name="直接连接符 40994">
                <a:extLst>
                  <a:ext uri="{FF2B5EF4-FFF2-40B4-BE49-F238E27FC236}">
                    <a16:creationId xmlns:a16="http://schemas.microsoft.com/office/drawing/2014/main" id="{039C9623-9927-34F1-8BD4-2442B5D56434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6" name="直接连接符 40995">
                <a:extLst>
                  <a:ext uri="{FF2B5EF4-FFF2-40B4-BE49-F238E27FC236}">
                    <a16:creationId xmlns:a16="http://schemas.microsoft.com/office/drawing/2014/main" id="{D783BF2E-03FF-BE02-43D8-37953E929585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7" name="直接连接符 40996">
                <a:extLst>
                  <a:ext uri="{FF2B5EF4-FFF2-40B4-BE49-F238E27FC236}">
                    <a16:creationId xmlns:a16="http://schemas.microsoft.com/office/drawing/2014/main" id="{3E690072-BB2E-5FDE-C557-9911B346BEDC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8" name="直接连接符 40997">
                <a:extLst>
                  <a:ext uri="{FF2B5EF4-FFF2-40B4-BE49-F238E27FC236}">
                    <a16:creationId xmlns:a16="http://schemas.microsoft.com/office/drawing/2014/main" id="{AF36F0E7-64A3-B28C-2B3C-667BCD2406DE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9" name="直接连接符 40998">
                <a:extLst>
                  <a:ext uri="{FF2B5EF4-FFF2-40B4-BE49-F238E27FC236}">
                    <a16:creationId xmlns:a16="http://schemas.microsoft.com/office/drawing/2014/main" id="{F80C1472-F4A3-990E-1229-1396C8B244B8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0" name="直接连接符 40999">
                <a:extLst>
                  <a:ext uri="{FF2B5EF4-FFF2-40B4-BE49-F238E27FC236}">
                    <a16:creationId xmlns:a16="http://schemas.microsoft.com/office/drawing/2014/main" id="{20BB4516-82F0-6D38-E8CE-6582A66483F7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1" name="直接连接符 41000">
                <a:extLst>
                  <a:ext uri="{FF2B5EF4-FFF2-40B4-BE49-F238E27FC236}">
                    <a16:creationId xmlns:a16="http://schemas.microsoft.com/office/drawing/2014/main" id="{A8762EE2-6F6C-358B-5A1F-A4C631DDE4C2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2" name="直接连接符 41001">
                <a:extLst>
                  <a:ext uri="{FF2B5EF4-FFF2-40B4-BE49-F238E27FC236}">
                    <a16:creationId xmlns:a16="http://schemas.microsoft.com/office/drawing/2014/main" id="{25D5AC2C-2F0D-F4EE-50DA-B1ED945A7E24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3" name="直接连接符 41002">
                <a:extLst>
                  <a:ext uri="{FF2B5EF4-FFF2-40B4-BE49-F238E27FC236}">
                    <a16:creationId xmlns:a16="http://schemas.microsoft.com/office/drawing/2014/main" id="{BFF7A5D1-A38B-975F-1995-3AF5C831B190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4" name="直接连接符 41003">
                <a:extLst>
                  <a:ext uri="{FF2B5EF4-FFF2-40B4-BE49-F238E27FC236}">
                    <a16:creationId xmlns:a16="http://schemas.microsoft.com/office/drawing/2014/main" id="{D7ACA716-4FC8-109F-F82C-FDFC4997E009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5" name="直接连接符 41004">
                <a:extLst>
                  <a:ext uri="{FF2B5EF4-FFF2-40B4-BE49-F238E27FC236}">
                    <a16:creationId xmlns:a16="http://schemas.microsoft.com/office/drawing/2014/main" id="{F9942011-BB6F-005B-BD11-98E6EC673561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6" name="直接连接符 41005">
                <a:extLst>
                  <a:ext uri="{FF2B5EF4-FFF2-40B4-BE49-F238E27FC236}">
                    <a16:creationId xmlns:a16="http://schemas.microsoft.com/office/drawing/2014/main" id="{BB6269F5-F4EE-C987-4216-4699C4E4B23E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7" name="直接连接符 41006">
                <a:extLst>
                  <a:ext uri="{FF2B5EF4-FFF2-40B4-BE49-F238E27FC236}">
                    <a16:creationId xmlns:a16="http://schemas.microsoft.com/office/drawing/2014/main" id="{2BD0713B-C049-146B-4239-C9B9B227B139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8" name="直接连接符 41007">
                <a:extLst>
                  <a:ext uri="{FF2B5EF4-FFF2-40B4-BE49-F238E27FC236}">
                    <a16:creationId xmlns:a16="http://schemas.microsoft.com/office/drawing/2014/main" id="{62D66039-15CB-6127-7363-051330400521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9" name="直接连接符 41008">
                <a:extLst>
                  <a:ext uri="{FF2B5EF4-FFF2-40B4-BE49-F238E27FC236}">
                    <a16:creationId xmlns:a16="http://schemas.microsoft.com/office/drawing/2014/main" id="{4B2821ED-FE9E-D4FB-4F3B-41B4EE2ADF62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0" name="直接连接符 41009">
                <a:extLst>
                  <a:ext uri="{FF2B5EF4-FFF2-40B4-BE49-F238E27FC236}">
                    <a16:creationId xmlns:a16="http://schemas.microsoft.com/office/drawing/2014/main" id="{DB6D156A-A12C-BC06-F611-4C2433A58684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1" name="直接连接符 41010">
                <a:extLst>
                  <a:ext uri="{FF2B5EF4-FFF2-40B4-BE49-F238E27FC236}">
                    <a16:creationId xmlns:a16="http://schemas.microsoft.com/office/drawing/2014/main" id="{FE11AB08-8C76-5FAA-4762-47A80C57C40C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2" name="直接连接符 41011">
                <a:extLst>
                  <a:ext uri="{FF2B5EF4-FFF2-40B4-BE49-F238E27FC236}">
                    <a16:creationId xmlns:a16="http://schemas.microsoft.com/office/drawing/2014/main" id="{4E17B42A-297F-92E6-3C54-5E76487CF2E6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3" name="直接连接符 41012">
                <a:extLst>
                  <a:ext uri="{FF2B5EF4-FFF2-40B4-BE49-F238E27FC236}">
                    <a16:creationId xmlns:a16="http://schemas.microsoft.com/office/drawing/2014/main" id="{3FDC0871-63DC-DB74-FCD0-73BC0C44336F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4" name="直接连接符 41013">
                <a:extLst>
                  <a:ext uri="{FF2B5EF4-FFF2-40B4-BE49-F238E27FC236}">
                    <a16:creationId xmlns:a16="http://schemas.microsoft.com/office/drawing/2014/main" id="{E1A3DC91-9F86-DA97-65BA-19CD5F659002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5" name="直接连接符 41014">
                <a:extLst>
                  <a:ext uri="{FF2B5EF4-FFF2-40B4-BE49-F238E27FC236}">
                    <a16:creationId xmlns:a16="http://schemas.microsoft.com/office/drawing/2014/main" id="{2E89EC22-39AB-517B-9B29-30B7F6143E7D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6" name="直接连接符 41015">
                <a:extLst>
                  <a:ext uri="{FF2B5EF4-FFF2-40B4-BE49-F238E27FC236}">
                    <a16:creationId xmlns:a16="http://schemas.microsoft.com/office/drawing/2014/main" id="{62FBA9DF-AB17-D3F8-4386-7EA6E1BB1C36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7" name="直接连接符 41016">
                <a:extLst>
                  <a:ext uri="{FF2B5EF4-FFF2-40B4-BE49-F238E27FC236}">
                    <a16:creationId xmlns:a16="http://schemas.microsoft.com/office/drawing/2014/main" id="{9AA5E68F-2F28-E33C-430F-A6099E6CCEE9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8" name="直接连接符 41017">
                <a:extLst>
                  <a:ext uri="{FF2B5EF4-FFF2-40B4-BE49-F238E27FC236}">
                    <a16:creationId xmlns:a16="http://schemas.microsoft.com/office/drawing/2014/main" id="{FAFFF630-6984-42AA-40A5-D0E496645E21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9" name="直接连接符 41018">
                <a:extLst>
                  <a:ext uri="{FF2B5EF4-FFF2-40B4-BE49-F238E27FC236}">
                    <a16:creationId xmlns:a16="http://schemas.microsoft.com/office/drawing/2014/main" id="{0C3B5B04-51C4-2A18-F2F3-BCE1AA3355BE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0" name="直接连接符 41019">
                <a:extLst>
                  <a:ext uri="{FF2B5EF4-FFF2-40B4-BE49-F238E27FC236}">
                    <a16:creationId xmlns:a16="http://schemas.microsoft.com/office/drawing/2014/main" id="{97358CB8-957B-4ED7-F6C6-E2C7FC9A1AFA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1" name="直接连接符 41020">
                <a:extLst>
                  <a:ext uri="{FF2B5EF4-FFF2-40B4-BE49-F238E27FC236}">
                    <a16:creationId xmlns:a16="http://schemas.microsoft.com/office/drawing/2014/main" id="{96A2A581-8383-B4E5-E5B6-83FC09C5A2A2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2" name="直接连接符 41021">
                <a:extLst>
                  <a:ext uri="{FF2B5EF4-FFF2-40B4-BE49-F238E27FC236}">
                    <a16:creationId xmlns:a16="http://schemas.microsoft.com/office/drawing/2014/main" id="{63737956-5B66-A54E-C9CA-6DC55CAE4D23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3" name="直接连接符 41022">
                <a:extLst>
                  <a:ext uri="{FF2B5EF4-FFF2-40B4-BE49-F238E27FC236}">
                    <a16:creationId xmlns:a16="http://schemas.microsoft.com/office/drawing/2014/main" id="{2CF9201B-2370-EFEC-BFB6-D3EED62FDD19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88" name="直接连接符 37887">
                <a:extLst>
                  <a:ext uri="{FF2B5EF4-FFF2-40B4-BE49-F238E27FC236}">
                    <a16:creationId xmlns:a16="http://schemas.microsoft.com/office/drawing/2014/main" id="{F6FEFD2C-A47E-C871-49CE-68386FC9FA4B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89" name="直接连接符 37888">
                <a:extLst>
                  <a:ext uri="{FF2B5EF4-FFF2-40B4-BE49-F238E27FC236}">
                    <a16:creationId xmlns:a16="http://schemas.microsoft.com/office/drawing/2014/main" id="{E14BB180-0B14-51D6-B0EE-2BF71233D2BC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3" name="直接连接符 37892">
                <a:extLst>
                  <a:ext uri="{FF2B5EF4-FFF2-40B4-BE49-F238E27FC236}">
                    <a16:creationId xmlns:a16="http://schemas.microsoft.com/office/drawing/2014/main" id="{C9E14FBD-C8FA-E057-F8BB-74CA05A04F58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4" name="直接连接符 37893">
                <a:extLst>
                  <a:ext uri="{FF2B5EF4-FFF2-40B4-BE49-F238E27FC236}">
                    <a16:creationId xmlns:a16="http://schemas.microsoft.com/office/drawing/2014/main" id="{EAA6727E-D34E-9A31-189B-9B2E28115827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5" name="直接连接符 37894">
                <a:extLst>
                  <a:ext uri="{FF2B5EF4-FFF2-40B4-BE49-F238E27FC236}">
                    <a16:creationId xmlns:a16="http://schemas.microsoft.com/office/drawing/2014/main" id="{267E452A-1C67-BFCD-17E1-A6ACB23790AE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6" name="直接连接符 37895">
                <a:extLst>
                  <a:ext uri="{FF2B5EF4-FFF2-40B4-BE49-F238E27FC236}">
                    <a16:creationId xmlns:a16="http://schemas.microsoft.com/office/drawing/2014/main" id="{64C14EA8-4C2D-88CC-5537-1129C48946D9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EC3FD1E-E7B5-9A3A-8E51-7F43025E96FD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D432B819-381C-C4ED-8FFF-5D7A7EB5C811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7AF5A55A-C7BD-46B3-0BDD-447EAAFFDD67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2E22C5E3-568C-9557-0F8F-96D218D98186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050D2766-F7D1-F87D-7A38-8BE0B497BB4B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445AB84B-28AF-64B6-89B1-CEA790B18FFD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8FF32009-D025-DD63-21F3-B64C8F49320E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0EF57C45-D13A-E4B3-6DF2-54388F9D9876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9512F975-4068-B888-0999-E43BA89E0CAB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BD7D6C1-2254-23BC-E5F2-F18420A768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44176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1237B-AE24-3FF6-9362-7DB7FA896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235EF477-32EB-B50F-308B-4767A7086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强连通性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2A311717-464C-A769-EC14-757ADDAA99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5029" y="1373278"/>
            <a:ext cx="7772400" cy="5090059"/>
          </a:xfrm>
        </p:spPr>
        <p:txBody>
          <a:bodyPr/>
          <a:lstStyle/>
          <a:p>
            <a:pPr marL="0" indent="0">
              <a:lnSpc>
                <a:spcPct val="150000"/>
              </a:lnSpc>
              <a:buSzPct val="80000"/>
              <a:buNone/>
            </a:pPr>
            <a:r>
              <a:rPr lang="zh-CN" altLang="en-US" sz="2600" dirty="0"/>
              <a:t>必要性证明：</a:t>
            </a:r>
            <a:endParaRPr lang="en-US" altLang="zh-CN" sz="2600" dirty="0"/>
          </a:p>
          <a:p>
            <a:pPr eaLnBrk="1" hangingPunct="1">
              <a:lnSpc>
                <a:spcPct val="150000"/>
              </a:lnSpc>
              <a:buSzPct val="80000"/>
              <a:buFont typeface="Wingdings" panose="05000000000000000000" pitchFamily="2" charset="2"/>
              <a:buChar char="p"/>
            </a:pPr>
            <a:r>
              <a:rPr lang="zh-CN" altLang="en-US" sz="2600" dirty="0"/>
              <a:t>已知图</a:t>
            </a:r>
            <a:r>
              <a:rPr lang="en-US" altLang="zh-CN" sz="2600" dirty="0"/>
              <a:t>G</a:t>
            </a:r>
            <a:r>
              <a:rPr lang="zh-CN" altLang="en-US" sz="2600" dirty="0"/>
              <a:t>是强连通的。根据强连通图的定义，对于图</a:t>
            </a:r>
            <a:r>
              <a:rPr lang="en-US" altLang="zh-CN" sz="2600" dirty="0"/>
              <a:t>G</a:t>
            </a:r>
            <a:r>
              <a:rPr lang="zh-CN" altLang="en-US" sz="2600" dirty="0"/>
              <a:t>中的任意两个结点，都存在双向路径。</a:t>
            </a:r>
            <a:endParaRPr lang="en-US" altLang="zh-CN" sz="2600" dirty="0"/>
          </a:p>
          <a:p>
            <a:pPr eaLnBrk="1" hangingPunct="1">
              <a:lnSpc>
                <a:spcPct val="150000"/>
              </a:lnSpc>
              <a:buSzPct val="80000"/>
              <a:buFont typeface="Wingdings" panose="05000000000000000000" pitchFamily="2" charset="2"/>
              <a:buChar char="p"/>
            </a:pPr>
            <a:r>
              <a:rPr lang="zh-CN" altLang="en-US" sz="2600" dirty="0"/>
              <a:t>因为</a:t>
            </a:r>
            <a:r>
              <a:rPr lang="en-US" altLang="zh-CN" sz="2600" dirty="0"/>
              <a:t>s</a:t>
            </a:r>
            <a:r>
              <a:rPr lang="zh-CN" altLang="en-US" sz="2600" dirty="0"/>
              <a:t>是图</a:t>
            </a:r>
            <a:r>
              <a:rPr lang="en-US" altLang="zh-CN" sz="2600" dirty="0"/>
              <a:t>G</a:t>
            </a:r>
            <a:r>
              <a:rPr lang="zh-CN" altLang="en-US" sz="2600" dirty="0"/>
              <a:t>中的一个结点，所以对于图</a:t>
            </a:r>
            <a:r>
              <a:rPr lang="en-US" altLang="zh-CN" sz="2600" dirty="0"/>
              <a:t>G</a:t>
            </a:r>
            <a:r>
              <a:rPr lang="zh-CN" altLang="en-US" sz="2600" dirty="0"/>
              <a:t>中的任意其他结点</a:t>
            </a:r>
            <a:r>
              <a:rPr lang="en-US" altLang="zh-CN" sz="2600" dirty="0"/>
              <a:t>v </a:t>
            </a:r>
            <a:r>
              <a:rPr lang="zh-CN" altLang="en-US" sz="2600" dirty="0"/>
              <a:t>，必然存在从</a:t>
            </a:r>
            <a:r>
              <a:rPr lang="en-US" altLang="zh-CN" sz="2600" dirty="0"/>
              <a:t>v</a:t>
            </a:r>
            <a:r>
              <a:rPr lang="zh-CN" altLang="en-US" sz="2600" dirty="0"/>
              <a:t>到</a:t>
            </a:r>
            <a:r>
              <a:rPr lang="en-US" altLang="zh-CN" sz="2600" dirty="0"/>
              <a:t>s</a:t>
            </a:r>
            <a:r>
              <a:rPr lang="zh-CN" altLang="en-US" sz="2600" dirty="0"/>
              <a:t>的路径，也存在从</a:t>
            </a:r>
            <a:r>
              <a:rPr lang="en-US" altLang="zh-CN" sz="2600" dirty="0"/>
              <a:t>s</a:t>
            </a:r>
            <a:r>
              <a:rPr lang="zh-CN" altLang="en-US" sz="2600" dirty="0"/>
              <a:t>到</a:t>
            </a:r>
            <a:r>
              <a:rPr lang="en-US" altLang="zh-CN" sz="2600" dirty="0"/>
              <a:t>v</a:t>
            </a:r>
            <a:r>
              <a:rPr lang="zh-CN" altLang="en-US" sz="2600" dirty="0"/>
              <a:t>的路径，即每个结点都能够与</a:t>
            </a:r>
            <a:r>
              <a:rPr lang="en-US" altLang="zh-CN" sz="2600" dirty="0"/>
              <a:t>s</a:t>
            </a:r>
            <a:r>
              <a:rPr lang="zh-CN" altLang="en-US" sz="2600" dirty="0"/>
              <a:t>相互可达。</a:t>
            </a:r>
            <a:endParaRPr lang="en-US" altLang="zh-CN" sz="2600" dirty="0"/>
          </a:p>
          <a:p>
            <a:pPr eaLnBrk="1" hangingPunct="1">
              <a:lnSpc>
                <a:spcPct val="150000"/>
              </a:lnSpc>
              <a:buSzPct val="80000"/>
              <a:buFont typeface="Wingdings" panose="05000000000000000000" pitchFamily="2" charset="2"/>
              <a:buChar char="p"/>
            </a:pPr>
            <a:r>
              <a:rPr lang="zh-CN" altLang="en-US" sz="2600" dirty="0"/>
              <a:t>综上，当且仅当图中的每个结点能够与</a:t>
            </a:r>
            <a:r>
              <a:rPr lang="en-US" altLang="zh-CN" sz="2600" dirty="0"/>
              <a:t>s</a:t>
            </a:r>
            <a:r>
              <a:rPr lang="zh-CN" altLang="en-US" sz="2600" dirty="0"/>
              <a:t>相互可达时，</a:t>
            </a:r>
            <a:r>
              <a:rPr lang="en-US" altLang="zh-CN" sz="2600" dirty="0"/>
              <a:t>G</a:t>
            </a:r>
            <a:r>
              <a:rPr lang="zh-CN" altLang="en-US" sz="2600" dirty="0"/>
              <a:t>是强连通的。</a:t>
            </a:r>
            <a:endParaRPr lang="en-US" altLang="zh-CN" sz="2600" dirty="0"/>
          </a:p>
        </p:txBody>
      </p:sp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C292F424-24CF-B223-D4F1-2144862F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434F88-5332-4093-BC66-EA0A3C261EBA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357E285-D427-1700-ACD6-42CAA38EA35A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10EFFA7-4040-0784-02BC-910B1FCE3745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01F8B0FA-22A2-5409-8EFD-C21037C2DB07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529A836-AE01-E55B-E303-1654D905B7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7C0EE9AC-4E23-84AD-2682-0595731B5344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87C604C-6FD5-AB76-4B23-1956AA31FBDD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35485F3-3F17-90B8-CFAA-95CA650FF9CE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9921161D-9A9C-64F0-EBA4-1186824783AB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38A3F9FD-2DC7-2AE4-EAE3-FC4E3C079FE9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43C62704-305D-DBD6-1FAF-4E1D73760DB2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759A040-7029-25FE-2B93-F4A608ECAEC6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97377AF-2FE7-D466-5681-2DB6800BF10E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4924128A-548A-D802-D2A0-0EE65DE0D20A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64F4096A-A2E0-B6FB-2F74-6EE509C88481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2499A404-6596-45D7-4BFA-CE52F1AEC1FF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4B512E2C-C88D-BF52-615C-D1D957C11069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3F3C9076-C61F-D76B-E204-BABFEB320BCA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2AE7E1A5-34A8-8A60-2F5C-86B4787A0174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02291802-660E-D035-BE6C-6C463CA25840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BC2E593E-7A2B-86CB-9BD9-46A2D98E4FCE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A5C5D4B1-364D-0454-E89B-4AA989B775B2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D79A6926-15B4-D596-83C8-2E5546AA64EA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3FD25039-A9EF-047E-A8C8-A54EE7CF91FB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74717CB7-06AD-982D-6124-F1C6C255586A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9BE6176A-9C75-3D3E-58A3-4BB55BF21D08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DCC39C5F-7D58-F079-829E-4254801252AC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71A1A014-044E-CA99-3F3B-863BF3B61B03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3B1555E3-AF1B-8632-907B-1988E616BD18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56CC6029-8E6B-15D6-1CE3-F54460FCEE83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E485288B-5EB0-BFD2-975A-67C8C5A66A21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3FCAED1B-AAD8-FB43-0C6F-C43F79983982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7386394B-672C-9654-99CA-58406B65BAFE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C1867BEA-5D87-1923-F183-A21B6462C58D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EDCD44C8-5CE7-7352-2ED8-62B1E8378A78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B7CD9291-5931-9FF4-A4BA-A969DA1F5DBF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0BDC6ED1-EFF5-427D-E4BB-45941FD40963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AE3C3D72-733A-6178-755A-4803BD5E19CC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B5649219-45D5-7FE5-BFBA-8524A29D0DDE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6B19A092-DFB1-78E9-D220-A6E48E90AE38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8C21CD8D-491B-778A-806D-EDCD5836AA1D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8CD26EB8-5AC4-477B-6D44-8636E4745A94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202E486-70D5-197F-18EB-9F643702A837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D128F4D9-CE92-008A-5CE6-3AFAFB98BE40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7CF86EE8-644C-5BE0-5849-FFBEEC0A9FCF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AFF43FFF-232E-B3EC-1AEE-C5D6BA4791F4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40B37E7F-0F22-C156-7751-0485E8BBCF6E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1F986376-1D0C-39C5-1205-837CFDF2AC66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F8F146F8-EEBA-9317-EAE4-C01324CD9F64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F193169E-1EC1-373B-2475-06E5347A3DE1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74D29017-F97B-F350-57DC-FA40E9381B46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E64A9156-FC19-021E-1216-BCEA11EE6FD8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9975CF97-937F-5927-B4C0-E0DD3328EBAC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0" name="直接连接符 40959">
                <a:extLst>
                  <a:ext uri="{FF2B5EF4-FFF2-40B4-BE49-F238E27FC236}">
                    <a16:creationId xmlns:a16="http://schemas.microsoft.com/office/drawing/2014/main" id="{3CE00D80-D42D-1C06-7F3A-E25906D42010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1" name="直接连接符 40960">
                <a:extLst>
                  <a:ext uri="{FF2B5EF4-FFF2-40B4-BE49-F238E27FC236}">
                    <a16:creationId xmlns:a16="http://schemas.microsoft.com/office/drawing/2014/main" id="{04EDE2DD-B229-09F5-010D-91207B8037CB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2" name="直接连接符 40961">
                <a:extLst>
                  <a:ext uri="{FF2B5EF4-FFF2-40B4-BE49-F238E27FC236}">
                    <a16:creationId xmlns:a16="http://schemas.microsoft.com/office/drawing/2014/main" id="{F4B15243-3779-5977-A0C2-CF64BB108EE3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3" name="直接连接符 40962">
                <a:extLst>
                  <a:ext uri="{FF2B5EF4-FFF2-40B4-BE49-F238E27FC236}">
                    <a16:creationId xmlns:a16="http://schemas.microsoft.com/office/drawing/2014/main" id="{A388127E-641E-2C1E-A2CB-14BE9DE0E349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4" name="直接连接符 40963">
                <a:extLst>
                  <a:ext uri="{FF2B5EF4-FFF2-40B4-BE49-F238E27FC236}">
                    <a16:creationId xmlns:a16="http://schemas.microsoft.com/office/drawing/2014/main" id="{EBF7FFE5-A624-8486-4790-D51D293429C8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6" name="直接连接符 40965">
                <a:extLst>
                  <a:ext uri="{FF2B5EF4-FFF2-40B4-BE49-F238E27FC236}">
                    <a16:creationId xmlns:a16="http://schemas.microsoft.com/office/drawing/2014/main" id="{F5D47ED3-AB79-3316-C339-47BEAA565431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7" name="直接连接符 40966">
                <a:extLst>
                  <a:ext uri="{FF2B5EF4-FFF2-40B4-BE49-F238E27FC236}">
                    <a16:creationId xmlns:a16="http://schemas.microsoft.com/office/drawing/2014/main" id="{12F9AD98-C5D4-7244-C0C6-F6D09F4F2828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8" name="直接连接符 40967">
                <a:extLst>
                  <a:ext uri="{FF2B5EF4-FFF2-40B4-BE49-F238E27FC236}">
                    <a16:creationId xmlns:a16="http://schemas.microsoft.com/office/drawing/2014/main" id="{BA9071BF-2AA6-BECD-B5DF-650CE7A15CFE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9" name="直接连接符 40968">
                <a:extLst>
                  <a:ext uri="{FF2B5EF4-FFF2-40B4-BE49-F238E27FC236}">
                    <a16:creationId xmlns:a16="http://schemas.microsoft.com/office/drawing/2014/main" id="{F3E44120-1ED4-7B45-5FCE-49F2AF407D95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0" name="直接连接符 40969">
                <a:extLst>
                  <a:ext uri="{FF2B5EF4-FFF2-40B4-BE49-F238E27FC236}">
                    <a16:creationId xmlns:a16="http://schemas.microsoft.com/office/drawing/2014/main" id="{C0EC53E3-2BBE-3558-A1BF-33401D3C316C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1" name="直接连接符 40970">
                <a:extLst>
                  <a:ext uri="{FF2B5EF4-FFF2-40B4-BE49-F238E27FC236}">
                    <a16:creationId xmlns:a16="http://schemas.microsoft.com/office/drawing/2014/main" id="{EEE4FCF5-94FC-149F-1AA8-BD64841350EC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2" name="直接连接符 40971">
                <a:extLst>
                  <a:ext uri="{FF2B5EF4-FFF2-40B4-BE49-F238E27FC236}">
                    <a16:creationId xmlns:a16="http://schemas.microsoft.com/office/drawing/2014/main" id="{0168523B-8923-218E-17C3-4386E8050E59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3" name="直接连接符 40972">
                <a:extLst>
                  <a:ext uri="{FF2B5EF4-FFF2-40B4-BE49-F238E27FC236}">
                    <a16:creationId xmlns:a16="http://schemas.microsoft.com/office/drawing/2014/main" id="{015B9C06-8E74-7855-3647-DF5793C3DC3E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4" name="直接连接符 40973">
                <a:extLst>
                  <a:ext uri="{FF2B5EF4-FFF2-40B4-BE49-F238E27FC236}">
                    <a16:creationId xmlns:a16="http://schemas.microsoft.com/office/drawing/2014/main" id="{C67FF1D1-3115-4E8A-3EBE-16E854D97CDD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5" name="直接连接符 40974">
                <a:extLst>
                  <a:ext uri="{FF2B5EF4-FFF2-40B4-BE49-F238E27FC236}">
                    <a16:creationId xmlns:a16="http://schemas.microsoft.com/office/drawing/2014/main" id="{781C5305-2D2E-5E39-5528-3399CF09A710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6" name="直接连接符 40975">
                <a:extLst>
                  <a:ext uri="{FF2B5EF4-FFF2-40B4-BE49-F238E27FC236}">
                    <a16:creationId xmlns:a16="http://schemas.microsoft.com/office/drawing/2014/main" id="{6444CA2C-0799-A25A-A411-A8F800D39E2B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7" name="直接连接符 40976">
                <a:extLst>
                  <a:ext uri="{FF2B5EF4-FFF2-40B4-BE49-F238E27FC236}">
                    <a16:creationId xmlns:a16="http://schemas.microsoft.com/office/drawing/2014/main" id="{6EAC7A1D-E86B-CDEF-0C33-E2689699B9BD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8" name="直接连接符 40977">
                <a:extLst>
                  <a:ext uri="{FF2B5EF4-FFF2-40B4-BE49-F238E27FC236}">
                    <a16:creationId xmlns:a16="http://schemas.microsoft.com/office/drawing/2014/main" id="{CBF2AF84-7BBD-2AC6-4EB0-1A1C2B14A10B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9" name="直接连接符 40978">
                <a:extLst>
                  <a:ext uri="{FF2B5EF4-FFF2-40B4-BE49-F238E27FC236}">
                    <a16:creationId xmlns:a16="http://schemas.microsoft.com/office/drawing/2014/main" id="{59420726-5A09-2A93-2DA5-3F131DC89CAA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0" name="直接连接符 40979">
                <a:extLst>
                  <a:ext uri="{FF2B5EF4-FFF2-40B4-BE49-F238E27FC236}">
                    <a16:creationId xmlns:a16="http://schemas.microsoft.com/office/drawing/2014/main" id="{B9C898F0-8FC0-9A83-9920-E7CF84DE387E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1" name="直接连接符 40980">
                <a:extLst>
                  <a:ext uri="{FF2B5EF4-FFF2-40B4-BE49-F238E27FC236}">
                    <a16:creationId xmlns:a16="http://schemas.microsoft.com/office/drawing/2014/main" id="{C33631E9-EB48-7131-7472-43B8F3DF51CF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2" name="直接连接符 40981">
                <a:extLst>
                  <a:ext uri="{FF2B5EF4-FFF2-40B4-BE49-F238E27FC236}">
                    <a16:creationId xmlns:a16="http://schemas.microsoft.com/office/drawing/2014/main" id="{04DC67E7-DEB6-D106-280C-C6D086B33F35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3" name="直接连接符 40982">
                <a:extLst>
                  <a:ext uri="{FF2B5EF4-FFF2-40B4-BE49-F238E27FC236}">
                    <a16:creationId xmlns:a16="http://schemas.microsoft.com/office/drawing/2014/main" id="{6BFF6CD4-2746-E885-C50A-72719D7C4740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4" name="直接连接符 40983">
                <a:extLst>
                  <a:ext uri="{FF2B5EF4-FFF2-40B4-BE49-F238E27FC236}">
                    <a16:creationId xmlns:a16="http://schemas.microsoft.com/office/drawing/2014/main" id="{B0559A88-AC6F-828F-B43E-CEF900259B2F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5" name="直接连接符 40984">
                <a:extLst>
                  <a:ext uri="{FF2B5EF4-FFF2-40B4-BE49-F238E27FC236}">
                    <a16:creationId xmlns:a16="http://schemas.microsoft.com/office/drawing/2014/main" id="{CB1E719D-09B1-FCF9-2361-92B809693E8F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6" name="直接连接符 40985">
                <a:extLst>
                  <a:ext uri="{FF2B5EF4-FFF2-40B4-BE49-F238E27FC236}">
                    <a16:creationId xmlns:a16="http://schemas.microsoft.com/office/drawing/2014/main" id="{2067EA42-43E5-F59E-1148-4595320ABC55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7" name="直接连接符 40986">
                <a:extLst>
                  <a:ext uri="{FF2B5EF4-FFF2-40B4-BE49-F238E27FC236}">
                    <a16:creationId xmlns:a16="http://schemas.microsoft.com/office/drawing/2014/main" id="{D2843DE7-0C0F-B22F-47BC-AB708AD59945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8" name="直接连接符 40987">
                <a:extLst>
                  <a:ext uri="{FF2B5EF4-FFF2-40B4-BE49-F238E27FC236}">
                    <a16:creationId xmlns:a16="http://schemas.microsoft.com/office/drawing/2014/main" id="{C4D2D188-278C-9E85-CA58-C806160B6F09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9" name="直接连接符 40988">
                <a:extLst>
                  <a:ext uri="{FF2B5EF4-FFF2-40B4-BE49-F238E27FC236}">
                    <a16:creationId xmlns:a16="http://schemas.microsoft.com/office/drawing/2014/main" id="{C42B629F-2F49-2D75-6CBB-D51626E0BCFA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0" name="直接连接符 40989">
                <a:extLst>
                  <a:ext uri="{FF2B5EF4-FFF2-40B4-BE49-F238E27FC236}">
                    <a16:creationId xmlns:a16="http://schemas.microsoft.com/office/drawing/2014/main" id="{9CEBFDBD-DB81-763F-465D-4B701B7650A5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1" name="直接连接符 40990">
                <a:extLst>
                  <a:ext uri="{FF2B5EF4-FFF2-40B4-BE49-F238E27FC236}">
                    <a16:creationId xmlns:a16="http://schemas.microsoft.com/office/drawing/2014/main" id="{BFE475C2-6DA8-BF12-AEB5-E3DE52212215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2" name="直接连接符 40991">
                <a:extLst>
                  <a:ext uri="{FF2B5EF4-FFF2-40B4-BE49-F238E27FC236}">
                    <a16:creationId xmlns:a16="http://schemas.microsoft.com/office/drawing/2014/main" id="{7EA6BC32-5C4F-D576-5F52-42DB180D40F0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3" name="直接连接符 40992">
                <a:extLst>
                  <a:ext uri="{FF2B5EF4-FFF2-40B4-BE49-F238E27FC236}">
                    <a16:creationId xmlns:a16="http://schemas.microsoft.com/office/drawing/2014/main" id="{6933FC5B-E6E3-B89C-314A-BF07E4274EE4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4" name="直接连接符 40993">
                <a:extLst>
                  <a:ext uri="{FF2B5EF4-FFF2-40B4-BE49-F238E27FC236}">
                    <a16:creationId xmlns:a16="http://schemas.microsoft.com/office/drawing/2014/main" id="{4A687075-1C8C-7DAD-6106-0D82E49A5FB7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5" name="直接连接符 40994">
                <a:extLst>
                  <a:ext uri="{FF2B5EF4-FFF2-40B4-BE49-F238E27FC236}">
                    <a16:creationId xmlns:a16="http://schemas.microsoft.com/office/drawing/2014/main" id="{D55B9DFE-4B0D-E14B-F5DA-2ABE4557220D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6" name="直接连接符 40995">
                <a:extLst>
                  <a:ext uri="{FF2B5EF4-FFF2-40B4-BE49-F238E27FC236}">
                    <a16:creationId xmlns:a16="http://schemas.microsoft.com/office/drawing/2014/main" id="{AAD9A203-065B-D0AC-5A64-E36B1737E81C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7" name="直接连接符 40996">
                <a:extLst>
                  <a:ext uri="{FF2B5EF4-FFF2-40B4-BE49-F238E27FC236}">
                    <a16:creationId xmlns:a16="http://schemas.microsoft.com/office/drawing/2014/main" id="{D4E93C4B-EC25-DCD8-78E1-E57A32A445E5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8" name="直接连接符 40997">
                <a:extLst>
                  <a:ext uri="{FF2B5EF4-FFF2-40B4-BE49-F238E27FC236}">
                    <a16:creationId xmlns:a16="http://schemas.microsoft.com/office/drawing/2014/main" id="{2FCBD03B-9D6E-00ED-BFC1-D0ACE9BBBA2F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9" name="直接连接符 40998">
                <a:extLst>
                  <a:ext uri="{FF2B5EF4-FFF2-40B4-BE49-F238E27FC236}">
                    <a16:creationId xmlns:a16="http://schemas.microsoft.com/office/drawing/2014/main" id="{8263DA43-5035-A91A-EB7A-1DC41A32798E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0" name="直接连接符 40999">
                <a:extLst>
                  <a:ext uri="{FF2B5EF4-FFF2-40B4-BE49-F238E27FC236}">
                    <a16:creationId xmlns:a16="http://schemas.microsoft.com/office/drawing/2014/main" id="{53ED2215-424A-9A9C-8D3B-33435FCB1255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1" name="直接连接符 41000">
                <a:extLst>
                  <a:ext uri="{FF2B5EF4-FFF2-40B4-BE49-F238E27FC236}">
                    <a16:creationId xmlns:a16="http://schemas.microsoft.com/office/drawing/2014/main" id="{AC2FD13C-4FD8-5141-DCF3-7A6E2544C6A1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2" name="直接连接符 41001">
                <a:extLst>
                  <a:ext uri="{FF2B5EF4-FFF2-40B4-BE49-F238E27FC236}">
                    <a16:creationId xmlns:a16="http://schemas.microsoft.com/office/drawing/2014/main" id="{BD100DAE-E894-FC2F-4835-48870C9785B8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3" name="直接连接符 41002">
                <a:extLst>
                  <a:ext uri="{FF2B5EF4-FFF2-40B4-BE49-F238E27FC236}">
                    <a16:creationId xmlns:a16="http://schemas.microsoft.com/office/drawing/2014/main" id="{5661333C-ACD3-3F4B-8050-2046BE7D6E28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4" name="直接连接符 41003">
                <a:extLst>
                  <a:ext uri="{FF2B5EF4-FFF2-40B4-BE49-F238E27FC236}">
                    <a16:creationId xmlns:a16="http://schemas.microsoft.com/office/drawing/2014/main" id="{D4126E6D-9913-A793-46D1-AB6BB8D593DF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5" name="直接连接符 41004">
                <a:extLst>
                  <a:ext uri="{FF2B5EF4-FFF2-40B4-BE49-F238E27FC236}">
                    <a16:creationId xmlns:a16="http://schemas.microsoft.com/office/drawing/2014/main" id="{35D4C330-A3DD-8E44-D8BE-7036477BF444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6" name="直接连接符 41005">
                <a:extLst>
                  <a:ext uri="{FF2B5EF4-FFF2-40B4-BE49-F238E27FC236}">
                    <a16:creationId xmlns:a16="http://schemas.microsoft.com/office/drawing/2014/main" id="{94A75B02-C6BA-B9F5-6A04-678FCA5C7945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7" name="直接连接符 41006">
                <a:extLst>
                  <a:ext uri="{FF2B5EF4-FFF2-40B4-BE49-F238E27FC236}">
                    <a16:creationId xmlns:a16="http://schemas.microsoft.com/office/drawing/2014/main" id="{983DB1D2-B7CA-FD23-597E-F309F4EE3D29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8" name="直接连接符 41007">
                <a:extLst>
                  <a:ext uri="{FF2B5EF4-FFF2-40B4-BE49-F238E27FC236}">
                    <a16:creationId xmlns:a16="http://schemas.microsoft.com/office/drawing/2014/main" id="{7C790D64-2E0F-8534-A298-ADE7FA8F81F6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9" name="直接连接符 41008">
                <a:extLst>
                  <a:ext uri="{FF2B5EF4-FFF2-40B4-BE49-F238E27FC236}">
                    <a16:creationId xmlns:a16="http://schemas.microsoft.com/office/drawing/2014/main" id="{6E452734-61FE-988B-CDF4-2D3A2D4D36AA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0" name="直接连接符 41009">
                <a:extLst>
                  <a:ext uri="{FF2B5EF4-FFF2-40B4-BE49-F238E27FC236}">
                    <a16:creationId xmlns:a16="http://schemas.microsoft.com/office/drawing/2014/main" id="{17C8344B-7C85-CE6B-BFBF-5C75411AC7DF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1" name="直接连接符 41010">
                <a:extLst>
                  <a:ext uri="{FF2B5EF4-FFF2-40B4-BE49-F238E27FC236}">
                    <a16:creationId xmlns:a16="http://schemas.microsoft.com/office/drawing/2014/main" id="{E11D5C40-BC29-ECB1-493F-88C64E77AC29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2" name="直接连接符 41011">
                <a:extLst>
                  <a:ext uri="{FF2B5EF4-FFF2-40B4-BE49-F238E27FC236}">
                    <a16:creationId xmlns:a16="http://schemas.microsoft.com/office/drawing/2014/main" id="{1D5F9EF5-A498-ACEB-5714-E0221011D5C5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3" name="直接连接符 41012">
                <a:extLst>
                  <a:ext uri="{FF2B5EF4-FFF2-40B4-BE49-F238E27FC236}">
                    <a16:creationId xmlns:a16="http://schemas.microsoft.com/office/drawing/2014/main" id="{86D8F366-84AF-A19C-C463-300BCA6C7D7D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4" name="直接连接符 41013">
                <a:extLst>
                  <a:ext uri="{FF2B5EF4-FFF2-40B4-BE49-F238E27FC236}">
                    <a16:creationId xmlns:a16="http://schemas.microsoft.com/office/drawing/2014/main" id="{164D78F1-2008-DB2C-D133-B46E782B70A5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5" name="直接连接符 41014">
                <a:extLst>
                  <a:ext uri="{FF2B5EF4-FFF2-40B4-BE49-F238E27FC236}">
                    <a16:creationId xmlns:a16="http://schemas.microsoft.com/office/drawing/2014/main" id="{3CC51668-6634-A17E-941C-AEECCDC3CE8E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6" name="直接连接符 41015">
                <a:extLst>
                  <a:ext uri="{FF2B5EF4-FFF2-40B4-BE49-F238E27FC236}">
                    <a16:creationId xmlns:a16="http://schemas.microsoft.com/office/drawing/2014/main" id="{4550646D-68C5-DB6B-D661-78DF10340097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7" name="直接连接符 41016">
                <a:extLst>
                  <a:ext uri="{FF2B5EF4-FFF2-40B4-BE49-F238E27FC236}">
                    <a16:creationId xmlns:a16="http://schemas.microsoft.com/office/drawing/2014/main" id="{189D24A5-FD5B-5C68-997E-3686BFFA6050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8" name="直接连接符 41017">
                <a:extLst>
                  <a:ext uri="{FF2B5EF4-FFF2-40B4-BE49-F238E27FC236}">
                    <a16:creationId xmlns:a16="http://schemas.microsoft.com/office/drawing/2014/main" id="{AE13631F-579F-752F-7A63-E445A2A1B0CD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9" name="直接连接符 41018">
                <a:extLst>
                  <a:ext uri="{FF2B5EF4-FFF2-40B4-BE49-F238E27FC236}">
                    <a16:creationId xmlns:a16="http://schemas.microsoft.com/office/drawing/2014/main" id="{874EDC0E-E981-CDFB-18E3-FC414544B4A9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0" name="直接连接符 41019">
                <a:extLst>
                  <a:ext uri="{FF2B5EF4-FFF2-40B4-BE49-F238E27FC236}">
                    <a16:creationId xmlns:a16="http://schemas.microsoft.com/office/drawing/2014/main" id="{79B90556-5EB2-E806-6F69-A33E153F2C79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1" name="直接连接符 41020">
                <a:extLst>
                  <a:ext uri="{FF2B5EF4-FFF2-40B4-BE49-F238E27FC236}">
                    <a16:creationId xmlns:a16="http://schemas.microsoft.com/office/drawing/2014/main" id="{33B51321-1671-A208-0E18-B57D370C541E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2" name="直接连接符 41021">
                <a:extLst>
                  <a:ext uri="{FF2B5EF4-FFF2-40B4-BE49-F238E27FC236}">
                    <a16:creationId xmlns:a16="http://schemas.microsoft.com/office/drawing/2014/main" id="{13CD1686-9515-EFE2-B29E-CE0E6776DAC8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3" name="直接连接符 41022">
                <a:extLst>
                  <a:ext uri="{FF2B5EF4-FFF2-40B4-BE49-F238E27FC236}">
                    <a16:creationId xmlns:a16="http://schemas.microsoft.com/office/drawing/2014/main" id="{9272196C-EAFE-75DB-8B9B-0524494FD21B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88" name="直接连接符 37887">
                <a:extLst>
                  <a:ext uri="{FF2B5EF4-FFF2-40B4-BE49-F238E27FC236}">
                    <a16:creationId xmlns:a16="http://schemas.microsoft.com/office/drawing/2014/main" id="{5F12F20A-2817-DF47-DB24-1E4A6EE46988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89" name="直接连接符 37888">
                <a:extLst>
                  <a:ext uri="{FF2B5EF4-FFF2-40B4-BE49-F238E27FC236}">
                    <a16:creationId xmlns:a16="http://schemas.microsoft.com/office/drawing/2014/main" id="{E9D7750E-D92C-73D5-3110-9C31E3406ED3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3" name="直接连接符 37892">
                <a:extLst>
                  <a:ext uri="{FF2B5EF4-FFF2-40B4-BE49-F238E27FC236}">
                    <a16:creationId xmlns:a16="http://schemas.microsoft.com/office/drawing/2014/main" id="{11702C0B-D236-05F8-7053-378CBA7ED26B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4" name="直接连接符 37893">
                <a:extLst>
                  <a:ext uri="{FF2B5EF4-FFF2-40B4-BE49-F238E27FC236}">
                    <a16:creationId xmlns:a16="http://schemas.microsoft.com/office/drawing/2014/main" id="{5BBB598A-958C-5E77-BB71-D97F556E78F2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5" name="直接连接符 37894">
                <a:extLst>
                  <a:ext uri="{FF2B5EF4-FFF2-40B4-BE49-F238E27FC236}">
                    <a16:creationId xmlns:a16="http://schemas.microsoft.com/office/drawing/2014/main" id="{796D16BC-2B9D-771D-BA57-CC364D8E0102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6" name="直接连接符 37895">
                <a:extLst>
                  <a:ext uri="{FF2B5EF4-FFF2-40B4-BE49-F238E27FC236}">
                    <a16:creationId xmlns:a16="http://schemas.microsoft.com/office/drawing/2014/main" id="{EE6660B7-7489-AEA5-848D-BD44907EBF0E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22A5A7E-5843-6A87-3308-0397838EA9AD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A989DF92-25CF-0BD8-3467-8A31575669DF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500C99AF-5D52-B0E7-10D8-C51479F87C39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6C1BCE63-C4A9-88AF-316D-6BB0D0457E12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821F921A-C013-C2F9-ABA3-2737E4271264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1AC5123C-FFA5-CFE3-C474-46402CE875BA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691DC805-BCA3-0A94-53DE-A3457FA08706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C9FE0145-43BE-0D1D-6346-219920118050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DCDFC981-E439-46B4-A3B4-D7106976B9B4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50E17BB-4B6B-2158-CCEF-93EE87900A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3679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FB08-D7CC-DCAF-1433-A293E874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E1680886-F498-F31C-9DC6-4AAB0BB31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强连通性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87B2CB3-EAF4-FFE0-CC6E-D7F8D730D7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391" y="1556792"/>
            <a:ext cx="8875178" cy="4114800"/>
          </a:xfrm>
        </p:spPr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zh-CN" altLang="en-US" sz="2400" dirty="0"/>
              <a:t>判断方法：</a:t>
            </a:r>
            <a:endParaRPr lang="en-US" altLang="zh-CN" sz="2400" dirty="0"/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zh-CN" altLang="en-US" sz="2400" dirty="0"/>
              <a:t>选取任意一个节点</a:t>
            </a:r>
            <a:r>
              <a:rPr lang="en-US" altLang="zh-CN" sz="2400" dirty="0"/>
              <a:t>s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sz="2400" dirty="0"/>
              <a:t>在图</a:t>
            </a:r>
            <a:r>
              <a:rPr lang="en-US" altLang="zh-CN" sz="2400" dirty="0"/>
              <a:t>G</a:t>
            </a:r>
            <a:r>
              <a:rPr lang="zh-CN" altLang="en-US" sz="2400" dirty="0"/>
              <a:t>中从节点</a:t>
            </a:r>
            <a:r>
              <a:rPr lang="en-US" altLang="zh-CN" sz="2400" dirty="0"/>
              <a:t>s</a:t>
            </a:r>
            <a:r>
              <a:rPr lang="zh-CN" altLang="en-US" sz="2400" dirty="0"/>
              <a:t>开始执行广度优先搜索（</a:t>
            </a:r>
            <a:r>
              <a:rPr lang="en-US" altLang="zh-CN" sz="2400" dirty="0"/>
              <a:t>BFS</a:t>
            </a:r>
            <a:r>
              <a:rPr lang="zh-CN" altLang="en-US" sz="2400" dirty="0"/>
              <a:t>）。</a:t>
            </a:r>
            <a:endParaRPr lang="en-US" altLang="zh-CN" sz="2400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sz="2400" dirty="0"/>
              <a:t>在图</a:t>
            </a:r>
            <a:r>
              <a:rPr lang="en-US" altLang="zh-CN" sz="2400" dirty="0"/>
              <a:t>G</a:t>
            </a:r>
            <a:r>
              <a:rPr lang="zh-CN" altLang="en-US" sz="2400" dirty="0"/>
              <a:t>的反向图</a:t>
            </a:r>
            <a:r>
              <a:rPr lang="en-US" altLang="zh-CN" sz="2400" dirty="0" err="1"/>
              <a:t>G</a:t>
            </a:r>
            <a:r>
              <a:rPr lang="en-US" altLang="zh-CN" sz="2400" baseline="-25000" dirty="0" err="1"/>
              <a:t>rev</a:t>
            </a:r>
            <a:r>
              <a:rPr lang="zh-CN" altLang="en-US" sz="2400" dirty="0"/>
              <a:t>中从节点</a:t>
            </a:r>
            <a:r>
              <a:rPr lang="en-US" altLang="zh-CN" sz="2400" dirty="0"/>
              <a:t>s</a:t>
            </a:r>
            <a:r>
              <a:rPr lang="zh-CN" altLang="en-US" sz="2400" dirty="0"/>
              <a:t>开始执行广度优先搜索（</a:t>
            </a:r>
            <a:r>
              <a:rPr lang="en-US" altLang="zh-CN" sz="2400" dirty="0"/>
              <a:t>BFS</a:t>
            </a:r>
            <a:r>
              <a:rPr lang="zh-CN" altLang="en-US" sz="2400" dirty="0"/>
              <a:t>）。</a:t>
            </a:r>
            <a:endParaRPr lang="en-US" altLang="zh-CN" sz="2400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sz="2400" dirty="0"/>
              <a:t>当且仅当在两次广度优先搜索执行过程中能到达所有节点时，可以判定图</a:t>
            </a:r>
            <a:r>
              <a:rPr lang="en-US" altLang="zh-CN" sz="2400" dirty="0"/>
              <a:t>G</a:t>
            </a:r>
            <a:r>
              <a:rPr lang="zh-CN" altLang="en-US" sz="2400" dirty="0"/>
              <a:t>是强连通的。</a:t>
            </a:r>
            <a:endParaRPr lang="en-US" altLang="zh-CN" sz="2400" dirty="0"/>
          </a:p>
        </p:txBody>
      </p:sp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F4D0664D-BD13-FB90-B4ED-E0A9E6D6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434F88-5332-4093-BC66-EA0A3C261EBA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kumimoji="0" lang="en-US" altLang="zh-CN" sz="1400"/>
          </a:p>
        </p:txBody>
      </p:sp>
      <p:sp>
        <p:nvSpPr>
          <p:cNvPr id="40965" name="Text Box 5">
            <a:extLst>
              <a:ext uri="{FF2B5EF4-FFF2-40B4-BE49-F238E27FC236}">
                <a16:creationId xmlns:a16="http://schemas.microsoft.com/office/drawing/2014/main" id="{08139839-865B-8742-CCAC-3101E8355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434" y="5490752"/>
            <a:ext cx="76979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/>
              <a:t>存在</a:t>
            </a:r>
            <a:r>
              <a:rPr lang="en-US" altLang="zh-CN" sz="2800" i="1" dirty="0"/>
              <a:t>O(m + n)</a:t>
            </a:r>
            <a:r>
              <a:rPr lang="zh-CN" altLang="en-US" sz="2800" dirty="0"/>
              <a:t>的有效算法判别图</a:t>
            </a:r>
            <a:r>
              <a:rPr lang="en-US" altLang="zh-CN" sz="2800" dirty="0"/>
              <a:t>G</a:t>
            </a:r>
            <a:r>
              <a:rPr lang="zh-CN" altLang="en-US" sz="2800" dirty="0"/>
              <a:t>是否强连通。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EED8518-4F67-1440-07B2-CECB1F03B1AF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0CE670A9-CB9A-5FC3-13BF-48045F68BC4C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9245587A-3E35-4B9B-EEC9-ABFEA553D1C1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42245057-F36F-BA86-7D73-737C847F5A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45581EE0-A3D7-28C9-81DE-A29CF5FC543A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25649BB-4CE9-A2CF-8EC7-F8C889F8CC88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047C519-68E8-60FD-4262-BC4148274BCA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EEEE3E8F-7DA3-D66C-36F6-FE9814D2CA03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E3AA4AD6-BC6A-6365-3CE4-B6531F372454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243FA0BC-79DB-034B-C995-4FF90DCA2C70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1EE59BBE-FFCF-EF62-43C5-3075FAB122E6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ECA60818-613E-516D-1E8C-0E47924175EE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CF6F1D6E-D064-78FE-DFD6-E3B1B48A05AF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629D0CC8-83B1-9DEB-061A-EF2713518C2F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50DB4EE0-74CD-E2F5-6004-C851600EC28E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C35D37E5-73DC-EA57-CFEE-53AC609516C9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7BD62C3E-5057-91EE-102B-1DADB663F3E6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E7E12DCF-E302-EA8D-C1D3-36146A53ECC0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21506093-ED28-E847-5003-0E566055A16E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77141B27-FAEC-4025-27C8-5505D09C15B0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354C6A8B-CB83-30E6-F4EE-3FA28B548831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DEACCDF7-BD2B-87E1-2AEE-F09CBC31BE4E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4D78F4ED-56E0-3F62-ACB6-BA27AB8F03D5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32DB90F9-D092-B3B3-9FF0-DC9BFC192291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9F9F6821-BC72-E994-A46B-088E835672EF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F6C2E357-72B4-E3B1-4292-A4C51B0602E6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7D4FA2D-F3A7-D198-5520-447F964A851A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99927AA1-615A-D7F7-C574-86EBAEBFE9DA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E28C0555-0474-17C4-1B5C-C3A168381AC2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57B306D2-9400-71D0-BCE4-309B3E0963BF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8AAC2E84-3A76-4A2F-A132-7F15AE91B607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28FB07B9-76C1-8188-49BC-60018F95E37E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4A240049-CFA0-49E4-847A-856C738A475A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36F799E5-C6BB-AD0F-32CF-778AF5FA9EF4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7550ADAE-A1CA-A80E-1287-65F89065E2A0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5C6B7E8D-FF50-1D75-8697-FBB3FA7E9D0D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7AAFA81-A00F-FC0E-FA54-616A69E14D05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ABEC693A-1120-EAE0-7DC2-9A589DE760ED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2487ED50-A20E-31C5-22E0-B31E5F81CD9B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8101BA48-6816-7168-EC40-AACC5CBFE4A7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BF1A18CD-28F7-FA63-857A-A26A1B179173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E7EA2A7D-505B-5058-EABE-6A712A0558E9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151DEFA2-1291-A0DB-81B4-79722BF48DAB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678967E6-61AC-59D9-0051-6E2F75CD7625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F72FB248-93C1-1D53-5CDA-492C71309F7F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A3CD1F4E-0EF5-CCDF-FFE1-A3CF51E3F16E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2350E919-6913-FAD8-54E5-D19DA15356B4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6AF32956-DD4F-EAA1-9F3E-4DE366B23A46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EFB8A573-A785-72BA-DA66-ABA025C7B06C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D84E614F-6A17-1C00-0371-2B23FA6709FF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D1C8D917-62FB-66EA-F922-3CC3FEF6E5B1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0" name="直接连接符 40959">
                <a:extLst>
                  <a:ext uri="{FF2B5EF4-FFF2-40B4-BE49-F238E27FC236}">
                    <a16:creationId xmlns:a16="http://schemas.microsoft.com/office/drawing/2014/main" id="{33BD4FE1-1D72-5FBD-005E-7F9204CFE83A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1" name="直接连接符 40960">
                <a:extLst>
                  <a:ext uri="{FF2B5EF4-FFF2-40B4-BE49-F238E27FC236}">
                    <a16:creationId xmlns:a16="http://schemas.microsoft.com/office/drawing/2014/main" id="{70E6B480-F400-EC76-8C68-F9B078E53B42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2" name="直接连接符 40961">
                <a:extLst>
                  <a:ext uri="{FF2B5EF4-FFF2-40B4-BE49-F238E27FC236}">
                    <a16:creationId xmlns:a16="http://schemas.microsoft.com/office/drawing/2014/main" id="{2944FF96-06EC-8E19-5476-4BD2690CFEEB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3" name="直接连接符 40962">
                <a:extLst>
                  <a:ext uri="{FF2B5EF4-FFF2-40B4-BE49-F238E27FC236}">
                    <a16:creationId xmlns:a16="http://schemas.microsoft.com/office/drawing/2014/main" id="{B3994917-89BD-D16C-8B8D-69071A0A3F9D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4" name="直接连接符 40963">
                <a:extLst>
                  <a:ext uri="{FF2B5EF4-FFF2-40B4-BE49-F238E27FC236}">
                    <a16:creationId xmlns:a16="http://schemas.microsoft.com/office/drawing/2014/main" id="{9FD374B5-6251-DBA3-05C8-779F75C222A8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6" name="直接连接符 40965">
                <a:extLst>
                  <a:ext uri="{FF2B5EF4-FFF2-40B4-BE49-F238E27FC236}">
                    <a16:creationId xmlns:a16="http://schemas.microsoft.com/office/drawing/2014/main" id="{05BE32CB-8762-7F08-B8F5-6E21C813E458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7" name="直接连接符 40966">
                <a:extLst>
                  <a:ext uri="{FF2B5EF4-FFF2-40B4-BE49-F238E27FC236}">
                    <a16:creationId xmlns:a16="http://schemas.microsoft.com/office/drawing/2014/main" id="{F36CBDD8-3E04-F7A8-5881-B2B7D0E0F6B3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8" name="直接连接符 40967">
                <a:extLst>
                  <a:ext uri="{FF2B5EF4-FFF2-40B4-BE49-F238E27FC236}">
                    <a16:creationId xmlns:a16="http://schemas.microsoft.com/office/drawing/2014/main" id="{987B4EBC-DCEE-8DCE-9474-54A7BA7B1A25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9" name="直接连接符 40968">
                <a:extLst>
                  <a:ext uri="{FF2B5EF4-FFF2-40B4-BE49-F238E27FC236}">
                    <a16:creationId xmlns:a16="http://schemas.microsoft.com/office/drawing/2014/main" id="{8C3F407E-36E5-7151-A464-6B33226236FF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0" name="直接连接符 40969">
                <a:extLst>
                  <a:ext uri="{FF2B5EF4-FFF2-40B4-BE49-F238E27FC236}">
                    <a16:creationId xmlns:a16="http://schemas.microsoft.com/office/drawing/2014/main" id="{D8D2C509-E575-374B-4A92-0DE60B9BDE10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1" name="直接连接符 40970">
                <a:extLst>
                  <a:ext uri="{FF2B5EF4-FFF2-40B4-BE49-F238E27FC236}">
                    <a16:creationId xmlns:a16="http://schemas.microsoft.com/office/drawing/2014/main" id="{9DDE38AC-7C2C-B08D-2238-F482416259DB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2" name="直接连接符 40971">
                <a:extLst>
                  <a:ext uri="{FF2B5EF4-FFF2-40B4-BE49-F238E27FC236}">
                    <a16:creationId xmlns:a16="http://schemas.microsoft.com/office/drawing/2014/main" id="{51D786A8-370B-30D7-AFB8-8D7E48BE5D05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3" name="直接连接符 40972">
                <a:extLst>
                  <a:ext uri="{FF2B5EF4-FFF2-40B4-BE49-F238E27FC236}">
                    <a16:creationId xmlns:a16="http://schemas.microsoft.com/office/drawing/2014/main" id="{63BDBC6D-BF01-770A-D720-947FBB337510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4" name="直接连接符 40973">
                <a:extLst>
                  <a:ext uri="{FF2B5EF4-FFF2-40B4-BE49-F238E27FC236}">
                    <a16:creationId xmlns:a16="http://schemas.microsoft.com/office/drawing/2014/main" id="{06792C27-973F-85A0-18B6-4FF09D0DC0E9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5" name="直接连接符 40974">
                <a:extLst>
                  <a:ext uri="{FF2B5EF4-FFF2-40B4-BE49-F238E27FC236}">
                    <a16:creationId xmlns:a16="http://schemas.microsoft.com/office/drawing/2014/main" id="{184ACE96-FB0A-434A-1BD1-0A344CA7585C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6" name="直接连接符 40975">
                <a:extLst>
                  <a:ext uri="{FF2B5EF4-FFF2-40B4-BE49-F238E27FC236}">
                    <a16:creationId xmlns:a16="http://schemas.microsoft.com/office/drawing/2014/main" id="{CE6806CE-6EDA-5375-81B2-8CD045368F5A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7" name="直接连接符 40976">
                <a:extLst>
                  <a:ext uri="{FF2B5EF4-FFF2-40B4-BE49-F238E27FC236}">
                    <a16:creationId xmlns:a16="http://schemas.microsoft.com/office/drawing/2014/main" id="{EDA447CB-9BF6-D1EB-0C79-33E8737D1328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8" name="直接连接符 40977">
                <a:extLst>
                  <a:ext uri="{FF2B5EF4-FFF2-40B4-BE49-F238E27FC236}">
                    <a16:creationId xmlns:a16="http://schemas.microsoft.com/office/drawing/2014/main" id="{44EF2555-200B-30C0-2E96-AAD065731613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9" name="直接连接符 40978">
                <a:extLst>
                  <a:ext uri="{FF2B5EF4-FFF2-40B4-BE49-F238E27FC236}">
                    <a16:creationId xmlns:a16="http://schemas.microsoft.com/office/drawing/2014/main" id="{21285525-37E8-7AB8-81B9-0EBCE6228FEB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0" name="直接连接符 40979">
                <a:extLst>
                  <a:ext uri="{FF2B5EF4-FFF2-40B4-BE49-F238E27FC236}">
                    <a16:creationId xmlns:a16="http://schemas.microsoft.com/office/drawing/2014/main" id="{0CFEB566-8D71-96DB-8DC9-E02A0C843687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1" name="直接连接符 40980">
                <a:extLst>
                  <a:ext uri="{FF2B5EF4-FFF2-40B4-BE49-F238E27FC236}">
                    <a16:creationId xmlns:a16="http://schemas.microsoft.com/office/drawing/2014/main" id="{33DA11D0-A0FF-AC56-5CCE-539B81B0D6E5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2" name="直接连接符 40981">
                <a:extLst>
                  <a:ext uri="{FF2B5EF4-FFF2-40B4-BE49-F238E27FC236}">
                    <a16:creationId xmlns:a16="http://schemas.microsoft.com/office/drawing/2014/main" id="{C59BCD99-5103-3389-3AB6-3CBB16617F21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3" name="直接连接符 40982">
                <a:extLst>
                  <a:ext uri="{FF2B5EF4-FFF2-40B4-BE49-F238E27FC236}">
                    <a16:creationId xmlns:a16="http://schemas.microsoft.com/office/drawing/2014/main" id="{0F2BDB6E-5BA3-0E6A-B1BA-0EEBB0547A5B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4" name="直接连接符 40983">
                <a:extLst>
                  <a:ext uri="{FF2B5EF4-FFF2-40B4-BE49-F238E27FC236}">
                    <a16:creationId xmlns:a16="http://schemas.microsoft.com/office/drawing/2014/main" id="{7B245CE3-8351-40DD-FC95-BD0222785A72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5" name="直接连接符 40984">
                <a:extLst>
                  <a:ext uri="{FF2B5EF4-FFF2-40B4-BE49-F238E27FC236}">
                    <a16:creationId xmlns:a16="http://schemas.microsoft.com/office/drawing/2014/main" id="{82BFB4FD-97F6-C2B6-0B0A-118094532643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6" name="直接连接符 40985">
                <a:extLst>
                  <a:ext uri="{FF2B5EF4-FFF2-40B4-BE49-F238E27FC236}">
                    <a16:creationId xmlns:a16="http://schemas.microsoft.com/office/drawing/2014/main" id="{63ECF9C1-A266-5F47-AE2D-3CE4609445E6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7" name="直接连接符 40986">
                <a:extLst>
                  <a:ext uri="{FF2B5EF4-FFF2-40B4-BE49-F238E27FC236}">
                    <a16:creationId xmlns:a16="http://schemas.microsoft.com/office/drawing/2014/main" id="{EBB478DB-1587-0DEC-57EC-1D1D97C4FE74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8" name="直接连接符 40987">
                <a:extLst>
                  <a:ext uri="{FF2B5EF4-FFF2-40B4-BE49-F238E27FC236}">
                    <a16:creationId xmlns:a16="http://schemas.microsoft.com/office/drawing/2014/main" id="{5A7385E7-C7FC-B102-563A-5E2E41F898E5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9" name="直接连接符 40988">
                <a:extLst>
                  <a:ext uri="{FF2B5EF4-FFF2-40B4-BE49-F238E27FC236}">
                    <a16:creationId xmlns:a16="http://schemas.microsoft.com/office/drawing/2014/main" id="{FC9F5C4A-8FF8-D3E3-61B0-AC5487BBC8A5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0" name="直接连接符 40989">
                <a:extLst>
                  <a:ext uri="{FF2B5EF4-FFF2-40B4-BE49-F238E27FC236}">
                    <a16:creationId xmlns:a16="http://schemas.microsoft.com/office/drawing/2014/main" id="{178DC5E8-5939-FA4F-038A-FCC48E3C8F8F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1" name="直接连接符 40990">
                <a:extLst>
                  <a:ext uri="{FF2B5EF4-FFF2-40B4-BE49-F238E27FC236}">
                    <a16:creationId xmlns:a16="http://schemas.microsoft.com/office/drawing/2014/main" id="{FDB6F260-C9D2-AB32-291E-736F1263CD6E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2" name="直接连接符 40991">
                <a:extLst>
                  <a:ext uri="{FF2B5EF4-FFF2-40B4-BE49-F238E27FC236}">
                    <a16:creationId xmlns:a16="http://schemas.microsoft.com/office/drawing/2014/main" id="{F8C42750-F501-1975-19B9-DDA186346487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3" name="直接连接符 40992">
                <a:extLst>
                  <a:ext uri="{FF2B5EF4-FFF2-40B4-BE49-F238E27FC236}">
                    <a16:creationId xmlns:a16="http://schemas.microsoft.com/office/drawing/2014/main" id="{40E21095-0F93-6C61-2BA7-595F59DEB252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4" name="直接连接符 40993">
                <a:extLst>
                  <a:ext uri="{FF2B5EF4-FFF2-40B4-BE49-F238E27FC236}">
                    <a16:creationId xmlns:a16="http://schemas.microsoft.com/office/drawing/2014/main" id="{A133768A-3343-76F4-02C1-2BA0144B6BA2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5" name="直接连接符 40994">
                <a:extLst>
                  <a:ext uri="{FF2B5EF4-FFF2-40B4-BE49-F238E27FC236}">
                    <a16:creationId xmlns:a16="http://schemas.microsoft.com/office/drawing/2014/main" id="{40BA75F1-A481-C34A-0F01-3C3B05FC247E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6" name="直接连接符 40995">
                <a:extLst>
                  <a:ext uri="{FF2B5EF4-FFF2-40B4-BE49-F238E27FC236}">
                    <a16:creationId xmlns:a16="http://schemas.microsoft.com/office/drawing/2014/main" id="{DD33E36D-47E2-AAD5-8590-69FD646937E4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7" name="直接连接符 40996">
                <a:extLst>
                  <a:ext uri="{FF2B5EF4-FFF2-40B4-BE49-F238E27FC236}">
                    <a16:creationId xmlns:a16="http://schemas.microsoft.com/office/drawing/2014/main" id="{768D3F4E-8C66-4EBA-EAEA-851A55E8360F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8" name="直接连接符 40997">
                <a:extLst>
                  <a:ext uri="{FF2B5EF4-FFF2-40B4-BE49-F238E27FC236}">
                    <a16:creationId xmlns:a16="http://schemas.microsoft.com/office/drawing/2014/main" id="{F009E5C9-E68C-553A-9579-B06EE17E8740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9" name="直接连接符 40998">
                <a:extLst>
                  <a:ext uri="{FF2B5EF4-FFF2-40B4-BE49-F238E27FC236}">
                    <a16:creationId xmlns:a16="http://schemas.microsoft.com/office/drawing/2014/main" id="{04373023-1B33-4ECF-5513-7B0A50AC7E79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0" name="直接连接符 40999">
                <a:extLst>
                  <a:ext uri="{FF2B5EF4-FFF2-40B4-BE49-F238E27FC236}">
                    <a16:creationId xmlns:a16="http://schemas.microsoft.com/office/drawing/2014/main" id="{F991BDE8-B013-53F5-0AB9-BB2344E238EA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1" name="直接连接符 41000">
                <a:extLst>
                  <a:ext uri="{FF2B5EF4-FFF2-40B4-BE49-F238E27FC236}">
                    <a16:creationId xmlns:a16="http://schemas.microsoft.com/office/drawing/2014/main" id="{54F19E00-4F6D-95FA-EC14-E37F54D2FDB1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2" name="直接连接符 41001">
                <a:extLst>
                  <a:ext uri="{FF2B5EF4-FFF2-40B4-BE49-F238E27FC236}">
                    <a16:creationId xmlns:a16="http://schemas.microsoft.com/office/drawing/2014/main" id="{8475B535-8F1D-0789-4601-B6635D36A9D4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3" name="直接连接符 41002">
                <a:extLst>
                  <a:ext uri="{FF2B5EF4-FFF2-40B4-BE49-F238E27FC236}">
                    <a16:creationId xmlns:a16="http://schemas.microsoft.com/office/drawing/2014/main" id="{576BF30F-D42A-D8F9-88B4-50DBCD1A1DB1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4" name="直接连接符 41003">
                <a:extLst>
                  <a:ext uri="{FF2B5EF4-FFF2-40B4-BE49-F238E27FC236}">
                    <a16:creationId xmlns:a16="http://schemas.microsoft.com/office/drawing/2014/main" id="{23472221-4E47-0AFE-211C-8A48BAD60E05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5" name="直接连接符 41004">
                <a:extLst>
                  <a:ext uri="{FF2B5EF4-FFF2-40B4-BE49-F238E27FC236}">
                    <a16:creationId xmlns:a16="http://schemas.microsoft.com/office/drawing/2014/main" id="{C99403DF-913B-EDD5-4FA9-968CDEDEF682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6" name="直接连接符 41005">
                <a:extLst>
                  <a:ext uri="{FF2B5EF4-FFF2-40B4-BE49-F238E27FC236}">
                    <a16:creationId xmlns:a16="http://schemas.microsoft.com/office/drawing/2014/main" id="{A4FD66CC-D022-C7AD-04E0-9B10116A7267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7" name="直接连接符 41006">
                <a:extLst>
                  <a:ext uri="{FF2B5EF4-FFF2-40B4-BE49-F238E27FC236}">
                    <a16:creationId xmlns:a16="http://schemas.microsoft.com/office/drawing/2014/main" id="{7A66C171-83DF-AAF6-3C75-DB975A71ED36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8" name="直接连接符 41007">
                <a:extLst>
                  <a:ext uri="{FF2B5EF4-FFF2-40B4-BE49-F238E27FC236}">
                    <a16:creationId xmlns:a16="http://schemas.microsoft.com/office/drawing/2014/main" id="{31AAFC64-1665-4DFA-3B53-86553E1AD973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9" name="直接连接符 41008">
                <a:extLst>
                  <a:ext uri="{FF2B5EF4-FFF2-40B4-BE49-F238E27FC236}">
                    <a16:creationId xmlns:a16="http://schemas.microsoft.com/office/drawing/2014/main" id="{EA82AAF1-3906-0E1E-3857-3E906883FA57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0" name="直接连接符 41009">
                <a:extLst>
                  <a:ext uri="{FF2B5EF4-FFF2-40B4-BE49-F238E27FC236}">
                    <a16:creationId xmlns:a16="http://schemas.microsoft.com/office/drawing/2014/main" id="{54E281C0-AE87-751A-464B-44B662392299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1" name="直接连接符 41010">
                <a:extLst>
                  <a:ext uri="{FF2B5EF4-FFF2-40B4-BE49-F238E27FC236}">
                    <a16:creationId xmlns:a16="http://schemas.microsoft.com/office/drawing/2014/main" id="{BDBD94AA-2F71-5197-9F25-CD99D0CE1B4D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2" name="直接连接符 41011">
                <a:extLst>
                  <a:ext uri="{FF2B5EF4-FFF2-40B4-BE49-F238E27FC236}">
                    <a16:creationId xmlns:a16="http://schemas.microsoft.com/office/drawing/2014/main" id="{1095DB32-DA1A-7712-E5C4-7B4EC58C7E62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3" name="直接连接符 41012">
                <a:extLst>
                  <a:ext uri="{FF2B5EF4-FFF2-40B4-BE49-F238E27FC236}">
                    <a16:creationId xmlns:a16="http://schemas.microsoft.com/office/drawing/2014/main" id="{3A53B182-3802-D8D5-AE22-7EB57AB243DB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4" name="直接连接符 41013">
                <a:extLst>
                  <a:ext uri="{FF2B5EF4-FFF2-40B4-BE49-F238E27FC236}">
                    <a16:creationId xmlns:a16="http://schemas.microsoft.com/office/drawing/2014/main" id="{523C0952-FE7A-9418-F2B3-D50C36E9887C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5" name="直接连接符 41014">
                <a:extLst>
                  <a:ext uri="{FF2B5EF4-FFF2-40B4-BE49-F238E27FC236}">
                    <a16:creationId xmlns:a16="http://schemas.microsoft.com/office/drawing/2014/main" id="{40906E99-5316-63E6-2FA5-3CCF85174892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6" name="直接连接符 41015">
                <a:extLst>
                  <a:ext uri="{FF2B5EF4-FFF2-40B4-BE49-F238E27FC236}">
                    <a16:creationId xmlns:a16="http://schemas.microsoft.com/office/drawing/2014/main" id="{8731FF30-8A3B-60D9-78B7-EC3EB9B74ED3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7" name="直接连接符 41016">
                <a:extLst>
                  <a:ext uri="{FF2B5EF4-FFF2-40B4-BE49-F238E27FC236}">
                    <a16:creationId xmlns:a16="http://schemas.microsoft.com/office/drawing/2014/main" id="{1638B6DB-9751-2F36-E868-BD8C755C151F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8" name="直接连接符 41017">
                <a:extLst>
                  <a:ext uri="{FF2B5EF4-FFF2-40B4-BE49-F238E27FC236}">
                    <a16:creationId xmlns:a16="http://schemas.microsoft.com/office/drawing/2014/main" id="{B903AE29-71D3-5920-D586-01DEBEC9FAD0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9" name="直接连接符 41018">
                <a:extLst>
                  <a:ext uri="{FF2B5EF4-FFF2-40B4-BE49-F238E27FC236}">
                    <a16:creationId xmlns:a16="http://schemas.microsoft.com/office/drawing/2014/main" id="{2113E4AC-BD9B-FF69-DF90-7AA5F22A9EAE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0" name="直接连接符 41019">
                <a:extLst>
                  <a:ext uri="{FF2B5EF4-FFF2-40B4-BE49-F238E27FC236}">
                    <a16:creationId xmlns:a16="http://schemas.microsoft.com/office/drawing/2014/main" id="{5C809C8B-754D-6941-9AA9-D84F12EEFB37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1" name="直接连接符 41020">
                <a:extLst>
                  <a:ext uri="{FF2B5EF4-FFF2-40B4-BE49-F238E27FC236}">
                    <a16:creationId xmlns:a16="http://schemas.microsoft.com/office/drawing/2014/main" id="{7B75D9C2-5635-7D91-06C9-3A699217C836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2" name="直接连接符 41021">
                <a:extLst>
                  <a:ext uri="{FF2B5EF4-FFF2-40B4-BE49-F238E27FC236}">
                    <a16:creationId xmlns:a16="http://schemas.microsoft.com/office/drawing/2014/main" id="{D0B1F3FD-B8E7-7698-C4FD-57ED8FC3BD63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3" name="直接连接符 41022">
                <a:extLst>
                  <a:ext uri="{FF2B5EF4-FFF2-40B4-BE49-F238E27FC236}">
                    <a16:creationId xmlns:a16="http://schemas.microsoft.com/office/drawing/2014/main" id="{A6DF92DC-7324-2AF9-4EE5-4921146F4DE7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88" name="直接连接符 37887">
                <a:extLst>
                  <a:ext uri="{FF2B5EF4-FFF2-40B4-BE49-F238E27FC236}">
                    <a16:creationId xmlns:a16="http://schemas.microsoft.com/office/drawing/2014/main" id="{65033895-F037-35CC-ED8F-C59E236195B9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89" name="直接连接符 37888">
                <a:extLst>
                  <a:ext uri="{FF2B5EF4-FFF2-40B4-BE49-F238E27FC236}">
                    <a16:creationId xmlns:a16="http://schemas.microsoft.com/office/drawing/2014/main" id="{516C9CC4-C724-80F2-213F-3E02B7FB88D4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3" name="直接连接符 37892">
                <a:extLst>
                  <a:ext uri="{FF2B5EF4-FFF2-40B4-BE49-F238E27FC236}">
                    <a16:creationId xmlns:a16="http://schemas.microsoft.com/office/drawing/2014/main" id="{B58ACC9F-75D0-C16E-0692-7BED373DB6AA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4" name="直接连接符 37893">
                <a:extLst>
                  <a:ext uri="{FF2B5EF4-FFF2-40B4-BE49-F238E27FC236}">
                    <a16:creationId xmlns:a16="http://schemas.microsoft.com/office/drawing/2014/main" id="{D62A6B9A-14D4-B6E7-B684-EB6F8AE822C1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5" name="直接连接符 37894">
                <a:extLst>
                  <a:ext uri="{FF2B5EF4-FFF2-40B4-BE49-F238E27FC236}">
                    <a16:creationId xmlns:a16="http://schemas.microsoft.com/office/drawing/2014/main" id="{AF937811-B829-95C5-9BD9-0C3E2EE2D094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6" name="直接连接符 37895">
                <a:extLst>
                  <a:ext uri="{FF2B5EF4-FFF2-40B4-BE49-F238E27FC236}">
                    <a16:creationId xmlns:a16="http://schemas.microsoft.com/office/drawing/2014/main" id="{F74EC587-2C3F-1467-FBF9-3EA2B1BE4C0B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97" name="直接连接符 37896">
                <a:extLst>
                  <a:ext uri="{FF2B5EF4-FFF2-40B4-BE49-F238E27FC236}">
                    <a16:creationId xmlns:a16="http://schemas.microsoft.com/office/drawing/2014/main" id="{FCD988E3-795D-8EE5-1E9F-69D16BB12D4B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4042928-F1CE-2DAB-EBB5-30349A91E9F1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45A1511B-8B40-B30D-81BB-8DC9B1AE9385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F35A8B25-B319-B0E3-645D-8D47182E9197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5ED205C8-298D-A30D-107F-FCE71B7E5F64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9DBE1B1B-EDBA-DADE-1139-140B61B4B4CE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5293DF48-D48D-9694-D85D-DDBEC7645D84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3F45F252-A36E-A0AA-BA18-C921C2259FB6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F8FE1CB6-1559-469E-9818-303DFEC3ED7A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4F0AD661-8BAD-6C77-B538-BBD044CD8948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8C8D500-9C27-C58E-7612-8CB2693C7C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32498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8600C683-AE66-437D-B009-DB36BA2819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3.4 二分性测试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53624B53-23B0-42D3-8363-0996750DE3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386106"/>
            <a:ext cx="8236024" cy="4731812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二部图是一个图，其中结点集可以划分为</a:t>
            </a:r>
            <a:r>
              <a:rPr lang="en-US" altLang="zh-CN" sz="2400" dirty="0"/>
              <a:t>X</a:t>
            </a:r>
            <a:r>
              <a:rPr lang="zh-CN" altLang="en-US" sz="2400" dirty="0"/>
              <a:t>与</a:t>
            </a:r>
            <a:r>
              <a:rPr lang="en-US" altLang="zh-CN" sz="2400" dirty="0"/>
              <a:t>Y, </a:t>
            </a:r>
            <a:r>
              <a:rPr lang="zh-CN" altLang="en-US" sz="2400" dirty="0"/>
              <a:t>每条边一端在</a:t>
            </a:r>
            <a:r>
              <a:rPr lang="en-US" altLang="zh-CN" sz="2400" dirty="0"/>
              <a:t>X</a:t>
            </a:r>
            <a:r>
              <a:rPr lang="zh-CN" altLang="en-US" sz="2400" dirty="0"/>
              <a:t>中</a:t>
            </a:r>
            <a:r>
              <a:rPr lang="en-US" altLang="zh-CN" sz="2400" dirty="0"/>
              <a:t>,</a:t>
            </a:r>
            <a:r>
              <a:rPr lang="zh-CN" altLang="en-US" sz="2400" dirty="0"/>
              <a:t> 另一端在</a:t>
            </a:r>
            <a:r>
              <a:rPr lang="en-US" altLang="zh-CN" sz="2400" dirty="0"/>
              <a:t>Y</a:t>
            </a:r>
            <a:r>
              <a:rPr lang="zh-CN" altLang="en-US" sz="2400" dirty="0"/>
              <a:t>中。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直观的，如果能对结点着红色和蓝色，使得每条边有一个红端点和一个蓝端点，这个图就是二部图。</a:t>
            </a:r>
          </a:p>
        </p:txBody>
      </p:sp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0FC3F422-30A4-4AB3-A669-3B1E24AB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AC004B-4751-4094-8C35-5CE5918DE52D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kumimoji="0" lang="en-US" altLang="zh-CN" sz="1400"/>
          </a:p>
        </p:txBody>
      </p:sp>
      <p:pic>
        <p:nvPicPr>
          <p:cNvPr id="38917" name="Picture 23">
            <a:extLst>
              <a:ext uri="{FF2B5EF4-FFF2-40B4-BE49-F238E27FC236}">
                <a16:creationId xmlns:a16="http://schemas.microsoft.com/office/drawing/2014/main" id="{529BF4C7-2CB1-46E7-98C6-DBC2D6C49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7" y="3877637"/>
            <a:ext cx="187642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4CE9238F-E6FB-8A1F-7BB3-DA61B8E729EA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89A0EDE7-D61A-F95D-85DE-A142F642F270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838728AD-5706-16DB-0046-02A4A87D8909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F9D1874-5AE4-4007-4F12-7D9353676D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59CF4684-A556-D46C-AAE8-A9EFF0797EA2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F7C1E04-3B9E-371F-852C-C60DF2944E53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35290B8-C669-EB3D-5863-A4597CD1AFB5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33992128-FFA9-1DA5-01E3-CF093F7221FD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0C6033A6-2502-7A41-4FF0-2E5A096CAFB6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A7E2ED6E-96F8-D696-3F76-5C09262360C7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10BD1B3-1DDE-FE80-4577-D5FA6D5E796E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55C0B816-8CA2-A09D-8BA8-139B1D331FF7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FCB5D39C-0ED0-4B51-7D92-2A41BCEEBE17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380D44AC-4F28-F05F-2018-9609DA38D124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A0E23B5-6E1C-9CC8-A073-B3E96F8D7361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D612F6CF-1E18-EFB5-100D-34D35D78A84B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822D1EFD-AF57-BC45-673E-6BC5E89D0EA5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623D6988-8078-E57E-B8E2-32711405736E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051723BD-EFC7-C8AE-A6E6-A8191EFAF5C5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14B81572-1F93-AAA8-CDBE-2E1E492B9CEB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190B904B-4915-571E-3778-B984767B2826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51397B23-8987-361B-BCB6-DBA584E2E03E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C9082C81-7145-EFC2-F4BE-A136521FFF49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69F95969-17BF-4FEF-13BE-55449E329911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004F36DC-6B38-E34C-F93A-87D186C57E66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5D546C32-B22D-0DB0-C4C0-5A4223E1001A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EABC4BFE-47EA-B10E-C16D-F2C9D32D0D62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E3253989-67DE-C9E7-9D71-4D6401B35FAB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99B14BB6-1366-309F-5C7F-110D849BA15F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CBFFCD5B-8BEC-F232-F342-6DA945D8B99D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A7D275F1-0592-9FCE-2169-E670A7DB10C0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88858E21-532E-18DE-9F9B-AE12AB807B3F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013A6840-EE98-679F-4ED4-1A7FC6210B0B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FCB317B2-20E5-A1A2-F306-3E34DC651CA0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06D60E8F-6DE1-00B9-630F-A53EEEFA2403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7F2AD092-F5FA-4126-7E4B-7319FC8A5AAF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AC564CF5-791C-D18C-9A99-3C8377951822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D949C946-E41F-B2D4-F76D-ABFFE70196E7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B630921E-14CB-5AB3-1DF6-98CB60BD1877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152E8541-0ADC-753D-A6BB-1E496977D2BC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CFCFF2F9-1E28-D6BE-4D7B-AE81DA0FFCAF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6ABE1D87-8F78-FAD7-C312-9BC08491FB70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B58FFE4B-C9B8-3BC6-17E9-BB8D63A0B99C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CDE4EC31-BA15-363C-2F68-0230A058A9EE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0222600D-B628-5944-70E9-7A2FDA1AF0A6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7C61FF90-4191-D2D1-7839-40618D0ED080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3EDAEE7A-5941-DD11-9484-EC0BEB8ACA52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EA1A3973-AA8F-3E50-D148-E68DCD2C7231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AFC13163-B2B6-B1B3-0A9F-8DF289FB28B3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0548E2F1-569E-60EB-7ECC-64E0F5DCFEA5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ED3165E2-6C25-9B15-5000-50C3685C321D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043A6D05-4417-AC85-D630-624ED8D1B38C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12" name="直接连接符 38911">
                <a:extLst>
                  <a:ext uri="{FF2B5EF4-FFF2-40B4-BE49-F238E27FC236}">
                    <a16:creationId xmlns:a16="http://schemas.microsoft.com/office/drawing/2014/main" id="{F6637730-5FBD-0DBF-24FB-83E3EE33356F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13" name="直接连接符 38912">
                <a:extLst>
                  <a:ext uri="{FF2B5EF4-FFF2-40B4-BE49-F238E27FC236}">
                    <a16:creationId xmlns:a16="http://schemas.microsoft.com/office/drawing/2014/main" id="{B9E6707A-E47C-8297-E26B-3C9CECDD221C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18" name="直接连接符 38917">
                <a:extLst>
                  <a:ext uri="{FF2B5EF4-FFF2-40B4-BE49-F238E27FC236}">
                    <a16:creationId xmlns:a16="http://schemas.microsoft.com/office/drawing/2014/main" id="{EFF6B7CB-BBF6-4BBF-630D-006931EEA51C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19" name="直接连接符 38918">
                <a:extLst>
                  <a:ext uri="{FF2B5EF4-FFF2-40B4-BE49-F238E27FC236}">
                    <a16:creationId xmlns:a16="http://schemas.microsoft.com/office/drawing/2014/main" id="{F04169D5-9BA1-D8C2-4026-C8EC73F0573F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20" name="直接连接符 38919">
                <a:extLst>
                  <a:ext uri="{FF2B5EF4-FFF2-40B4-BE49-F238E27FC236}">
                    <a16:creationId xmlns:a16="http://schemas.microsoft.com/office/drawing/2014/main" id="{5100022F-538A-84DA-8080-E6A4EFEC26DD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21" name="直接连接符 38920">
                <a:extLst>
                  <a:ext uri="{FF2B5EF4-FFF2-40B4-BE49-F238E27FC236}">
                    <a16:creationId xmlns:a16="http://schemas.microsoft.com/office/drawing/2014/main" id="{6B5EF131-BC46-5627-C04A-0DC8D58D0870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22" name="直接连接符 38921">
                <a:extLst>
                  <a:ext uri="{FF2B5EF4-FFF2-40B4-BE49-F238E27FC236}">
                    <a16:creationId xmlns:a16="http://schemas.microsoft.com/office/drawing/2014/main" id="{B050B0C7-217F-2BA1-E8D3-51790939A276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23" name="直接连接符 38922">
                <a:extLst>
                  <a:ext uri="{FF2B5EF4-FFF2-40B4-BE49-F238E27FC236}">
                    <a16:creationId xmlns:a16="http://schemas.microsoft.com/office/drawing/2014/main" id="{013C0B25-F50E-8E9D-4D66-AD08622CA51C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24" name="直接连接符 38923">
                <a:extLst>
                  <a:ext uri="{FF2B5EF4-FFF2-40B4-BE49-F238E27FC236}">
                    <a16:creationId xmlns:a16="http://schemas.microsoft.com/office/drawing/2014/main" id="{E0D49633-5F55-2C9B-C782-D2900D87A368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25" name="直接连接符 38924">
                <a:extLst>
                  <a:ext uri="{FF2B5EF4-FFF2-40B4-BE49-F238E27FC236}">
                    <a16:creationId xmlns:a16="http://schemas.microsoft.com/office/drawing/2014/main" id="{D048BDEE-8162-BFCB-56D1-F3C90A060504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26" name="直接连接符 38925">
                <a:extLst>
                  <a:ext uri="{FF2B5EF4-FFF2-40B4-BE49-F238E27FC236}">
                    <a16:creationId xmlns:a16="http://schemas.microsoft.com/office/drawing/2014/main" id="{0D068947-AF0E-9F59-13F8-C3DFE9ACCDEF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27" name="直接连接符 38926">
                <a:extLst>
                  <a:ext uri="{FF2B5EF4-FFF2-40B4-BE49-F238E27FC236}">
                    <a16:creationId xmlns:a16="http://schemas.microsoft.com/office/drawing/2014/main" id="{55960158-9045-7BF4-97FD-C51F8D421DFE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28" name="直接连接符 38927">
                <a:extLst>
                  <a:ext uri="{FF2B5EF4-FFF2-40B4-BE49-F238E27FC236}">
                    <a16:creationId xmlns:a16="http://schemas.microsoft.com/office/drawing/2014/main" id="{CDABCEC2-AF74-D95B-40EA-2C6D17718266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29" name="直接连接符 38928">
                <a:extLst>
                  <a:ext uri="{FF2B5EF4-FFF2-40B4-BE49-F238E27FC236}">
                    <a16:creationId xmlns:a16="http://schemas.microsoft.com/office/drawing/2014/main" id="{3C632834-BDD8-126A-253B-5FA4A75DDD4E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30" name="直接连接符 38929">
                <a:extLst>
                  <a:ext uri="{FF2B5EF4-FFF2-40B4-BE49-F238E27FC236}">
                    <a16:creationId xmlns:a16="http://schemas.microsoft.com/office/drawing/2014/main" id="{57313F3A-2657-52E4-06AC-DC6167C9104B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31" name="直接连接符 38930">
                <a:extLst>
                  <a:ext uri="{FF2B5EF4-FFF2-40B4-BE49-F238E27FC236}">
                    <a16:creationId xmlns:a16="http://schemas.microsoft.com/office/drawing/2014/main" id="{670983E9-BA77-F1AF-EC42-9DF15EA54FDB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32" name="直接连接符 38931">
                <a:extLst>
                  <a:ext uri="{FF2B5EF4-FFF2-40B4-BE49-F238E27FC236}">
                    <a16:creationId xmlns:a16="http://schemas.microsoft.com/office/drawing/2014/main" id="{679D45D0-9C7B-61B9-3A67-19BE58A5D5F9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33" name="直接连接符 38932">
                <a:extLst>
                  <a:ext uri="{FF2B5EF4-FFF2-40B4-BE49-F238E27FC236}">
                    <a16:creationId xmlns:a16="http://schemas.microsoft.com/office/drawing/2014/main" id="{FF0A9452-C791-A220-EF8F-1A3BF061BAD5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34" name="直接连接符 38933">
                <a:extLst>
                  <a:ext uri="{FF2B5EF4-FFF2-40B4-BE49-F238E27FC236}">
                    <a16:creationId xmlns:a16="http://schemas.microsoft.com/office/drawing/2014/main" id="{E03C9565-C69E-F54F-CAA5-DF0C29BB0595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35" name="直接连接符 38934">
                <a:extLst>
                  <a:ext uri="{FF2B5EF4-FFF2-40B4-BE49-F238E27FC236}">
                    <a16:creationId xmlns:a16="http://schemas.microsoft.com/office/drawing/2014/main" id="{CE82B111-F432-FCFC-8A33-9D1C4998B7FA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36" name="直接连接符 38935">
                <a:extLst>
                  <a:ext uri="{FF2B5EF4-FFF2-40B4-BE49-F238E27FC236}">
                    <a16:creationId xmlns:a16="http://schemas.microsoft.com/office/drawing/2014/main" id="{D8808BAF-8266-E7AE-7E41-90570A24864D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37" name="直接连接符 38936">
                <a:extLst>
                  <a:ext uri="{FF2B5EF4-FFF2-40B4-BE49-F238E27FC236}">
                    <a16:creationId xmlns:a16="http://schemas.microsoft.com/office/drawing/2014/main" id="{C2885ADF-691D-7E54-3352-33B43F7CBEBD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38" name="直接连接符 38937">
                <a:extLst>
                  <a:ext uri="{FF2B5EF4-FFF2-40B4-BE49-F238E27FC236}">
                    <a16:creationId xmlns:a16="http://schemas.microsoft.com/office/drawing/2014/main" id="{818AF334-D60D-0F62-118F-F72C204E07E5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39" name="直接连接符 38938">
                <a:extLst>
                  <a:ext uri="{FF2B5EF4-FFF2-40B4-BE49-F238E27FC236}">
                    <a16:creationId xmlns:a16="http://schemas.microsoft.com/office/drawing/2014/main" id="{BC885B66-8320-091D-375A-85007EF9B030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40" name="直接连接符 38939">
                <a:extLst>
                  <a:ext uri="{FF2B5EF4-FFF2-40B4-BE49-F238E27FC236}">
                    <a16:creationId xmlns:a16="http://schemas.microsoft.com/office/drawing/2014/main" id="{B3D53443-A77A-518A-2089-AF1D85C85748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41" name="直接连接符 38940">
                <a:extLst>
                  <a:ext uri="{FF2B5EF4-FFF2-40B4-BE49-F238E27FC236}">
                    <a16:creationId xmlns:a16="http://schemas.microsoft.com/office/drawing/2014/main" id="{24D209B8-40A2-75D9-2713-2EAF0F3C10C4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42" name="直接连接符 38941">
                <a:extLst>
                  <a:ext uri="{FF2B5EF4-FFF2-40B4-BE49-F238E27FC236}">
                    <a16:creationId xmlns:a16="http://schemas.microsoft.com/office/drawing/2014/main" id="{45605133-2328-063C-072E-BECB6BD8E2E9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43" name="直接连接符 38942">
                <a:extLst>
                  <a:ext uri="{FF2B5EF4-FFF2-40B4-BE49-F238E27FC236}">
                    <a16:creationId xmlns:a16="http://schemas.microsoft.com/office/drawing/2014/main" id="{221826D3-FACE-3666-057D-764FE0A7E297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44" name="直接连接符 38943">
                <a:extLst>
                  <a:ext uri="{FF2B5EF4-FFF2-40B4-BE49-F238E27FC236}">
                    <a16:creationId xmlns:a16="http://schemas.microsoft.com/office/drawing/2014/main" id="{0B2FE542-4D42-54E9-09BB-DA39C5E9EFD5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45" name="直接连接符 38944">
                <a:extLst>
                  <a:ext uri="{FF2B5EF4-FFF2-40B4-BE49-F238E27FC236}">
                    <a16:creationId xmlns:a16="http://schemas.microsoft.com/office/drawing/2014/main" id="{8ECF3499-002E-3D07-CB04-9F3E54C30DC6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46" name="直接连接符 38945">
                <a:extLst>
                  <a:ext uri="{FF2B5EF4-FFF2-40B4-BE49-F238E27FC236}">
                    <a16:creationId xmlns:a16="http://schemas.microsoft.com/office/drawing/2014/main" id="{F6356822-45E0-5BB0-F165-199A44ABDE13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47" name="直接连接符 38946">
                <a:extLst>
                  <a:ext uri="{FF2B5EF4-FFF2-40B4-BE49-F238E27FC236}">
                    <a16:creationId xmlns:a16="http://schemas.microsoft.com/office/drawing/2014/main" id="{1FC6BF94-5358-B03B-ED12-86283DAA0EAA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48" name="直接连接符 38947">
                <a:extLst>
                  <a:ext uri="{FF2B5EF4-FFF2-40B4-BE49-F238E27FC236}">
                    <a16:creationId xmlns:a16="http://schemas.microsoft.com/office/drawing/2014/main" id="{68F024C6-0C9E-AF14-F6DD-E10FE56F1732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49" name="直接连接符 38948">
                <a:extLst>
                  <a:ext uri="{FF2B5EF4-FFF2-40B4-BE49-F238E27FC236}">
                    <a16:creationId xmlns:a16="http://schemas.microsoft.com/office/drawing/2014/main" id="{B5BC4DAA-5DA7-A264-305A-6818487A1742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50" name="直接连接符 38949">
                <a:extLst>
                  <a:ext uri="{FF2B5EF4-FFF2-40B4-BE49-F238E27FC236}">
                    <a16:creationId xmlns:a16="http://schemas.microsoft.com/office/drawing/2014/main" id="{996DCCFD-DCD5-D173-1FCB-26344E2C713C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51" name="直接连接符 38950">
                <a:extLst>
                  <a:ext uri="{FF2B5EF4-FFF2-40B4-BE49-F238E27FC236}">
                    <a16:creationId xmlns:a16="http://schemas.microsoft.com/office/drawing/2014/main" id="{86C8A91D-1754-9B19-0578-C7142A77E655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52" name="直接连接符 38951">
                <a:extLst>
                  <a:ext uri="{FF2B5EF4-FFF2-40B4-BE49-F238E27FC236}">
                    <a16:creationId xmlns:a16="http://schemas.microsoft.com/office/drawing/2014/main" id="{B3FF8EE7-F0FC-F169-D6DD-59098614EAB2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53" name="直接连接符 38952">
                <a:extLst>
                  <a:ext uri="{FF2B5EF4-FFF2-40B4-BE49-F238E27FC236}">
                    <a16:creationId xmlns:a16="http://schemas.microsoft.com/office/drawing/2014/main" id="{4800906C-DFFF-7DFB-15F3-702277A37428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54" name="直接连接符 38953">
                <a:extLst>
                  <a:ext uri="{FF2B5EF4-FFF2-40B4-BE49-F238E27FC236}">
                    <a16:creationId xmlns:a16="http://schemas.microsoft.com/office/drawing/2014/main" id="{39DBE521-75C6-D268-6EDC-D8CBFCB5F26F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55" name="直接连接符 38954">
                <a:extLst>
                  <a:ext uri="{FF2B5EF4-FFF2-40B4-BE49-F238E27FC236}">
                    <a16:creationId xmlns:a16="http://schemas.microsoft.com/office/drawing/2014/main" id="{FABF38C5-A3DA-6128-887D-2E2F23C06681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56" name="直接连接符 38955">
                <a:extLst>
                  <a:ext uri="{FF2B5EF4-FFF2-40B4-BE49-F238E27FC236}">
                    <a16:creationId xmlns:a16="http://schemas.microsoft.com/office/drawing/2014/main" id="{1FAC8242-FB25-06CB-CC77-065E33AFE22A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57" name="直接连接符 38956">
                <a:extLst>
                  <a:ext uri="{FF2B5EF4-FFF2-40B4-BE49-F238E27FC236}">
                    <a16:creationId xmlns:a16="http://schemas.microsoft.com/office/drawing/2014/main" id="{CD5DDD75-7DDB-6903-B772-523B188D6EE6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58" name="直接连接符 38957">
                <a:extLst>
                  <a:ext uri="{FF2B5EF4-FFF2-40B4-BE49-F238E27FC236}">
                    <a16:creationId xmlns:a16="http://schemas.microsoft.com/office/drawing/2014/main" id="{40C3A096-6190-BD0F-3204-49C860979013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59" name="直接连接符 38958">
                <a:extLst>
                  <a:ext uri="{FF2B5EF4-FFF2-40B4-BE49-F238E27FC236}">
                    <a16:creationId xmlns:a16="http://schemas.microsoft.com/office/drawing/2014/main" id="{9DAD9C1B-E0AC-56B4-B807-8FAEFF403DBD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60" name="直接连接符 38959">
                <a:extLst>
                  <a:ext uri="{FF2B5EF4-FFF2-40B4-BE49-F238E27FC236}">
                    <a16:creationId xmlns:a16="http://schemas.microsoft.com/office/drawing/2014/main" id="{7B7E203B-5CF3-1B68-8FBD-8BF62B79712D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61" name="直接连接符 38960">
                <a:extLst>
                  <a:ext uri="{FF2B5EF4-FFF2-40B4-BE49-F238E27FC236}">
                    <a16:creationId xmlns:a16="http://schemas.microsoft.com/office/drawing/2014/main" id="{42A0AC8C-47B4-5628-07BD-0BB939498057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62" name="直接连接符 38961">
                <a:extLst>
                  <a:ext uri="{FF2B5EF4-FFF2-40B4-BE49-F238E27FC236}">
                    <a16:creationId xmlns:a16="http://schemas.microsoft.com/office/drawing/2014/main" id="{9D6901A7-DFE3-66DB-E738-9FA0394F276B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63" name="直接连接符 38962">
                <a:extLst>
                  <a:ext uri="{FF2B5EF4-FFF2-40B4-BE49-F238E27FC236}">
                    <a16:creationId xmlns:a16="http://schemas.microsoft.com/office/drawing/2014/main" id="{3E3E151E-9233-25D4-1510-C5D2EFF1751D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64" name="直接连接符 38963">
                <a:extLst>
                  <a:ext uri="{FF2B5EF4-FFF2-40B4-BE49-F238E27FC236}">
                    <a16:creationId xmlns:a16="http://schemas.microsoft.com/office/drawing/2014/main" id="{598C1E96-3E04-D0AC-AC88-080A39CA5267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65" name="直接连接符 38964">
                <a:extLst>
                  <a:ext uri="{FF2B5EF4-FFF2-40B4-BE49-F238E27FC236}">
                    <a16:creationId xmlns:a16="http://schemas.microsoft.com/office/drawing/2014/main" id="{B51D3E2A-D610-063A-5DA9-B8A30F64AF11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66" name="直接连接符 38965">
                <a:extLst>
                  <a:ext uri="{FF2B5EF4-FFF2-40B4-BE49-F238E27FC236}">
                    <a16:creationId xmlns:a16="http://schemas.microsoft.com/office/drawing/2014/main" id="{74A75DFF-F759-4699-829F-44E268222DC1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67" name="直接连接符 38966">
                <a:extLst>
                  <a:ext uri="{FF2B5EF4-FFF2-40B4-BE49-F238E27FC236}">
                    <a16:creationId xmlns:a16="http://schemas.microsoft.com/office/drawing/2014/main" id="{B2F448C4-BFAB-1BA7-F21D-466053858807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68" name="直接连接符 38967">
                <a:extLst>
                  <a:ext uri="{FF2B5EF4-FFF2-40B4-BE49-F238E27FC236}">
                    <a16:creationId xmlns:a16="http://schemas.microsoft.com/office/drawing/2014/main" id="{8A9A3D73-39DA-FC79-5320-EB85D4F276BC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69" name="直接连接符 38968">
                <a:extLst>
                  <a:ext uri="{FF2B5EF4-FFF2-40B4-BE49-F238E27FC236}">
                    <a16:creationId xmlns:a16="http://schemas.microsoft.com/office/drawing/2014/main" id="{45116F3B-8260-E6E4-D45F-29BCEB1C320C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70" name="直接连接符 38969">
                <a:extLst>
                  <a:ext uri="{FF2B5EF4-FFF2-40B4-BE49-F238E27FC236}">
                    <a16:creationId xmlns:a16="http://schemas.microsoft.com/office/drawing/2014/main" id="{30A03C26-6163-5023-6D4B-03ED654F93D5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71" name="直接连接符 38970">
                <a:extLst>
                  <a:ext uri="{FF2B5EF4-FFF2-40B4-BE49-F238E27FC236}">
                    <a16:creationId xmlns:a16="http://schemas.microsoft.com/office/drawing/2014/main" id="{1A079233-72A8-50B4-9C74-75640DD862D9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72" name="直接连接符 38971">
                <a:extLst>
                  <a:ext uri="{FF2B5EF4-FFF2-40B4-BE49-F238E27FC236}">
                    <a16:creationId xmlns:a16="http://schemas.microsoft.com/office/drawing/2014/main" id="{5A9D924D-DBE5-8FFC-0F65-704304805981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73" name="直接连接符 38972">
                <a:extLst>
                  <a:ext uri="{FF2B5EF4-FFF2-40B4-BE49-F238E27FC236}">
                    <a16:creationId xmlns:a16="http://schemas.microsoft.com/office/drawing/2014/main" id="{BFD2F083-168D-5292-2C10-B205A10DAD0F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74" name="直接连接符 38973">
                <a:extLst>
                  <a:ext uri="{FF2B5EF4-FFF2-40B4-BE49-F238E27FC236}">
                    <a16:creationId xmlns:a16="http://schemas.microsoft.com/office/drawing/2014/main" id="{534871F7-3B09-0D1D-6E5D-1A5E50ADD14D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75" name="直接连接符 38974">
                <a:extLst>
                  <a:ext uri="{FF2B5EF4-FFF2-40B4-BE49-F238E27FC236}">
                    <a16:creationId xmlns:a16="http://schemas.microsoft.com/office/drawing/2014/main" id="{ECAA153F-A888-F539-1CF8-8300FBE2F555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76" name="直接连接符 38975">
                <a:extLst>
                  <a:ext uri="{FF2B5EF4-FFF2-40B4-BE49-F238E27FC236}">
                    <a16:creationId xmlns:a16="http://schemas.microsoft.com/office/drawing/2014/main" id="{A3E65206-1909-EA41-4F5F-EC93EE1A4289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77" name="直接连接符 38976">
                <a:extLst>
                  <a:ext uri="{FF2B5EF4-FFF2-40B4-BE49-F238E27FC236}">
                    <a16:creationId xmlns:a16="http://schemas.microsoft.com/office/drawing/2014/main" id="{DBB62CE8-D451-5182-87E8-4F983E69804A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78" name="直接连接符 38977">
                <a:extLst>
                  <a:ext uri="{FF2B5EF4-FFF2-40B4-BE49-F238E27FC236}">
                    <a16:creationId xmlns:a16="http://schemas.microsoft.com/office/drawing/2014/main" id="{5ED8F63D-361F-2606-A065-9ECEB218C5C4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79" name="直接连接符 38978">
                <a:extLst>
                  <a:ext uri="{FF2B5EF4-FFF2-40B4-BE49-F238E27FC236}">
                    <a16:creationId xmlns:a16="http://schemas.microsoft.com/office/drawing/2014/main" id="{D2FAB12D-261B-A84C-BAA3-941F34F408EF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80" name="直接连接符 38979">
                <a:extLst>
                  <a:ext uri="{FF2B5EF4-FFF2-40B4-BE49-F238E27FC236}">
                    <a16:creationId xmlns:a16="http://schemas.microsoft.com/office/drawing/2014/main" id="{DE6A93E3-CDF3-7DBB-1628-C779083E4E9E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81" name="直接连接符 38980">
                <a:extLst>
                  <a:ext uri="{FF2B5EF4-FFF2-40B4-BE49-F238E27FC236}">
                    <a16:creationId xmlns:a16="http://schemas.microsoft.com/office/drawing/2014/main" id="{8530AC0E-D8AA-7DF4-E1DE-F4DF74130391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82" name="直接连接符 38981">
                <a:extLst>
                  <a:ext uri="{FF2B5EF4-FFF2-40B4-BE49-F238E27FC236}">
                    <a16:creationId xmlns:a16="http://schemas.microsoft.com/office/drawing/2014/main" id="{40935E5E-769C-4E3D-4FF3-33029C8A0A66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83" name="直接连接符 38982">
                <a:extLst>
                  <a:ext uri="{FF2B5EF4-FFF2-40B4-BE49-F238E27FC236}">
                    <a16:creationId xmlns:a16="http://schemas.microsoft.com/office/drawing/2014/main" id="{A1901C3A-4569-7ECB-0943-CD87D9439678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84" name="直接连接符 38983">
                <a:extLst>
                  <a:ext uri="{FF2B5EF4-FFF2-40B4-BE49-F238E27FC236}">
                    <a16:creationId xmlns:a16="http://schemas.microsoft.com/office/drawing/2014/main" id="{DCBDFC4B-F559-2F02-EEE5-8DA546542923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F3922C4-2F26-36EE-5C50-780BEC08FCDF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1863A501-6AEB-684F-2699-84BF16E540B3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7A6777DB-B67A-8F61-9C4D-53E9EC501920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837551E2-5D38-BF21-1E64-A081A14F4CCD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525BE6DA-3E59-FF33-A143-4B98F98B1188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AA21F255-F06C-1653-13EB-DDAC3E9C7ADD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1E262E41-0B92-0875-38DF-D676FC946DD8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4D820811-E8F7-D738-F939-05221A62BBF4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BE9C647D-DF4C-951F-6E6E-83ECA0D4F370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76D8E9D2-83AF-BED6-1AE9-DC69D3B16D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7234A303-927C-42F8-821F-3010D2A61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9871" y="533426"/>
            <a:ext cx="7793038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3.4 二分性测试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444EEEDD-4555-4750-A5FF-13F15A75A1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7193" y="1594692"/>
            <a:ext cx="8671991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chemeClr val="hlink"/>
                </a:solidFill>
              </a:rPr>
              <a:t>给一个图</a:t>
            </a:r>
            <a:r>
              <a:rPr lang="en-US" altLang="zh-CN" sz="2400" dirty="0">
                <a:solidFill>
                  <a:schemeClr val="hlink"/>
                </a:solidFill>
              </a:rPr>
              <a:t>G,</a:t>
            </a:r>
            <a:r>
              <a:rPr lang="zh-CN" altLang="en-US" sz="2400" dirty="0">
                <a:solidFill>
                  <a:schemeClr val="hlink"/>
                </a:solidFill>
              </a:rPr>
              <a:t>它是二部图吗</a:t>
            </a:r>
            <a:r>
              <a:rPr lang="zh-CN" altLang="en-US" sz="2400" dirty="0"/>
              <a:t>？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很多有关图的问题，如果是二部图，那么问题会变得容易一些。</a:t>
            </a:r>
          </a:p>
        </p:txBody>
      </p:sp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B6E57161-A2A6-4055-9D19-DC2AEDFDA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604804-C0A5-4466-8155-68615106F591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kumimoji="0" lang="en-US" altLang="zh-CN" sz="1400"/>
          </a:p>
        </p:txBody>
      </p:sp>
      <p:pic>
        <p:nvPicPr>
          <p:cNvPr id="39941" name="Picture 5">
            <a:extLst>
              <a:ext uri="{FF2B5EF4-FFF2-40B4-BE49-F238E27FC236}">
                <a16:creationId xmlns:a16="http://schemas.microsoft.com/office/drawing/2014/main" id="{57C891B5-3D97-4C3D-8FE6-58569C29A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04" y="3272615"/>
            <a:ext cx="6912768" cy="276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EB1AB551-3DB1-1FA4-3C62-54614769CB18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45E4B184-7E20-4DA6-FE7B-B66FD1025CDA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218A30C1-3CEB-F2EF-C2D5-FB9C364DEDDB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2EBFA45-0B73-3BC6-77B1-FF226FD568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E6FAC6-AEE8-4949-B93A-5F440828359D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766D6E0-8E91-E41F-E2F4-3C917A81B902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076E2A1-2183-3BF2-DE79-F26529A3F97B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F5008242-9E24-4954-E4ED-F75CAE8D2CFC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679AFF71-6B23-4092-69B6-7907D96E31E9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ED1A0B6F-5C48-309A-F6C9-C20782B8E329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D9AA360B-4072-7A16-D4AD-0B5862B74D18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48B75AF0-6FAF-C973-ECC7-8C19E50556BB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8D7FFEEB-D261-23B7-A4C0-89A22A12DA76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5ACB2E6E-0277-6A8A-F316-AD1881217785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C6E4E9F0-832A-1F93-74EF-E875753940E8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859DF340-80AD-C713-FDB4-A77752799D5F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97B62B7B-45C7-672C-7571-96DE7EB96C29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F6C82DD8-B1A4-613E-CD43-61B495F7E2CB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97158168-000A-0EA5-3953-00BED098B3B0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1062E4F9-C01F-8881-064A-FEDE63E77BEE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E3E21D6B-B697-0C1E-2605-D986E6E9D030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B707EFAA-8900-142C-5D6D-1A658A82A1A0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27ADA815-5D06-30FF-F081-4079240CC104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F8BD9A25-3138-B3F8-B707-7023DA93F534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DE0CA17-0DC8-6079-C95B-9BCC106CDC09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BFC25162-CF01-80FA-C0E2-EC940242BC5D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66274C80-DDB6-29CF-9DB9-1C4740AF246B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EC215E5A-5A92-CF5D-45E7-A5A82DC1BD08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8B8C9DF5-A5BD-D356-0E35-B8BF7526FA86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A5AE5E4A-8EA9-9FC1-C22E-86FEB6BE9E8B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AF9A9A62-2A38-7C66-B1B0-A884F5F9F062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4DD58289-78E3-6D8C-64FB-46BC82F4E350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8E2578F4-EC4E-FE44-4C68-D022D7BE7D8F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B78A7388-BED1-1F28-8F37-F5B21EDD7DF7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763DBAE3-9A15-63E3-5830-6E567AC8D6E0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BEAF411C-80FD-2BC9-F20E-46DE361FEC3A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1C46A4FD-8614-9D85-D230-92C4E33E5247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D56869FE-9FEE-5CC3-6476-FCD3782090BA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A2B270EC-C75F-17ED-1C66-1DEC47FE5CB8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F9659F3D-41A8-AFF3-20E7-6CF677E33F76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9495AC24-CB9E-6278-4F9B-5F50BC4C031C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2610B344-9FB9-8AA7-D054-155B6AED3505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64BC13B6-8200-5DB1-BD69-27F08A5679E5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E546F981-2DE2-C269-B456-5813ACBA6CCD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C0851FB8-8D2B-D6D4-1CF5-C8F6F0E70BF8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12EDD81F-435C-239C-889C-B4BF8968409B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3491A277-5D3A-443C-0C85-A712AAD388C5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E6CE0769-ED5A-1F61-7B52-5E0FC421C3F8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9C94E840-8E57-5939-1F27-28C19B4C398C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DEA9A684-F53B-FAD6-F842-ED3AD193E7D1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3A8758C3-7327-6AFF-EA11-D898CB9AC479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8D95C51C-002C-465F-5E2A-87F9C4C089AE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36" name="直接连接符 39935">
                <a:extLst>
                  <a:ext uri="{FF2B5EF4-FFF2-40B4-BE49-F238E27FC236}">
                    <a16:creationId xmlns:a16="http://schemas.microsoft.com/office/drawing/2014/main" id="{D90CDF5C-888B-30BE-CD10-D5EE40B65A07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37" name="直接连接符 39936">
                <a:extLst>
                  <a:ext uri="{FF2B5EF4-FFF2-40B4-BE49-F238E27FC236}">
                    <a16:creationId xmlns:a16="http://schemas.microsoft.com/office/drawing/2014/main" id="{409755A9-6A1A-1248-250A-41AF02E8AE5F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42" name="直接连接符 39941">
                <a:extLst>
                  <a:ext uri="{FF2B5EF4-FFF2-40B4-BE49-F238E27FC236}">
                    <a16:creationId xmlns:a16="http://schemas.microsoft.com/office/drawing/2014/main" id="{DF4F5D97-CB5A-1795-1CA8-9DC91738836A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43" name="直接连接符 39942">
                <a:extLst>
                  <a:ext uri="{FF2B5EF4-FFF2-40B4-BE49-F238E27FC236}">
                    <a16:creationId xmlns:a16="http://schemas.microsoft.com/office/drawing/2014/main" id="{C40E99AE-D80B-64BB-8B1E-3D07650391EA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44" name="直接连接符 39943">
                <a:extLst>
                  <a:ext uri="{FF2B5EF4-FFF2-40B4-BE49-F238E27FC236}">
                    <a16:creationId xmlns:a16="http://schemas.microsoft.com/office/drawing/2014/main" id="{5810766E-E1C4-02CF-3541-A3B869518DEA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45" name="直接连接符 39944">
                <a:extLst>
                  <a:ext uri="{FF2B5EF4-FFF2-40B4-BE49-F238E27FC236}">
                    <a16:creationId xmlns:a16="http://schemas.microsoft.com/office/drawing/2014/main" id="{0B8CA644-A54C-0DE5-14A8-631F39219B11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46" name="直接连接符 39945">
                <a:extLst>
                  <a:ext uri="{FF2B5EF4-FFF2-40B4-BE49-F238E27FC236}">
                    <a16:creationId xmlns:a16="http://schemas.microsoft.com/office/drawing/2014/main" id="{0DC9B58A-3ABB-562A-47D5-43D7EC81CF05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47" name="直接连接符 39946">
                <a:extLst>
                  <a:ext uri="{FF2B5EF4-FFF2-40B4-BE49-F238E27FC236}">
                    <a16:creationId xmlns:a16="http://schemas.microsoft.com/office/drawing/2014/main" id="{2ACD5753-E57D-C0CD-972E-FFD6EDC3F16A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48" name="直接连接符 39947">
                <a:extLst>
                  <a:ext uri="{FF2B5EF4-FFF2-40B4-BE49-F238E27FC236}">
                    <a16:creationId xmlns:a16="http://schemas.microsoft.com/office/drawing/2014/main" id="{80AAE3E6-8236-1E29-91F9-CE7AD147FAF6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49" name="直接连接符 39948">
                <a:extLst>
                  <a:ext uri="{FF2B5EF4-FFF2-40B4-BE49-F238E27FC236}">
                    <a16:creationId xmlns:a16="http://schemas.microsoft.com/office/drawing/2014/main" id="{5C8D8F06-5B79-2522-C02F-409A93B4CD99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50" name="直接连接符 39949">
                <a:extLst>
                  <a:ext uri="{FF2B5EF4-FFF2-40B4-BE49-F238E27FC236}">
                    <a16:creationId xmlns:a16="http://schemas.microsoft.com/office/drawing/2014/main" id="{91C2D5EC-CC62-DC21-DFDD-03E53C8CF99B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51" name="直接连接符 39950">
                <a:extLst>
                  <a:ext uri="{FF2B5EF4-FFF2-40B4-BE49-F238E27FC236}">
                    <a16:creationId xmlns:a16="http://schemas.microsoft.com/office/drawing/2014/main" id="{812D37F0-C05A-1BB7-7375-66F046D70380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52" name="直接连接符 39951">
                <a:extLst>
                  <a:ext uri="{FF2B5EF4-FFF2-40B4-BE49-F238E27FC236}">
                    <a16:creationId xmlns:a16="http://schemas.microsoft.com/office/drawing/2014/main" id="{D280B229-8EA9-1CA6-020B-A294BFEFADB8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53" name="直接连接符 39952">
                <a:extLst>
                  <a:ext uri="{FF2B5EF4-FFF2-40B4-BE49-F238E27FC236}">
                    <a16:creationId xmlns:a16="http://schemas.microsoft.com/office/drawing/2014/main" id="{5F1340CB-0CC2-1692-A49B-33A82E7643E8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54" name="直接连接符 39953">
                <a:extLst>
                  <a:ext uri="{FF2B5EF4-FFF2-40B4-BE49-F238E27FC236}">
                    <a16:creationId xmlns:a16="http://schemas.microsoft.com/office/drawing/2014/main" id="{7EE4BA4D-A1A6-2E19-094E-9FBEF103C86C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55" name="直接连接符 39954">
                <a:extLst>
                  <a:ext uri="{FF2B5EF4-FFF2-40B4-BE49-F238E27FC236}">
                    <a16:creationId xmlns:a16="http://schemas.microsoft.com/office/drawing/2014/main" id="{4B7ABB9B-6553-3B0A-2FCC-6461569AC4EC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56" name="直接连接符 39955">
                <a:extLst>
                  <a:ext uri="{FF2B5EF4-FFF2-40B4-BE49-F238E27FC236}">
                    <a16:creationId xmlns:a16="http://schemas.microsoft.com/office/drawing/2014/main" id="{B78E97B6-D70F-0818-DC26-C22D1B68B876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57" name="直接连接符 39956">
                <a:extLst>
                  <a:ext uri="{FF2B5EF4-FFF2-40B4-BE49-F238E27FC236}">
                    <a16:creationId xmlns:a16="http://schemas.microsoft.com/office/drawing/2014/main" id="{68C94E40-B195-AD5D-0214-23D444E1C77F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58" name="直接连接符 39957">
                <a:extLst>
                  <a:ext uri="{FF2B5EF4-FFF2-40B4-BE49-F238E27FC236}">
                    <a16:creationId xmlns:a16="http://schemas.microsoft.com/office/drawing/2014/main" id="{0503080E-360F-0A45-0543-8B4AEDAB8110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59" name="直接连接符 39958">
                <a:extLst>
                  <a:ext uri="{FF2B5EF4-FFF2-40B4-BE49-F238E27FC236}">
                    <a16:creationId xmlns:a16="http://schemas.microsoft.com/office/drawing/2014/main" id="{7ED31BB0-709A-70A0-80A6-D3F8292A23F1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60" name="直接连接符 39959">
                <a:extLst>
                  <a:ext uri="{FF2B5EF4-FFF2-40B4-BE49-F238E27FC236}">
                    <a16:creationId xmlns:a16="http://schemas.microsoft.com/office/drawing/2014/main" id="{556AC67E-C260-1DF4-BB97-4C6F99356079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61" name="直接连接符 39960">
                <a:extLst>
                  <a:ext uri="{FF2B5EF4-FFF2-40B4-BE49-F238E27FC236}">
                    <a16:creationId xmlns:a16="http://schemas.microsoft.com/office/drawing/2014/main" id="{6873C285-9F45-FD17-A784-4E0AF7E3C79E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62" name="直接连接符 39961">
                <a:extLst>
                  <a:ext uri="{FF2B5EF4-FFF2-40B4-BE49-F238E27FC236}">
                    <a16:creationId xmlns:a16="http://schemas.microsoft.com/office/drawing/2014/main" id="{EA941718-DD62-D5EC-CF20-0F0C2B8A60E5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63" name="直接连接符 39962">
                <a:extLst>
                  <a:ext uri="{FF2B5EF4-FFF2-40B4-BE49-F238E27FC236}">
                    <a16:creationId xmlns:a16="http://schemas.microsoft.com/office/drawing/2014/main" id="{513DC3CC-FDC6-FC03-B159-CFF18A65596D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64" name="直接连接符 39963">
                <a:extLst>
                  <a:ext uri="{FF2B5EF4-FFF2-40B4-BE49-F238E27FC236}">
                    <a16:creationId xmlns:a16="http://schemas.microsoft.com/office/drawing/2014/main" id="{6E6E8D7F-D2A5-0B01-2F2C-A8ADC8DE9A64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65" name="直接连接符 39964">
                <a:extLst>
                  <a:ext uri="{FF2B5EF4-FFF2-40B4-BE49-F238E27FC236}">
                    <a16:creationId xmlns:a16="http://schemas.microsoft.com/office/drawing/2014/main" id="{6D194208-67BA-79EE-F775-9E61FA5EC5C7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66" name="直接连接符 39965">
                <a:extLst>
                  <a:ext uri="{FF2B5EF4-FFF2-40B4-BE49-F238E27FC236}">
                    <a16:creationId xmlns:a16="http://schemas.microsoft.com/office/drawing/2014/main" id="{C4B296D5-1807-CAAD-CAF6-380A1EAEAEA5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67" name="直接连接符 39966">
                <a:extLst>
                  <a:ext uri="{FF2B5EF4-FFF2-40B4-BE49-F238E27FC236}">
                    <a16:creationId xmlns:a16="http://schemas.microsoft.com/office/drawing/2014/main" id="{BA960591-7F96-7AF9-0B2E-846A6247859F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68" name="直接连接符 39967">
                <a:extLst>
                  <a:ext uri="{FF2B5EF4-FFF2-40B4-BE49-F238E27FC236}">
                    <a16:creationId xmlns:a16="http://schemas.microsoft.com/office/drawing/2014/main" id="{59F1C691-19F0-BEB7-3640-2E32350369C2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69" name="直接连接符 39968">
                <a:extLst>
                  <a:ext uri="{FF2B5EF4-FFF2-40B4-BE49-F238E27FC236}">
                    <a16:creationId xmlns:a16="http://schemas.microsoft.com/office/drawing/2014/main" id="{16695720-56C4-D23E-E7F5-5094D2900E43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70" name="直接连接符 39969">
                <a:extLst>
                  <a:ext uri="{FF2B5EF4-FFF2-40B4-BE49-F238E27FC236}">
                    <a16:creationId xmlns:a16="http://schemas.microsoft.com/office/drawing/2014/main" id="{0A179D05-55CA-BE0F-4EE2-B1E986B5508F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71" name="直接连接符 39970">
                <a:extLst>
                  <a:ext uri="{FF2B5EF4-FFF2-40B4-BE49-F238E27FC236}">
                    <a16:creationId xmlns:a16="http://schemas.microsoft.com/office/drawing/2014/main" id="{274D8771-EAAC-EDA1-422B-A35EFD991A10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72" name="直接连接符 39971">
                <a:extLst>
                  <a:ext uri="{FF2B5EF4-FFF2-40B4-BE49-F238E27FC236}">
                    <a16:creationId xmlns:a16="http://schemas.microsoft.com/office/drawing/2014/main" id="{A5678327-E114-2039-3180-81F913BFF5B6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73" name="直接连接符 39972">
                <a:extLst>
                  <a:ext uri="{FF2B5EF4-FFF2-40B4-BE49-F238E27FC236}">
                    <a16:creationId xmlns:a16="http://schemas.microsoft.com/office/drawing/2014/main" id="{E8AC1A68-C2D4-5DA7-B09A-631E17ABB541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74" name="直接连接符 39973">
                <a:extLst>
                  <a:ext uri="{FF2B5EF4-FFF2-40B4-BE49-F238E27FC236}">
                    <a16:creationId xmlns:a16="http://schemas.microsoft.com/office/drawing/2014/main" id="{8FB09F57-8A6F-069E-76B5-83ACC0D002D9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75" name="直接连接符 39974">
                <a:extLst>
                  <a:ext uri="{FF2B5EF4-FFF2-40B4-BE49-F238E27FC236}">
                    <a16:creationId xmlns:a16="http://schemas.microsoft.com/office/drawing/2014/main" id="{F3F801E6-631F-C1AE-7B2C-55B93483063A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76" name="直接连接符 39975">
                <a:extLst>
                  <a:ext uri="{FF2B5EF4-FFF2-40B4-BE49-F238E27FC236}">
                    <a16:creationId xmlns:a16="http://schemas.microsoft.com/office/drawing/2014/main" id="{AC6B6541-B0F6-49FD-9D0B-CBF1B8FEA9D8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77" name="直接连接符 39976">
                <a:extLst>
                  <a:ext uri="{FF2B5EF4-FFF2-40B4-BE49-F238E27FC236}">
                    <a16:creationId xmlns:a16="http://schemas.microsoft.com/office/drawing/2014/main" id="{B5B422D0-3667-8489-5981-EC3F2EF2CA91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78" name="直接连接符 39977">
                <a:extLst>
                  <a:ext uri="{FF2B5EF4-FFF2-40B4-BE49-F238E27FC236}">
                    <a16:creationId xmlns:a16="http://schemas.microsoft.com/office/drawing/2014/main" id="{0C4A444D-D6CE-3749-CA20-9AEEB16DB116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79" name="直接连接符 39978">
                <a:extLst>
                  <a:ext uri="{FF2B5EF4-FFF2-40B4-BE49-F238E27FC236}">
                    <a16:creationId xmlns:a16="http://schemas.microsoft.com/office/drawing/2014/main" id="{43E85167-E035-77E9-CFF8-4FC5D4D8EC2D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80" name="直接连接符 39979">
                <a:extLst>
                  <a:ext uri="{FF2B5EF4-FFF2-40B4-BE49-F238E27FC236}">
                    <a16:creationId xmlns:a16="http://schemas.microsoft.com/office/drawing/2014/main" id="{D72D8A39-2B6F-1484-E8EF-5042A363D5E5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81" name="直接连接符 39980">
                <a:extLst>
                  <a:ext uri="{FF2B5EF4-FFF2-40B4-BE49-F238E27FC236}">
                    <a16:creationId xmlns:a16="http://schemas.microsoft.com/office/drawing/2014/main" id="{1978F75E-0EA4-8557-6D16-A6230794504D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82" name="直接连接符 39981">
                <a:extLst>
                  <a:ext uri="{FF2B5EF4-FFF2-40B4-BE49-F238E27FC236}">
                    <a16:creationId xmlns:a16="http://schemas.microsoft.com/office/drawing/2014/main" id="{352E4EA1-CD95-C952-EF96-470FC29A27D2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83" name="直接连接符 39982">
                <a:extLst>
                  <a:ext uri="{FF2B5EF4-FFF2-40B4-BE49-F238E27FC236}">
                    <a16:creationId xmlns:a16="http://schemas.microsoft.com/office/drawing/2014/main" id="{90FEF074-8144-177A-21B1-4A091004A23F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84" name="直接连接符 39983">
                <a:extLst>
                  <a:ext uri="{FF2B5EF4-FFF2-40B4-BE49-F238E27FC236}">
                    <a16:creationId xmlns:a16="http://schemas.microsoft.com/office/drawing/2014/main" id="{53911137-3E09-A03F-A7BB-B9281FD11231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85" name="直接连接符 39984">
                <a:extLst>
                  <a:ext uri="{FF2B5EF4-FFF2-40B4-BE49-F238E27FC236}">
                    <a16:creationId xmlns:a16="http://schemas.microsoft.com/office/drawing/2014/main" id="{91C26ED8-4F6D-D102-16C5-54A3859C3081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86" name="直接连接符 39985">
                <a:extLst>
                  <a:ext uri="{FF2B5EF4-FFF2-40B4-BE49-F238E27FC236}">
                    <a16:creationId xmlns:a16="http://schemas.microsoft.com/office/drawing/2014/main" id="{3F87300A-D734-DB20-DD59-690A95D9A1DF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87" name="直接连接符 39986">
                <a:extLst>
                  <a:ext uri="{FF2B5EF4-FFF2-40B4-BE49-F238E27FC236}">
                    <a16:creationId xmlns:a16="http://schemas.microsoft.com/office/drawing/2014/main" id="{2AEDA23F-350E-615E-69B9-3E6B7FE18DBF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88" name="直接连接符 39987">
                <a:extLst>
                  <a:ext uri="{FF2B5EF4-FFF2-40B4-BE49-F238E27FC236}">
                    <a16:creationId xmlns:a16="http://schemas.microsoft.com/office/drawing/2014/main" id="{13CEC26F-3AAD-7E03-EFAE-F3B4EDF5C89B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89" name="直接连接符 39988">
                <a:extLst>
                  <a:ext uri="{FF2B5EF4-FFF2-40B4-BE49-F238E27FC236}">
                    <a16:creationId xmlns:a16="http://schemas.microsoft.com/office/drawing/2014/main" id="{EEF03AE8-1237-D4A0-0504-B9FE7223DFDB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90" name="直接连接符 39989">
                <a:extLst>
                  <a:ext uri="{FF2B5EF4-FFF2-40B4-BE49-F238E27FC236}">
                    <a16:creationId xmlns:a16="http://schemas.microsoft.com/office/drawing/2014/main" id="{F124049A-1243-5C35-525D-85B080039B6E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91" name="直接连接符 39990">
                <a:extLst>
                  <a:ext uri="{FF2B5EF4-FFF2-40B4-BE49-F238E27FC236}">
                    <a16:creationId xmlns:a16="http://schemas.microsoft.com/office/drawing/2014/main" id="{80F66C3A-D349-CB1C-25F2-7821B3E6A35A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92" name="直接连接符 39991">
                <a:extLst>
                  <a:ext uri="{FF2B5EF4-FFF2-40B4-BE49-F238E27FC236}">
                    <a16:creationId xmlns:a16="http://schemas.microsoft.com/office/drawing/2014/main" id="{FF084BFD-E8CC-8A09-CD58-46007F9F21EA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93" name="直接连接符 39992">
                <a:extLst>
                  <a:ext uri="{FF2B5EF4-FFF2-40B4-BE49-F238E27FC236}">
                    <a16:creationId xmlns:a16="http://schemas.microsoft.com/office/drawing/2014/main" id="{21591A9E-A276-44C7-E198-6B7B95B47267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94" name="直接连接符 39993">
                <a:extLst>
                  <a:ext uri="{FF2B5EF4-FFF2-40B4-BE49-F238E27FC236}">
                    <a16:creationId xmlns:a16="http://schemas.microsoft.com/office/drawing/2014/main" id="{10E2106F-8AE9-B850-B08D-DC74A73D8F6B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95" name="直接连接符 39994">
                <a:extLst>
                  <a:ext uri="{FF2B5EF4-FFF2-40B4-BE49-F238E27FC236}">
                    <a16:creationId xmlns:a16="http://schemas.microsoft.com/office/drawing/2014/main" id="{F3995053-27C4-617F-9709-F5559CD362F6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96" name="直接连接符 39995">
                <a:extLst>
                  <a:ext uri="{FF2B5EF4-FFF2-40B4-BE49-F238E27FC236}">
                    <a16:creationId xmlns:a16="http://schemas.microsoft.com/office/drawing/2014/main" id="{D234AC88-930D-0F62-BC25-AE29BA85A646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97" name="直接连接符 39996">
                <a:extLst>
                  <a:ext uri="{FF2B5EF4-FFF2-40B4-BE49-F238E27FC236}">
                    <a16:creationId xmlns:a16="http://schemas.microsoft.com/office/drawing/2014/main" id="{56DB86F9-0C04-CBF5-C7CD-653DDE213358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98" name="直接连接符 39997">
                <a:extLst>
                  <a:ext uri="{FF2B5EF4-FFF2-40B4-BE49-F238E27FC236}">
                    <a16:creationId xmlns:a16="http://schemas.microsoft.com/office/drawing/2014/main" id="{57EA4D1C-C32C-5D79-1701-8F01BB5F3A7D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99" name="直接连接符 39998">
                <a:extLst>
                  <a:ext uri="{FF2B5EF4-FFF2-40B4-BE49-F238E27FC236}">
                    <a16:creationId xmlns:a16="http://schemas.microsoft.com/office/drawing/2014/main" id="{0F7E5C2A-166E-9049-A2B3-4AD6DE24B2EE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00" name="直接连接符 39999">
                <a:extLst>
                  <a:ext uri="{FF2B5EF4-FFF2-40B4-BE49-F238E27FC236}">
                    <a16:creationId xmlns:a16="http://schemas.microsoft.com/office/drawing/2014/main" id="{69DD5BE1-6583-F2CB-23F4-FEF8EDF4FAA6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01" name="直接连接符 40000">
                <a:extLst>
                  <a:ext uri="{FF2B5EF4-FFF2-40B4-BE49-F238E27FC236}">
                    <a16:creationId xmlns:a16="http://schemas.microsoft.com/office/drawing/2014/main" id="{90DA23D9-8716-8E95-F9D5-2CCBDC1DF0E4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02" name="直接连接符 40001">
                <a:extLst>
                  <a:ext uri="{FF2B5EF4-FFF2-40B4-BE49-F238E27FC236}">
                    <a16:creationId xmlns:a16="http://schemas.microsoft.com/office/drawing/2014/main" id="{64ED8C78-D578-3324-B04F-C93D9A83A340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03" name="直接连接符 40002">
                <a:extLst>
                  <a:ext uri="{FF2B5EF4-FFF2-40B4-BE49-F238E27FC236}">
                    <a16:creationId xmlns:a16="http://schemas.microsoft.com/office/drawing/2014/main" id="{F095B9D3-5312-E753-D871-92287A0533BB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04" name="直接连接符 40003">
                <a:extLst>
                  <a:ext uri="{FF2B5EF4-FFF2-40B4-BE49-F238E27FC236}">
                    <a16:creationId xmlns:a16="http://schemas.microsoft.com/office/drawing/2014/main" id="{74205871-DB16-2BFC-12F3-401E9C12265A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05" name="直接连接符 40004">
                <a:extLst>
                  <a:ext uri="{FF2B5EF4-FFF2-40B4-BE49-F238E27FC236}">
                    <a16:creationId xmlns:a16="http://schemas.microsoft.com/office/drawing/2014/main" id="{0ED8193D-F03C-E67E-C673-DA3327540481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06" name="直接连接符 40005">
                <a:extLst>
                  <a:ext uri="{FF2B5EF4-FFF2-40B4-BE49-F238E27FC236}">
                    <a16:creationId xmlns:a16="http://schemas.microsoft.com/office/drawing/2014/main" id="{AD2FF404-8774-C595-EBB9-F7145D3D68CF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07" name="直接连接符 40006">
                <a:extLst>
                  <a:ext uri="{FF2B5EF4-FFF2-40B4-BE49-F238E27FC236}">
                    <a16:creationId xmlns:a16="http://schemas.microsoft.com/office/drawing/2014/main" id="{96D25CF5-D906-360B-6BA9-860536FC05A9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08" name="直接连接符 40007">
                <a:extLst>
                  <a:ext uri="{FF2B5EF4-FFF2-40B4-BE49-F238E27FC236}">
                    <a16:creationId xmlns:a16="http://schemas.microsoft.com/office/drawing/2014/main" id="{F2C36446-FE15-65C5-4635-7771E8F38CE3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848E0FB-7F37-201B-406E-7CAAE45A99FD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CECD1434-7426-53EF-C2F7-F9BEAB5A1F37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C5E8BB7C-3740-C321-5DB3-014D1260896A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26327418-78A0-AF75-59DC-108D4396687D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02545E9D-2A58-86ED-6CB4-F161580A12CF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C5489C18-4F2F-87AB-7F4E-C83314C631A8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CFE604D6-C61A-BB10-E7CC-68193E28CF20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B0F52E6D-697A-A7E8-8F6F-D01056CC8500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90F40B5F-C87C-AFA4-45D3-9D7611CB3CB8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9A8A6B67-819B-E075-20E8-65023A144B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127079DF-0021-4C9B-91E1-61609AF4D5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二部图性质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99A3EECE-B420-4CD6-8D0A-496DEE820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1546" y="1545376"/>
            <a:ext cx="8126918" cy="4351338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400" dirty="0"/>
              <a:t>定理 如果一个图是二部图，那么它不可能包含一个奇圈。</a:t>
            </a:r>
          </a:p>
        </p:txBody>
      </p:sp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EAC8D524-6491-4BEE-B12B-5E90FF16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C6FF14-ABA5-41DA-B8A1-E17A5662EF69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kumimoji="0" lang="en-US" altLang="zh-CN" sz="1400"/>
          </a:p>
        </p:txBody>
      </p:sp>
      <p:pic>
        <p:nvPicPr>
          <p:cNvPr id="40965" name="Picture 4">
            <a:extLst>
              <a:ext uri="{FF2B5EF4-FFF2-40B4-BE49-F238E27FC236}">
                <a16:creationId xmlns:a16="http://schemas.microsoft.com/office/drawing/2014/main" id="{900495EF-9634-4676-B529-6D9001CA9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445557"/>
            <a:ext cx="4611216" cy="2171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D64664E-A829-30D2-AD2A-65F03DA65DAE}"/>
              </a:ext>
            </a:extLst>
          </p:cNvPr>
          <p:cNvSpPr txBox="1"/>
          <p:nvPr/>
        </p:nvSpPr>
        <p:spPr>
          <a:xfrm>
            <a:off x="760569" y="5085357"/>
            <a:ext cx="7848872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奇圈：图中的一个环（从某个顶点出发，经过若干条不同的边后又回到该顶点），其包含的</a:t>
            </a:r>
            <a:r>
              <a:rPr lang="zh-CN" altLang="en-US" sz="2400" dirty="0">
                <a:solidFill>
                  <a:srgbClr val="FF0000"/>
                </a:solidFill>
              </a:rPr>
              <a:t>边数为奇数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0919A88-327B-BB9A-F5CF-C234D1E62738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258F6CDE-04CA-D7E7-9C57-371552C8D6F1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4799AB5-1167-D2C5-4C5A-95D821540234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2EAEC680-8D4D-970D-8FE7-A6E8157EA2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D254463D-844E-2F87-CC6A-EF719BF48C3D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4AA5EC7-56C7-BBFC-12BB-D133CB2B7BCE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0960583-1FBD-AB13-2D34-C745579FF3D4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33A21B67-EFCB-5909-344B-8BB99308760C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9C79756-2DF9-368E-B04D-CDA84C875589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9F7B5551-D57D-554D-9063-C1B7D50C6171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2770174B-310D-46F3-AB7A-4FAB6B24A254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8AC14AA6-A192-86D6-511F-2B74AE3EBF83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FC9D057D-29FF-661C-1F0E-301735F74105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962E4A9F-081F-CFAF-AD72-FBE8EEEB55F0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DFF22F34-CD66-76D0-1A59-4BE80B9EDDD9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695FBE4F-9525-D1D9-8634-60FF70D8526A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A73F173A-8252-FBD5-B972-52A2B38464E4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3ACAA204-3709-841D-00C5-8D0422D39980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FE8BABC6-0952-D662-1008-8F7A27716C23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30475E4F-C946-1D8C-9D41-00AB1E6EF1F2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8A675F7A-6D5B-98D0-CCB0-57D1C00E9083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F523A846-3DC1-04BB-66FD-3BC02BCF38C9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18E4A056-8541-8F99-4D1C-301763343246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117153D4-4071-B163-F89D-E280DBEFE533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FB6892DF-4F9F-231C-92FA-3C02772E4723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CCFA6C72-80B4-F715-80C4-09741D9FE905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134A9B06-C1F4-60D1-E837-0C9978657806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2ECA5720-E146-C397-8C39-3BD8B4548984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352B5F7F-672C-FE35-FD78-3B16C2865B65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7C12D61C-AD14-2DE3-AF70-6EE8DF9D5EF6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6378D8DD-D9C0-58E4-9FC3-183370084317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61364D65-D8D1-3453-8B45-791DE42CE9CC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5FD62EEB-A10A-4FB3-82A2-182B8415E725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6C00CB99-44BE-8E76-3164-5C8F701160BA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28B3684C-46D0-6AEC-74F2-F3F93E967727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D9B5716-41B9-62B0-65EC-3D6D32E494B2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0A5B5242-B3DC-F324-01E9-7C22CC8EAB69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B31910CD-0011-7FF8-E579-45A679FE4087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B4B1422B-DCBC-B9E2-9FD7-2539BFF93C25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6299C73B-3844-1FD7-484D-F409EB228E9B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B6FDEA27-7276-FDA7-63F4-5942E91CB2A3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EC438E18-4D07-ABA0-3706-2D99948AC492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196B3B65-9AE0-8673-5333-5F55D4E898A3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BA38A140-5DFF-BB4F-CBE8-86F2DFC0EFF5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2BFAE21F-2A80-194B-3B6F-A2022B212339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A7C11472-BB14-C0EB-BB73-06D1C745482A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50709BFA-224A-DC25-38E5-C8984FE70614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F86C9D6A-2623-F2F5-A861-D44BF91229AE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659381CB-230F-7359-F20A-5934F7DB12B3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9069A9D0-BB89-BCDD-F797-BB4AB89C9FB6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0" name="直接连接符 40959">
                <a:extLst>
                  <a:ext uri="{FF2B5EF4-FFF2-40B4-BE49-F238E27FC236}">
                    <a16:creationId xmlns:a16="http://schemas.microsoft.com/office/drawing/2014/main" id="{24CF185E-82C5-6221-BCCA-9FFC3031E7B1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1" name="直接连接符 40960">
                <a:extLst>
                  <a:ext uri="{FF2B5EF4-FFF2-40B4-BE49-F238E27FC236}">
                    <a16:creationId xmlns:a16="http://schemas.microsoft.com/office/drawing/2014/main" id="{E403AD43-F0D5-25DB-87A0-D605A66B4F7C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6" name="直接连接符 40965">
                <a:extLst>
                  <a:ext uri="{FF2B5EF4-FFF2-40B4-BE49-F238E27FC236}">
                    <a16:creationId xmlns:a16="http://schemas.microsoft.com/office/drawing/2014/main" id="{9D17C819-7C92-CB42-FAC5-5BDA62F07F2E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7" name="直接连接符 40966">
                <a:extLst>
                  <a:ext uri="{FF2B5EF4-FFF2-40B4-BE49-F238E27FC236}">
                    <a16:creationId xmlns:a16="http://schemas.microsoft.com/office/drawing/2014/main" id="{DF136072-19EE-11A1-9FC3-8AB4AFFEF2B1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8" name="直接连接符 40967">
                <a:extLst>
                  <a:ext uri="{FF2B5EF4-FFF2-40B4-BE49-F238E27FC236}">
                    <a16:creationId xmlns:a16="http://schemas.microsoft.com/office/drawing/2014/main" id="{C855FF03-4C41-F918-E580-2E17F2C51C8D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9" name="直接连接符 40968">
                <a:extLst>
                  <a:ext uri="{FF2B5EF4-FFF2-40B4-BE49-F238E27FC236}">
                    <a16:creationId xmlns:a16="http://schemas.microsoft.com/office/drawing/2014/main" id="{2E3EAFAE-D550-6DD6-E5E2-2904EC13B145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0" name="直接连接符 40969">
                <a:extLst>
                  <a:ext uri="{FF2B5EF4-FFF2-40B4-BE49-F238E27FC236}">
                    <a16:creationId xmlns:a16="http://schemas.microsoft.com/office/drawing/2014/main" id="{A172BDD2-C9CD-AB54-5E00-39186EA6AC0E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1" name="直接连接符 40970">
                <a:extLst>
                  <a:ext uri="{FF2B5EF4-FFF2-40B4-BE49-F238E27FC236}">
                    <a16:creationId xmlns:a16="http://schemas.microsoft.com/office/drawing/2014/main" id="{2F3F4901-C317-E789-BB4F-503625F85D83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2" name="直接连接符 40971">
                <a:extLst>
                  <a:ext uri="{FF2B5EF4-FFF2-40B4-BE49-F238E27FC236}">
                    <a16:creationId xmlns:a16="http://schemas.microsoft.com/office/drawing/2014/main" id="{1EB3F885-6B43-3462-CD28-67520EC3E7D2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3" name="直接连接符 40972">
                <a:extLst>
                  <a:ext uri="{FF2B5EF4-FFF2-40B4-BE49-F238E27FC236}">
                    <a16:creationId xmlns:a16="http://schemas.microsoft.com/office/drawing/2014/main" id="{828CB1AF-23AA-B3D1-0E5E-10D06D23DFA4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4" name="直接连接符 40973">
                <a:extLst>
                  <a:ext uri="{FF2B5EF4-FFF2-40B4-BE49-F238E27FC236}">
                    <a16:creationId xmlns:a16="http://schemas.microsoft.com/office/drawing/2014/main" id="{8464CDBE-C1B6-A8B0-4B85-0BF5FAA2D521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5" name="直接连接符 40974">
                <a:extLst>
                  <a:ext uri="{FF2B5EF4-FFF2-40B4-BE49-F238E27FC236}">
                    <a16:creationId xmlns:a16="http://schemas.microsoft.com/office/drawing/2014/main" id="{F6F963E4-67F8-89E7-1B4D-CECC712D71A4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6" name="直接连接符 40975">
                <a:extLst>
                  <a:ext uri="{FF2B5EF4-FFF2-40B4-BE49-F238E27FC236}">
                    <a16:creationId xmlns:a16="http://schemas.microsoft.com/office/drawing/2014/main" id="{2B8D74ED-D5B7-3C79-77DE-D0247A024DB7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7" name="直接连接符 40976">
                <a:extLst>
                  <a:ext uri="{FF2B5EF4-FFF2-40B4-BE49-F238E27FC236}">
                    <a16:creationId xmlns:a16="http://schemas.microsoft.com/office/drawing/2014/main" id="{FA06056E-6BA5-DB82-288F-830CA0B3E178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8" name="直接连接符 40977">
                <a:extLst>
                  <a:ext uri="{FF2B5EF4-FFF2-40B4-BE49-F238E27FC236}">
                    <a16:creationId xmlns:a16="http://schemas.microsoft.com/office/drawing/2014/main" id="{70E61B41-C37E-B15C-5659-B07E4B819343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9" name="直接连接符 40978">
                <a:extLst>
                  <a:ext uri="{FF2B5EF4-FFF2-40B4-BE49-F238E27FC236}">
                    <a16:creationId xmlns:a16="http://schemas.microsoft.com/office/drawing/2014/main" id="{6A71611A-DF94-5796-1553-50BA71AB5B7E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0" name="直接连接符 40979">
                <a:extLst>
                  <a:ext uri="{FF2B5EF4-FFF2-40B4-BE49-F238E27FC236}">
                    <a16:creationId xmlns:a16="http://schemas.microsoft.com/office/drawing/2014/main" id="{01B90C84-30C3-25BB-5FB5-AF7D14C3F50F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1" name="直接连接符 40980">
                <a:extLst>
                  <a:ext uri="{FF2B5EF4-FFF2-40B4-BE49-F238E27FC236}">
                    <a16:creationId xmlns:a16="http://schemas.microsoft.com/office/drawing/2014/main" id="{B16D0BD6-6313-6768-7669-6074F6329869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2" name="直接连接符 40981">
                <a:extLst>
                  <a:ext uri="{FF2B5EF4-FFF2-40B4-BE49-F238E27FC236}">
                    <a16:creationId xmlns:a16="http://schemas.microsoft.com/office/drawing/2014/main" id="{FBB5741F-8DFE-E355-0911-12099287C920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3" name="直接连接符 40982">
                <a:extLst>
                  <a:ext uri="{FF2B5EF4-FFF2-40B4-BE49-F238E27FC236}">
                    <a16:creationId xmlns:a16="http://schemas.microsoft.com/office/drawing/2014/main" id="{6296B2E9-BAE0-0320-CA19-0C9E1E779708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4" name="直接连接符 40983">
                <a:extLst>
                  <a:ext uri="{FF2B5EF4-FFF2-40B4-BE49-F238E27FC236}">
                    <a16:creationId xmlns:a16="http://schemas.microsoft.com/office/drawing/2014/main" id="{2EF9345B-05B3-EE3B-D075-FB3A8D495F59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5" name="直接连接符 40984">
                <a:extLst>
                  <a:ext uri="{FF2B5EF4-FFF2-40B4-BE49-F238E27FC236}">
                    <a16:creationId xmlns:a16="http://schemas.microsoft.com/office/drawing/2014/main" id="{0377D3D0-801C-1391-0313-D47806D0AFD0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6" name="直接连接符 40985">
                <a:extLst>
                  <a:ext uri="{FF2B5EF4-FFF2-40B4-BE49-F238E27FC236}">
                    <a16:creationId xmlns:a16="http://schemas.microsoft.com/office/drawing/2014/main" id="{46294BB1-2BC4-D949-C23E-847327C9264E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7" name="直接连接符 40986">
                <a:extLst>
                  <a:ext uri="{FF2B5EF4-FFF2-40B4-BE49-F238E27FC236}">
                    <a16:creationId xmlns:a16="http://schemas.microsoft.com/office/drawing/2014/main" id="{02B62DF4-FEFF-202B-695B-DC019B11A3AA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8" name="直接连接符 40987">
                <a:extLst>
                  <a:ext uri="{FF2B5EF4-FFF2-40B4-BE49-F238E27FC236}">
                    <a16:creationId xmlns:a16="http://schemas.microsoft.com/office/drawing/2014/main" id="{30E5F921-6860-1F24-5D37-59A6025EF664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9" name="直接连接符 40988">
                <a:extLst>
                  <a:ext uri="{FF2B5EF4-FFF2-40B4-BE49-F238E27FC236}">
                    <a16:creationId xmlns:a16="http://schemas.microsoft.com/office/drawing/2014/main" id="{94E86F37-8633-A9AB-D8E1-8B12BE4C03BB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0" name="直接连接符 40989">
                <a:extLst>
                  <a:ext uri="{FF2B5EF4-FFF2-40B4-BE49-F238E27FC236}">
                    <a16:creationId xmlns:a16="http://schemas.microsoft.com/office/drawing/2014/main" id="{75136FA4-4F7E-D956-33B9-AC731F8447B8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1" name="直接连接符 40990">
                <a:extLst>
                  <a:ext uri="{FF2B5EF4-FFF2-40B4-BE49-F238E27FC236}">
                    <a16:creationId xmlns:a16="http://schemas.microsoft.com/office/drawing/2014/main" id="{FF83E94F-413F-8A26-A018-98CCF0619F07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2" name="直接连接符 40991">
                <a:extLst>
                  <a:ext uri="{FF2B5EF4-FFF2-40B4-BE49-F238E27FC236}">
                    <a16:creationId xmlns:a16="http://schemas.microsoft.com/office/drawing/2014/main" id="{7D3FAD0C-0439-0227-4BB0-DA4547BD28BE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3" name="直接连接符 40992">
                <a:extLst>
                  <a:ext uri="{FF2B5EF4-FFF2-40B4-BE49-F238E27FC236}">
                    <a16:creationId xmlns:a16="http://schemas.microsoft.com/office/drawing/2014/main" id="{FDFAF985-AFDE-9FB3-107D-AEC41DD5B200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4" name="直接连接符 40993">
                <a:extLst>
                  <a:ext uri="{FF2B5EF4-FFF2-40B4-BE49-F238E27FC236}">
                    <a16:creationId xmlns:a16="http://schemas.microsoft.com/office/drawing/2014/main" id="{C5F65BF1-BB5B-A1D6-E3AF-8342E9EDCD1A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5" name="直接连接符 40994">
                <a:extLst>
                  <a:ext uri="{FF2B5EF4-FFF2-40B4-BE49-F238E27FC236}">
                    <a16:creationId xmlns:a16="http://schemas.microsoft.com/office/drawing/2014/main" id="{2F514DDB-999E-2DDE-1117-CDA411B0D523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6" name="直接连接符 40995">
                <a:extLst>
                  <a:ext uri="{FF2B5EF4-FFF2-40B4-BE49-F238E27FC236}">
                    <a16:creationId xmlns:a16="http://schemas.microsoft.com/office/drawing/2014/main" id="{EFDA97AE-63DD-7B89-B970-CEDB60F1FD99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7" name="直接连接符 40996">
                <a:extLst>
                  <a:ext uri="{FF2B5EF4-FFF2-40B4-BE49-F238E27FC236}">
                    <a16:creationId xmlns:a16="http://schemas.microsoft.com/office/drawing/2014/main" id="{18FBF257-1432-81A0-F8DC-0324E518C33C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8" name="直接连接符 40997">
                <a:extLst>
                  <a:ext uri="{FF2B5EF4-FFF2-40B4-BE49-F238E27FC236}">
                    <a16:creationId xmlns:a16="http://schemas.microsoft.com/office/drawing/2014/main" id="{ED46F86E-B050-1A54-D555-D0A411A4D7E6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9" name="直接连接符 40998">
                <a:extLst>
                  <a:ext uri="{FF2B5EF4-FFF2-40B4-BE49-F238E27FC236}">
                    <a16:creationId xmlns:a16="http://schemas.microsoft.com/office/drawing/2014/main" id="{B33A0A48-6FBD-4D90-0CFA-626C6C6941C9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0" name="直接连接符 40999">
                <a:extLst>
                  <a:ext uri="{FF2B5EF4-FFF2-40B4-BE49-F238E27FC236}">
                    <a16:creationId xmlns:a16="http://schemas.microsoft.com/office/drawing/2014/main" id="{D148B301-D648-DB6D-D7DF-4E9DEBA2AA4B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1" name="直接连接符 41000">
                <a:extLst>
                  <a:ext uri="{FF2B5EF4-FFF2-40B4-BE49-F238E27FC236}">
                    <a16:creationId xmlns:a16="http://schemas.microsoft.com/office/drawing/2014/main" id="{5246251C-19A9-FED0-D6C9-C6F3AE23C037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2" name="直接连接符 41001">
                <a:extLst>
                  <a:ext uri="{FF2B5EF4-FFF2-40B4-BE49-F238E27FC236}">
                    <a16:creationId xmlns:a16="http://schemas.microsoft.com/office/drawing/2014/main" id="{E6FB1D52-80EE-FF50-564C-F095F2CFC17F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3" name="直接连接符 41002">
                <a:extLst>
                  <a:ext uri="{FF2B5EF4-FFF2-40B4-BE49-F238E27FC236}">
                    <a16:creationId xmlns:a16="http://schemas.microsoft.com/office/drawing/2014/main" id="{D9B7A6D0-6C93-415F-C5D4-C8BE837B1E25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4" name="直接连接符 41003">
                <a:extLst>
                  <a:ext uri="{FF2B5EF4-FFF2-40B4-BE49-F238E27FC236}">
                    <a16:creationId xmlns:a16="http://schemas.microsoft.com/office/drawing/2014/main" id="{89BD18A6-7888-2B2A-C5A7-FABF7A546D84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5" name="直接连接符 41004">
                <a:extLst>
                  <a:ext uri="{FF2B5EF4-FFF2-40B4-BE49-F238E27FC236}">
                    <a16:creationId xmlns:a16="http://schemas.microsoft.com/office/drawing/2014/main" id="{68476C5F-C938-DA4B-42AE-489A0387CDB0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6" name="直接连接符 41005">
                <a:extLst>
                  <a:ext uri="{FF2B5EF4-FFF2-40B4-BE49-F238E27FC236}">
                    <a16:creationId xmlns:a16="http://schemas.microsoft.com/office/drawing/2014/main" id="{E8760CD5-B2C7-16B2-6164-EDACED2149D9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7" name="直接连接符 41006">
                <a:extLst>
                  <a:ext uri="{FF2B5EF4-FFF2-40B4-BE49-F238E27FC236}">
                    <a16:creationId xmlns:a16="http://schemas.microsoft.com/office/drawing/2014/main" id="{C9EBFBD7-DDC8-595D-3428-D17D2964B943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8" name="直接连接符 41007">
                <a:extLst>
                  <a:ext uri="{FF2B5EF4-FFF2-40B4-BE49-F238E27FC236}">
                    <a16:creationId xmlns:a16="http://schemas.microsoft.com/office/drawing/2014/main" id="{B7161CE6-E7F1-B04C-EA64-4964DF737D57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9" name="直接连接符 41008">
                <a:extLst>
                  <a:ext uri="{FF2B5EF4-FFF2-40B4-BE49-F238E27FC236}">
                    <a16:creationId xmlns:a16="http://schemas.microsoft.com/office/drawing/2014/main" id="{183B4B38-7CD5-42BD-E299-0B432273A7DC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0" name="直接连接符 41009">
                <a:extLst>
                  <a:ext uri="{FF2B5EF4-FFF2-40B4-BE49-F238E27FC236}">
                    <a16:creationId xmlns:a16="http://schemas.microsoft.com/office/drawing/2014/main" id="{54E581CB-83F5-CD54-BB1D-CB0B16D4859A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1" name="直接连接符 41010">
                <a:extLst>
                  <a:ext uri="{FF2B5EF4-FFF2-40B4-BE49-F238E27FC236}">
                    <a16:creationId xmlns:a16="http://schemas.microsoft.com/office/drawing/2014/main" id="{A6DD7263-CCDB-DA45-1F1B-88C1A941C07B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2" name="直接连接符 41011">
                <a:extLst>
                  <a:ext uri="{FF2B5EF4-FFF2-40B4-BE49-F238E27FC236}">
                    <a16:creationId xmlns:a16="http://schemas.microsoft.com/office/drawing/2014/main" id="{A9E522B0-5962-0C90-BFEE-BF94D9271ABD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3" name="直接连接符 41012">
                <a:extLst>
                  <a:ext uri="{FF2B5EF4-FFF2-40B4-BE49-F238E27FC236}">
                    <a16:creationId xmlns:a16="http://schemas.microsoft.com/office/drawing/2014/main" id="{7723F09E-C7D7-C903-132E-6F0C9884B567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4" name="直接连接符 41013">
                <a:extLst>
                  <a:ext uri="{FF2B5EF4-FFF2-40B4-BE49-F238E27FC236}">
                    <a16:creationId xmlns:a16="http://schemas.microsoft.com/office/drawing/2014/main" id="{C2D5DF7B-F1D3-FFA1-F790-B4A94AC9784F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5" name="直接连接符 41014">
                <a:extLst>
                  <a:ext uri="{FF2B5EF4-FFF2-40B4-BE49-F238E27FC236}">
                    <a16:creationId xmlns:a16="http://schemas.microsoft.com/office/drawing/2014/main" id="{8A91CE83-C803-7259-99D1-8D12A2620CD2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6" name="直接连接符 41015">
                <a:extLst>
                  <a:ext uri="{FF2B5EF4-FFF2-40B4-BE49-F238E27FC236}">
                    <a16:creationId xmlns:a16="http://schemas.microsoft.com/office/drawing/2014/main" id="{B7A4761C-A4E0-478B-D7E5-A355E90F74EF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7" name="直接连接符 41016">
                <a:extLst>
                  <a:ext uri="{FF2B5EF4-FFF2-40B4-BE49-F238E27FC236}">
                    <a16:creationId xmlns:a16="http://schemas.microsoft.com/office/drawing/2014/main" id="{5DCFFA19-E7F8-6D22-2EE5-F9314B156B56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8" name="直接连接符 41017">
                <a:extLst>
                  <a:ext uri="{FF2B5EF4-FFF2-40B4-BE49-F238E27FC236}">
                    <a16:creationId xmlns:a16="http://schemas.microsoft.com/office/drawing/2014/main" id="{516A10C3-E564-00FD-45DC-E2C18C8668F7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9" name="直接连接符 41018">
                <a:extLst>
                  <a:ext uri="{FF2B5EF4-FFF2-40B4-BE49-F238E27FC236}">
                    <a16:creationId xmlns:a16="http://schemas.microsoft.com/office/drawing/2014/main" id="{396480A2-7F74-CBF4-C577-5EFB5B22CCE8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0" name="直接连接符 41019">
                <a:extLst>
                  <a:ext uri="{FF2B5EF4-FFF2-40B4-BE49-F238E27FC236}">
                    <a16:creationId xmlns:a16="http://schemas.microsoft.com/office/drawing/2014/main" id="{FA9CFE65-E0D5-ACB1-F317-B34525518C48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1" name="直接连接符 41020">
                <a:extLst>
                  <a:ext uri="{FF2B5EF4-FFF2-40B4-BE49-F238E27FC236}">
                    <a16:creationId xmlns:a16="http://schemas.microsoft.com/office/drawing/2014/main" id="{1CEE18AB-2289-F15B-0D78-93F5031DF0C3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2" name="直接连接符 41021">
                <a:extLst>
                  <a:ext uri="{FF2B5EF4-FFF2-40B4-BE49-F238E27FC236}">
                    <a16:creationId xmlns:a16="http://schemas.microsoft.com/office/drawing/2014/main" id="{0CE25E8A-E899-346D-AC10-C7D155E821FB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3" name="直接连接符 41022">
                <a:extLst>
                  <a:ext uri="{FF2B5EF4-FFF2-40B4-BE49-F238E27FC236}">
                    <a16:creationId xmlns:a16="http://schemas.microsoft.com/office/drawing/2014/main" id="{7B157FDC-29DC-402D-CA3A-48BE77A585D9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4" name="直接连接符 41023">
                <a:extLst>
                  <a:ext uri="{FF2B5EF4-FFF2-40B4-BE49-F238E27FC236}">
                    <a16:creationId xmlns:a16="http://schemas.microsoft.com/office/drawing/2014/main" id="{C286C32C-7657-EE69-98F1-55200EFC7FB9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5" name="直接连接符 41024">
                <a:extLst>
                  <a:ext uri="{FF2B5EF4-FFF2-40B4-BE49-F238E27FC236}">
                    <a16:creationId xmlns:a16="http://schemas.microsoft.com/office/drawing/2014/main" id="{A60F75B4-701A-4461-C5B9-2138EFA14262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6" name="直接连接符 41025">
                <a:extLst>
                  <a:ext uri="{FF2B5EF4-FFF2-40B4-BE49-F238E27FC236}">
                    <a16:creationId xmlns:a16="http://schemas.microsoft.com/office/drawing/2014/main" id="{F5A38B18-9D8F-2BDA-4032-30660CB95BA9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7" name="直接连接符 41026">
                <a:extLst>
                  <a:ext uri="{FF2B5EF4-FFF2-40B4-BE49-F238E27FC236}">
                    <a16:creationId xmlns:a16="http://schemas.microsoft.com/office/drawing/2014/main" id="{F864AAC4-A6F6-4974-DE1E-1E18A8FD5B15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8" name="直接连接符 41027">
                <a:extLst>
                  <a:ext uri="{FF2B5EF4-FFF2-40B4-BE49-F238E27FC236}">
                    <a16:creationId xmlns:a16="http://schemas.microsoft.com/office/drawing/2014/main" id="{4F47488F-FFA8-D596-12B0-CB2A82615BCD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9" name="直接连接符 41028">
                <a:extLst>
                  <a:ext uri="{FF2B5EF4-FFF2-40B4-BE49-F238E27FC236}">
                    <a16:creationId xmlns:a16="http://schemas.microsoft.com/office/drawing/2014/main" id="{FC553879-2188-29BB-3F87-5A424615F343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30" name="直接连接符 41029">
                <a:extLst>
                  <a:ext uri="{FF2B5EF4-FFF2-40B4-BE49-F238E27FC236}">
                    <a16:creationId xmlns:a16="http://schemas.microsoft.com/office/drawing/2014/main" id="{9B510E65-8DDE-FA3F-5FF3-0DDEBCD09AA5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31" name="直接连接符 41030">
                <a:extLst>
                  <a:ext uri="{FF2B5EF4-FFF2-40B4-BE49-F238E27FC236}">
                    <a16:creationId xmlns:a16="http://schemas.microsoft.com/office/drawing/2014/main" id="{11E865E1-8524-946A-0CAF-A31E053550AD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32" name="直接连接符 41031">
                <a:extLst>
                  <a:ext uri="{FF2B5EF4-FFF2-40B4-BE49-F238E27FC236}">
                    <a16:creationId xmlns:a16="http://schemas.microsoft.com/office/drawing/2014/main" id="{1D3D0BE1-51D8-3F4B-0227-7685105B64EB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33" name="直接连接符 41032">
                <a:extLst>
                  <a:ext uri="{FF2B5EF4-FFF2-40B4-BE49-F238E27FC236}">
                    <a16:creationId xmlns:a16="http://schemas.microsoft.com/office/drawing/2014/main" id="{BB588BDC-EBD5-39D8-E634-67DBA6553E6B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34" name="直接连接符 41033">
                <a:extLst>
                  <a:ext uri="{FF2B5EF4-FFF2-40B4-BE49-F238E27FC236}">
                    <a16:creationId xmlns:a16="http://schemas.microsoft.com/office/drawing/2014/main" id="{6FD21570-B239-682C-E179-3295057B5D74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C020972-7ABE-1964-54A1-C328E168BC9D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CA43DCAB-43FB-CA87-C2F4-1046E2ECA97B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D89B00A2-108B-6C7A-F90D-7EACF4B9E372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149ECE09-9710-F1CF-C850-588842641551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F78968BC-9CA2-7A72-E81E-9B8B976CA3A1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6D75C43E-13AB-281A-31AA-02AF746E7D7D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5209D7EA-B1EA-1F94-17E3-224F6A9E1663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A5F30BE1-43D1-300E-5F0E-0968D84AD31A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FB063B63-9F9D-88F6-F9C5-B91799493C31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770DE610-7191-A6BC-916A-A8A4A8FBF9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0E475-E126-9D3D-E141-6D25953A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83341BBE-6146-AE1C-C508-D0C2463178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4550" y="314602"/>
            <a:ext cx="7886700" cy="1325563"/>
          </a:xfrm>
        </p:spPr>
        <p:txBody>
          <a:bodyPr/>
          <a:lstStyle/>
          <a:p>
            <a:pPr eaLnBrk="1" hangingPunct="1"/>
            <a:r>
              <a:rPr lang="zh-CN" altLang="en-US" dirty="0"/>
              <a:t>二部图性质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2C1FC02-EDDD-1AD0-7953-D460DA3A4F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7918" y="1443598"/>
            <a:ext cx="8559552" cy="462246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/>
              <a:t>证明：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假设存在一个二部图</a:t>
            </a:r>
            <a:r>
              <a:rPr lang="en-US" altLang="zh-CN" sz="2800" dirty="0"/>
              <a:t>G</a:t>
            </a:r>
            <a:r>
              <a:rPr lang="zh-CN" altLang="en-US" sz="2800" dirty="0"/>
              <a:t>，它包含一个奇圈</a:t>
            </a:r>
            <a:r>
              <a:rPr lang="en-US" altLang="zh-CN" sz="2800" dirty="0"/>
              <a:t>C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设这个奇圈</a:t>
            </a:r>
            <a:r>
              <a:rPr lang="en-US" altLang="zh-CN" sz="2800" dirty="0"/>
              <a:t>C</a:t>
            </a:r>
            <a:r>
              <a:rPr lang="zh-CN" altLang="en-US" sz="2800" dirty="0"/>
              <a:t>的顶点依次为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</a:t>
            </a:r>
            <a:r>
              <a:rPr lang="en-US" altLang="zh-CN" sz="2800" baseline="-25000" dirty="0"/>
              <a:t>……</a:t>
            </a:r>
            <a:r>
              <a:rPr lang="en-US" altLang="zh-CN" sz="2800" dirty="0"/>
              <a:t>,</a:t>
            </a:r>
            <a:r>
              <a:rPr lang="en-US" altLang="zh-CN" sz="2800" baseline="-25000" dirty="0"/>
              <a:t> 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k</a:t>
            </a:r>
            <a:r>
              <a:rPr lang="en-US" altLang="zh-CN" sz="2800" dirty="0"/>
              <a:t>,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 </a:t>
            </a:r>
            <a:r>
              <a:rPr lang="zh-CN" altLang="en-US" sz="2800" dirty="0"/>
              <a:t>（</a:t>
            </a:r>
            <a:r>
              <a:rPr lang="en-US" altLang="zh-CN" sz="2800" dirty="0"/>
              <a:t>k</a:t>
            </a:r>
            <a:r>
              <a:rPr lang="zh-CN" altLang="en-US" sz="2800" dirty="0"/>
              <a:t>为奇数）。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因为</a:t>
            </a:r>
            <a:r>
              <a:rPr lang="en-US" altLang="zh-CN" sz="2800" dirty="0"/>
              <a:t>G</a:t>
            </a:r>
            <a:r>
              <a:rPr lang="zh-CN" altLang="en-US" sz="2800" dirty="0"/>
              <a:t>是二部图，所以可以将其顶点划分为两个集合</a:t>
            </a:r>
            <a:r>
              <a:rPr lang="en-US" altLang="zh-CN" sz="2800" dirty="0"/>
              <a:t>A</a:t>
            </a:r>
            <a:r>
              <a:rPr lang="zh-CN" altLang="en-US" sz="2800" dirty="0"/>
              <a:t>和</a:t>
            </a:r>
            <a:r>
              <a:rPr lang="en-US" altLang="zh-CN" sz="2800" dirty="0"/>
              <a:t>B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设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在集合</a:t>
            </a:r>
            <a:r>
              <a:rPr lang="en-US" altLang="zh-CN" sz="2800" dirty="0"/>
              <a:t>A</a:t>
            </a:r>
            <a:r>
              <a:rPr lang="zh-CN" altLang="en-US" sz="2800" dirty="0"/>
              <a:t>中，由于二部图的性质，与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相邻的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必然在集合</a:t>
            </a:r>
            <a:r>
              <a:rPr lang="en-US" altLang="zh-CN" sz="2800" dirty="0"/>
              <a:t>B</a:t>
            </a:r>
            <a:r>
              <a:rPr lang="zh-CN" altLang="en-US" sz="2800" dirty="0"/>
              <a:t>中。</a:t>
            </a:r>
          </a:p>
        </p:txBody>
      </p:sp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1A80F902-ED9F-1CC3-F4EF-69E47D503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C6FF14-ABA5-41DA-B8A1-E17A5662EF69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14C9E21-ECAC-6F0B-479C-DB356475DD18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12810BC0-E982-15AE-64F4-DD2FBEEF748E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FF11DA95-9292-8914-5BCC-2E030BDF23FA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DDBB496-ACC1-E4CD-D194-48456EDF7C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6B8803B-4287-1504-0CF3-7AA4C0C90DAE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FDD704A-C3F8-48E1-629E-3DC9E0608135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61689F3-B01C-581F-E748-1BE3F55FC350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1A3BC28D-613B-F9CE-3F6E-CEA846688F51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90BF8555-B937-650C-8D32-6C7BAD6B4512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422D279E-FD05-FCF1-CFE7-DF8DE2059BBC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A699B263-D2F5-6A7E-C45E-F3B6D956CB1E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72E28F7C-2CBD-703B-5403-3499F89393C8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3377B630-84A1-4242-D117-BD9E3EF57722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BA23634A-4668-AB35-3748-1B25FA098213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93A209F8-C95C-2858-39BB-D924AEC305D3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BF2D4BD2-59A5-8F08-2663-338B14D406A0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A260A49B-E0B1-A4E0-AB4E-5660E9901A88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3CD24E97-095A-0FDD-438B-084556AE753D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D25C56C-BC0E-0187-6722-38A9B9FC6CC6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C3DB5C42-2265-7DE3-DAB1-C1AFD6782B63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2911CCEA-44F5-33D9-B89D-14731751C366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7ABC1570-654C-4975-C475-5B783FEE4275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64C2F7AA-7A7D-3DEB-6A0D-69144886ACD3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41BFE5D6-588C-2A0B-0430-5702C12D5377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EBB8DD3F-9B85-854C-2DCC-FD17F2CE23DB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D1634A66-E8E3-D601-FC58-9AE05146F415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3D8660E1-4BB2-5FCB-1E27-E1E27D01C790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E04DE39E-164F-A61C-A3B9-3E9E34E4C165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4D6F191A-6381-3BE8-9E48-EDEC97006DD6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323681B9-56BF-2B30-BAD2-F766129550B0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394DB71D-BB93-E355-813B-8925B1DA087C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44BE84B1-4F65-4F67-113C-6F3397EF7B04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A71EAA94-2236-9F4F-2E5C-A0D4364AF90A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9A38995B-580E-A79E-2A9B-01EFE17F59DC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B2039B8E-AC18-BD89-BB6C-62F5A865ED76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05AC59D4-14A7-4108-72C5-CD7CEE9425B2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EDFB5408-EA7B-47AE-B19B-CC1055809C0E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458FFB68-BDA2-0542-BADD-2D5649337B89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8CC441E8-4D88-B162-6B93-DB30A32064AF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CA8A801A-C551-6CDD-B022-044CFCEA5412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8CD25EF5-8412-BF0F-E9C7-207006AF5446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2302722A-7683-A4D4-E6A6-4DDF709D4A4B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9ACAE94E-D2D3-1BB1-6575-12F7D8AF2AF3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AD0DBF4B-F9AF-F8E4-F457-E7FBCD6EEA52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EECFE6D7-F324-9BF0-E077-56704291BF81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694B2822-C5DC-665F-18D6-2E4951BB7157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C568584F-58B8-CAF3-3EA1-E75530346E5E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5576291-C903-F5B9-31EA-316949676BB7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6BA48D83-6681-0E81-5CE1-DCDEC8A62A69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4B1B021B-0B61-2E0D-D6F8-91872D158EFA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B2B28C09-5125-9D8E-0388-8BC30F7CD0DA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61C02635-53F9-E405-6AC8-F1244AF81985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0" name="直接连接符 40959">
                <a:extLst>
                  <a:ext uri="{FF2B5EF4-FFF2-40B4-BE49-F238E27FC236}">
                    <a16:creationId xmlns:a16="http://schemas.microsoft.com/office/drawing/2014/main" id="{0302A36B-CF22-D453-C162-B9A691E356C6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1" name="直接连接符 40960">
                <a:extLst>
                  <a:ext uri="{FF2B5EF4-FFF2-40B4-BE49-F238E27FC236}">
                    <a16:creationId xmlns:a16="http://schemas.microsoft.com/office/drawing/2014/main" id="{7A517A5F-F22D-6993-7DC0-803363331587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6" name="直接连接符 40965">
                <a:extLst>
                  <a:ext uri="{FF2B5EF4-FFF2-40B4-BE49-F238E27FC236}">
                    <a16:creationId xmlns:a16="http://schemas.microsoft.com/office/drawing/2014/main" id="{A251A105-428E-384A-7865-514BEA8C633A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7" name="直接连接符 40966">
                <a:extLst>
                  <a:ext uri="{FF2B5EF4-FFF2-40B4-BE49-F238E27FC236}">
                    <a16:creationId xmlns:a16="http://schemas.microsoft.com/office/drawing/2014/main" id="{A5DE6879-F716-4780-D5EC-60278A2F4CDE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8" name="直接连接符 40967">
                <a:extLst>
                  <a:ext uri="{FF2B5EF4-FFF2-40B4-BE49-F238E27FC236}">
                    <a16:creationId xmlns:a16="http://schemas.microsoft.com/office/drawing/2014/main" id="{966C33EF-E5DC-9677-5A33-AC678A107FEF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9" name="直接连接符 40968">
                <a:extLst>
                  <a:ext uri="{FF2B5EF4-FFF2-40B4-BE49-F238E27FC236}">
                    <a16:creationId xmlns:a16="http://schemas.microsoft.com/office/drawing/2014/main" id="{B345274C-645E-3994-75AA-8C7C4E5859D1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0" name="直接连接符 40969">
                <a:extLst>
                  <a:ext uri="{FF2B5EF4-FFF2-40B4-BE49-F238E27FC236}">
                    <a16:creationId xmlns:a16="http://schemas.microsoft.com/office/drawing/2014/main" id="{8D15D380-9335-2789-9735-F2CB3E3CB116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1" name="直接连接符 40970">
                <a:extLst>
                  <a:ext uri="{FF2B5EF4-FFF2-40B4-BE49-F238E27FC236}">
                    <a16:creationId xmlns:a16="http://schemas.microsoft.com/office/drawing/2014/main" id="{A554DC2D-FED7-1E1A-26F0-172BC55D2CE5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2" name="直接连接符 40971">
                <a:extLst>
                  <a:ext uri="{FF2B5EF4-FFF2-40B4-BE49-F238E27FC236}">
                    <a16:creationId xmlns:a16="http://schemas.microsoft.com/office/drawing/2014/main" id="{77987002-DC4E-CF1B-FA69-90CA8AD10FC7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3" name="直接连接符 40972">
                <a:extLst>
                  <a:ext uri="{FF2B5EF4-FFF2-40B4-BE49-F238E27FC236}">
                    <a16:creationId xmlns:a16="http://schemas.microsoft.com/office/drawing/2014/main" id="{B585789D-C09C-E571-7385-193DDB18004C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4" name="直接连接符 40973">
                <a:extLst>
                  <a:ext uri="{FF2B5EF4-FFF2-40B4-BE49-F238E27FC236}">
                    <a16:creationId xmlns:a16="http://schemas.microsoft.com/office/drawing/2014/main" id="{10182E39-9880-92BF-7E37-037F3A03CF9C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5" name="直接连接符 40974">
                <a:extLst>
                  <a:ext uri="{FF2B5EF4-FFF2-40B4-BE49-F238E27FC236}">
                    <a16:creationId xmlns:a16="http://schemas.microsoft.com/office/drawing/2014/main" id="{E6061DB3-1BCD-2A8A-A79F-FA041CE5D0B0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6" name="直接连接符 40975">
                <a:extLst>
                  <a:ext uri="{FF2B5EF4-FFF2-40B4-BE49-F238E27FC236}">
                    <a16:creationId xmlns:a16="http://schemas.microsoft.com/office/drawing/2014/main" id="{B1CEA90F-E5A5-0D49-AA19-540A53B00593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7" name="直接连接符 40976">
                <a:extLst>
                  <a:ext uri="{FF2B5EF4-FFF2-40B4-BE49-F238E27FC236}">
                    <a16:creationId xmlns:a16="http://schemas.microsoft.com/office/drawing/2014/main" id="{7C641C40-0254-74AF-A07A-2760A142EF7E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8" name="直接连接符 40977">
                <a:extLst>
                  <a:ext uri="{FF2B5EF4-FFF2-40B4-BE49-F238E27FC236}">
                    <a16:creationId xmlns:a16="http://schemas.microsoft.com/office/drawing/2014/main" id="{22F5DA0C-F581-9014-1166-9E68C1FC6AB6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9" name="直接连接符 40978">
                <a:extLst>
                  <a:ext uri="{FF2B5EF4-FFF2-40B4-BE49-F238E27FC236}">
                    <a16:creationId xmlns:a16="http://schemas.microsoft.com/office/drawing/2014/main" id="{148C0E11-4C64-47F4-4100-1E1D014F0FEF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0" name="直接连接符 40979">
                <a:extLst>
                  <a:ext uri="{FF2B5EF4-FFF2-40B4-BE49-F238E27FC236}">
                    <a16:creationId xmlns:a16="http://schemas.microsoft.com/office/drawing/2014/main" id="{78057402-7178-551F-AA5B-4FC8348F3701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1" name="直接连接符 40980">
                <a:extLst>
                  <a:ext uri="{FF2B5EF4-FFF2-40B4-BE49-F238E27FC236}">
                    <a16:creationId xmlns:a16="http://schemas.microsoft.com/office/drawing/2014/main" id="{F7E50529-25EC-2694-AFB8-0C93445562E8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2" name="直接连接符 40981">
                <a:extLst>
                  <a:ext uri="{FF2B5EF4-FFF2-40B4-BE49-F238E27FC236}">
                    <a16:creationId xmlns:a16="http://schemas.microsoft.com/office/drawing/2014/main" id="{11CDBF2C-DE87-9F3B-77CE-149F07D9C940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3" name="直接连接符 40982">
                <a:extLst>
                  <a:ext uri="{FF2B5EF4-FFF2-40B4-BE49-F238E27FC236}">
                    <a16:creationId xmlns:a16="http://schemas.microsoft.com/office/drawing/2014/main" id="{924903F3-5D61-BCF7-45E9-5EFB9F02CE02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4" name="直接连接符 40983">
                <a:extLst>
                  <a:ext uri="{FF2B5EF4-FFF2-40B4-BE49-F238E27FC236}">
                    <a16:creationId xmlns:a16="http://schemas.microsoft.com/office/drawing/2014/main" id="{6DCB532D-DCD3-3323-8105-F9B0BAC6705F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5" name="直接连接符 40984">
                <a:extLst>
                  <a:ext uri="{FF2B5EF4-FFF2-40B4-BE49-F238E27FC236}">
                    <a16:creationId xmlns:a16="http://schemas.microsoft.com/office/drawing/2014/main" id="{AFEAEA26-480F-5F69-04DE-813C14860DDA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6" name="直接连接符 40985">
                <a:extLst>
                  <a:ext uri="{FF2B5EF4-FFF2-40B4-BE49-F238E27FC236}">
                    <a16:creationId xmlns:a16="http://schemas.microsoft.com/office/drawing/2014/main" id="{393B8796-2191-3AB2-CC46-5043180BA44B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7" name="直接连接符 40986">
                <a:extLst>
                  <a:ext uri="{FF2B5EF4-FFF2-40B4-BE49-F238E27FC236}">
                    <a16:creationId xmlns:a16="http://schemas.microsoft.com/office/drawing/2014/main" id="{041737F8-6F79-5D12-70B0-F8625C96F91F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8" name="直接连接符 40987">
                <a:extLst>
                  <a:ext uri="{FF2B5EF4-FFF2-40B4-BE49-F238E27FC236}">
                    <a16:creationId xmlns:a16="http://schemas.microsoft.com/office/drawing/2014/main" id="{C3321EA4-D9D5-A50D-B14E-10A24AE9F5EA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9" name="直接连接符 40988">
                <a:extLst>
                  <a:ext uri="{FF2B5EF4-FFF2-40B4-BE49-F238E27FC236}">
                    <a16:creationId xmlns:a16="http://schemas.microsoft.com/office/drawing/2014/main" id="{54DB3B79-8C10-A56F-5BE2-DC05B6EF4677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0" name="直接连接符 40989">
                <a:extLst>
                  <a:ext uri="{FF2B5EF4-FFF2-40B4-BE49-F238E27FC236}">
                    <a16:creationId xmlns:a16="http://schemas.microsoft.com/office/drawing/2014/main" id="{349E020E-C04B-2A29-E4FC-C154D9647FC4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1" name="直接连接符 40990">
                <a:extLst>
                  <a:ext uri="{FF2B5EF4-FFF2-40B4-BE49-F238E27FC236}">
                    <a16:creationId xmlns:a16="http://schemas.microsoft.com/office/drawing/2014/main" id="{0D95412A-D147-D4C5-BE07-BD3FF1FC3B81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2" name="直接连接符 40991">
                <a:extLst>
                  <a:ext uri="{FF2B5EF4-FFF2-40B4-BE49-F238E27FC236}">
                    <a16:creationId xmlns:a16="http://schemas.microsoft.com/office/drawing/2014/main" id="{83A5B355-D279-A040-C7AC-32E436C0A225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3" name="直接连接符 40992">
                <a:extLst>
                  <a:ext uri="{FF2B5EF4-FFF2-40B4-BE49-F238E27FC236}">
                    <a16:creationId xmlns:a16="http://schemas.microsoft.com/office/drawing/2014/main" id="{C16E4025-88CA-00C3-DAB9-A84210FB84F3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4" name="直接连接符 40993">
                <a:extLst>
                  <a:ext uri="{FF2B5EF4-FFF2-40B4-BE49-F238E27FC236}">
                    <a16:creationId xmlns:a16="http://schemas.microsoft.com/office/drawing/2014/main" id="{CAFACA5F-9EC7-924C-B3F5-0FFF5D09B09B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5" name="直接连接符 40994">
                <a:extLst>
                  <a:ext uri="{FF2B5EF4-FFF2-40B4-BE49-F238E27FC236}">
                    <a16:creationId xmlns:a16="http://schemas.microsoft.com/office/drawing/2014/main" id="{5BEEFB80-924A-8DFF-0135-F258F814C462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6" name="直接连接符 40995">
                <a:extLst>
                  <a:ext uri="{FF2B5EF4-FFF2-40B4-BE49-F238E27FC236}">
                    <a16:creationId xmlns:a16="http://schemas.microsoft.com/office/drawing/2014/main" id="{CB45261F-5EE2-A178-6713-4E9A77276F33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7" name="直接连接符 40996">
                <a:extLst>
                  <a:ext uri="{FF2B5EF4-FFF2-40B4-BE49-F238E27FC236}">
                    <a16:creationId xmlns:a16="http://schemas.microsoft.com/office/drawing/2014/main" id="{05BCA6ED-7733-3742-4F1A-8ADD61242095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8" name="直接连接符 40997">
                <a:extLst>
                  <a:ext uri="{FF2B5EF4-FFF2-40B4-BE49-F238E27FC236}">
                    <a16:creationId xmlns:a16="http://schemas.microsoft.com/office/drawing/2014/main" id="{B859BDB2-A9DB-20C8-49F1-C69C4D7F3CC8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9" name="直接连接符 40998">
                <a:extLst>
                  <a:ext uri="{FF2B5EF4-FFF2-40B4-BE49-F238E27FC236}">
                    <a16:creationId xmlns:a16="http://schemas.microsoft.com/office/drawing/2014/main" id="{486B24CA-BE74-A08C-A928-0B1A10F6BB32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0" name="直接连接符 40999">
                <a:extLst>
                  <a:ext uri="{FF2B5EF4-FFF2-40B4-BE49-F238E27FC236}">
                    <a16:creationId xmlns:a16="http://schemas.microsoft.com/office/drawing/2014/main" id="{C853B66E-A55E-2292-E1BF-1FDE819D7A63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1" name="直接连接符 41000">
                <a:extLst>
                  <a:ext uri="{FF2B5EF4-FFF2-40B4-BE49-F238E27FC236}">
                    <a16:creationId xmlns:a16="http://schemas.microsoft.com/office/drawing/2014/main" id="{1845B667-1D79-17F9-2247-77452E60D25D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2" name="直接连接符 41001">
                <a:extLst>
                  <a:ext uri="{FF2B5EF4-FFF2-40B4-BE49-F238E27FC236}">
                    <a16:creationId xmlns:a16="http://schemas.microsoft.com/office/drawing/2014/main" id="{11765820-C2E5-238C-0AE9-45DC9344CCFD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3" name="直接连接符 41002">
                <a:extLst>
                  <a:ext uri="{FF2B5EF4-FFF2-40B4-BE49-F238E27FC236}">
                    <a16:creationId xmlns:a16="http://schemas.microsoft.com/office/drawing/2014/main" id="{2CDC47D3-0233-2156-4D3A-A2A5F302E105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4" name="直接连接符 41003">
                <a:extLst>
                  <a:ext uri="{FF2B5EF4-FFF2-40B4-BE49-F238E27FC236}">
                    <a16:creationId xmlns:a16="http://schemas.microsoft.com/office/drawing/2014/main" id="{BC8D088E-120F-95D0-90D4-418EA8BE2211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5" name="直接连接符 41004">
                <a:extLst>
                  <a:ext uri="{FF2B5EF4-FFF2-40B4-BE49-F238E27FC236}">
                    <a16:creationId xmlns:a16="http://schemas.microsoft.com/office/drawing/2014/main" id="{058E5876-D586-8F6B-AD32-A2181149D7EE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6" name="直接连接符 41005">
                <a:extLst>
                  <a:ext uri="{FF2B5EF4-FFF2-40B4-BE49-F238E27FC236}">
                    <a16:creationId xmlns:a16="http://schemas.microsoft.com/office/drawing/2014/main" id="{3DCC2B4E-0C5B-C8C1-D2EC-D81477559AE9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7" name="直接连接符 41006">
                <a:extLst>
                  <a:ext uri="{FF2B5EF4-FFF2-40B4-BE49-F238E27FC236}">
                    <a16:creationId xmlns:a16="http://schemas.microsoft.com/office/drawing/2014/main" id="{6F9F0227-5181-927D-9746-EFAB8670B117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8" name="直接连接符 41007">
                <a:extLst>
                  <a:ext uri="{FF2B5EF4-FFF2-40B4-BE49-F238E27FC236}">
                    <a16:creationId xmlns:a16="http://schemas.microsoft.com/office/drawing/2014/main" id="{0E386383-6BC1-C930-D166-0EF866B68065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9" name="直接连接符 41008">
                <a:extLst>
                  <a:ext uri="{FF2B5EF4-FFF2-40B4-BE49-F238E27FC236}">
                    <a16:creationId xmlns:a16="http://schemas.microsoft.com/office/drawing/2014/main" id="{53EC98DC-ADA4-42FA-1568-80CE037FDEBA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0" name="直接连接符 41009">
                <a:extLst>
                  <a:ext uri="{FF2B5EF4-FFF2-40B4-BE49-F238E27FC236}">
                    <a16:creationId xmlns:a16="http://schemas.microsoft.com/office/drawing/2014/main" id="{75B18CB2-25E3-1603-0D96-19C9DE44FC19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1" name="直接连接符 41010">
                <a:extLst>
                  <a:ext uri="{FF2B5EF4-FFF2-40B4-BE49-F238E27FC236}">
                    <a16:creationId xmlns:a16="http://schemas.microsoft.com/office/drawing/2014/main" id="{B094AF0D-A2FE-0764-4DDB-350F6E6B0146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2" name="直接连接符 41011">
                <a:extLst>
                  <a:ext uri="{FF2B5EF4-FFF2-40B4-BE49-F238E27FC236}">
                    <a16:creationId xmlns:a16="http://schemas.microsoft.com/office/drawing/2014/main" id="{B310BF90-6FE5-1749-F832-997FCD589A83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3" name="直接连接符 41012">
                <a:extLst>
                  <a:ext uri="{FF2B5EF4-FFF2-40B4-BE49-F238E27FC236}">
                    <a16:creationId xmlns:a16="http://schemas.microsoft.com/office/drawing/2014/main" id="{3B53E174-5583-C32D-CFDC-6BE2063B66FA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4" name="直接连接符 41013">
                <a:extLst>
                  <a:ext uri="{FF2B5EF4-FFF2-40B4-BE49-F238E27FC236}">
                    <a16:creationId xmlns:a16="http://schemas.microsoft.com/office/drawing/2014/main" id="{AE30B95A-FC39-C414-D5D5-4E2451123FD6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5" name="直接连接符 41014">
                <a:extLst>
                  <a:ext uri="{FF2B5EF4-FFF2-40B4-BE49-F238E27FC236}">
                    <a16:creationId xmlns:a16="http://schemas.microsoft.com/office/drawing/2014/main" id="{266FA118-2B42-05BE-8617-30575610A58B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6" name="直接连接符 41015">
                <a:extLst>
                  <a:ext uri="{FF2B5EF4-FFF2-40B4-BE49-F238E27FC236}">
                    <a16:creationId xmlns:a16="http://schemas.microsoft.com/office/drawing/2014/main" id="{26AA7682-21A2-C67B-0F98-3CA1F4565BF3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7" name="直接连接符 41016">
                <a:extLst>
                  <a:ext uri="{FF2B5EF4-FFF2-40B4-BE49-F238E27FC236}">
                    <a16:creationId xmlns:a16="http://schemas.microsoft.com/office/drawing/2014/main" id="{3423905D-3EC1-E5F4-0931-24F9EB89ECB4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8" name="直接连接符 41017">
                <a:extLst>
                  <a:ext uri="{FF2B5EF4-FFF2-40B4-BE49-F238E27FC236}">
                    <a16:creationId xmlns:a16="http://schemas.microsoft.com/office/drawing/2014/main" id="{8C0682ED-7ADC-191F-828C-A82A57BB8601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9" name="直接连接符 41018">
                <a:extLst>
                  <a:ext uri="{FF2B5EF4-FFF2-40B4-BE49-F238E27FC236}">
                    <a16:creationId xmlns:a16="http://schemas.microsoft.com/office/drawing/2014/main" id="{3340E401-AF44-5B13-2F0F-F28566525EB9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0" name="直接连接符 41019">
                <a:extLst>
                  <a:ext uri="{FF2B5EF4-FFF2-40B4-BE49-F238E27FC236}">
                    <a16:creationId xmlns:a16="http://schemas.microsoft.com/office/drawing/2014/main" id="{43E96439-1F67-FF06-8626-B8A94E057A6A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1" name="直接连接符 41020">
                <a:extLst>
                  <a:ext uri="{FF2B5EF4-FFF2-40B4-BE49-F238E27FC236}">
                    <a16:creationId xmlns:a16="http://schemas.microsoft.com/office/drawing/2014/main" id="{C7F316BC-6040-B4CA-7791-BD30D1EB439B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2" name="直接连接符 41021">
                <a:extLst>
                  <a:ext uri="{FF2B5EF4-FFF2-40B4-BE49-F238E27FC236}">
                    <a16:creationId xmlns:a16="http://schemas.microsoft.com/office/drawing/2014/main" id="{0B7ED030-DDBB-4D89-5DE1-5CB0587BA444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3" name="直接连接符 41022">
                <a:extLst>
                  <a:ext uri="{FF2B5EF4-FFF2-40B4-BE49-F238E27FC236}">
                    <a16:creationId xmlns:a16="http://schemas.microsoft.com/office/drawing/2014/main" id="{7C7C4E7D-ED7B-2847-9F72-CBD013023349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4" name="直接连接符 41023">
                <a:extLst>
                  <a:ext uri="{FF2B5EF4-FFF2-40B4-BE49-F238E27FC236}">
                    <a16:creationId xmlns:a16="http://schemas.microsoft.com/office/drawing/2014/main" id="{CB98BFC5-A407-6074-B4E7-D029B34FA838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5" name="直接连接符 41024">
                <a:extLst>
                  <a:ext uri="{FF2B5EF4-FFF2-40B4-BE49-F238E27FC236}">
                    <a16:creationId xmlns:a16="http://schemas.microsoft.com/office/drawing/2014/main" id="{344F85A2-9389-655B-5508-4E231F348DED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6" name="直接连接符 41025">
                <a:extLst>
                  <a:ext uri="{FF2B5EF4-FFF2-40B4-BE49-F238E27FC236}">
                    <a16:creationId xmlns:a16="http://schemas.microsoft.com/office/drawing/2014/main" id="{8B95746D-E45E-C13E-E8FF-F17384C48675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7" name="直接连接符 41026">
                <a:extLst>
                  <a:ext uri="{FF2B5EF4-FFF2-40B4-BE49-F238E27FC236}">
                    <a16:creationId xmlns:a16="http://schemas.microsoft.com/office/drawing/2014/main" id="{FA92D7CD-BE3A-BDF0-E4BA-F534AD69F827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8" name="直接连接符 41027">
                <a:extLst>
                  <a:ext uri="{FF2B5EF4-FFF2-40B4-BE49-F238E27FC236}">
                    <a16:creationId xmlns:a16="http://schemas.microsoft.com/office/drawing/2014/main" id="{76B272FB-95A5-2B73-FEF1-15A6D829043A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9" name="直接连接符 41028">
                <a:extLst>
                  <a:ext uri="{FF2B5EF4-FFF2-40B4-BE49-F238E27FC236}">
                    <a16:creationId xmlns:a16="http://schemas.microsoft.com/office/drawing/2014/main" id="{505637C8-97F7-B782-93C7-356779489239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30" name="直接连接符 41029">
                <a:extLst>
                  <a:ext uri="{FF2B5EF4-FFF2-40B4-BE49-F238E27FC236}">
                    <a16:creationId xmlns:a16="http://schemas.microsoft.com/office/drawing/2014/main" id="{8E5C0186-AFE7-3E94-DA57-B723F3F1F56B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31" name="直接连接符 41030">
                <a:extLst>
                  <a:ext uri="{FF2B5EF4-FFF2-40B4-BE49-F238E27FC236}">
                    <a16:creationId xmlns:a16="http://schemas.microsoft.com/office/drawing/2014/main" id="{13FAAE87-8A5E-F7FA-12BD-C459937A2744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32" name="直接连接符 41031">
                <a:extLst>
                  <a:ext uri="{FF2B5EF4-FFF2-40B4-BE49-F238E27FC236}">
                    <a16:creationId xmlns:a16="http://schemas.microsoft.com/office/drawing/2014/main" id="{00918421-CD9C-6DF4-7C59-F49A3D8F9F85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367B8BA-16B9-73BD-13CD-62542AE99BCE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2756985C-4B83-A488-F207-48FC1F8D37CC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23A0B41E-833A-C5EF-0438-2780729A4240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D8B8544F-66D5-1A4B-F56E-32AF02EBFBDE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BE6EDC72-B132-78D9-DEFB-FDB67D7B726B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4C31AB5F-4F5C-740A-2DC8-E927D6038FA9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D8DB4F4F-CCEE-D477-DCED-1F39823C6774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A919C597-AF5B-4D1E-F740-CF278FACF794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83E7074B-9D13-DD13-01F7-72294F831E56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9AA6EE7-CA21-509B-635D-58EDE03EF6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32622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63F58-BAAD-2E84-A25A-544ABF034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1576A8A1-A1E0-CE2E-23AD-A4DACAB9D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029" y="365833"/>
            <a:ext cx="7886700" cy="1325563"/>
          </a:xfrm>
        </p:spPr>
        <p:txBody>
          <a:bodyPr/>
          <a:lstStyle/>
          <a:p>
            <a:pPr eaLnBrk="1" hangingPunct="1"/>
            <a:r>
              <a:rPr lang="zh-CN" altLang="en-US" dirty="0"/>
              <a:t>二部图性质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EE98A2D4-9CA9-2470-6F41-473B80B1CF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7805" y="1410389"/>
            <a:ext cx="8748463" cy="4706809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又因为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与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相邻，所以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在集合</a:t>
            </a:r>
            <a:r>
              <a:rPr lang="en-US" altLang="zh-CN" sz="2800" dirty="0"/>
              <a:t>A</a:t>
            </a:r>
            <a:r>
              <a:rPr lang="zh-CN" altLang="en-US" sz="2800" dirty="0"/>
              <a:t>中。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以此类推，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2i </a:t>
            </a:r>
            <a:r>
              <a:rPr lang="zh-CN" altLang="en-US" sz="2800" dirty="0"/>
              <a:t>（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= 1, 2, ……</a:t>
            </a:r>
            <a:r>
              <a:rPr lang="zh-CN" altLang="en-US" sz="2800" dirty="0"/>
              <a:t>）在集合</a:t>
            </a:r>
            <a:r>
              <a:rPr lang="en-US" altLang="zh-CN" sz="2800" dirty="0"/>
              <a:t>B</a:t>
            </a:r>
            <a:r>
              <a:rPr lang="zh-CN" altLang="en-US" sz="2800" dirty="0"/>
              <a:t>中，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2i-1</a:t>
            </a:r>
            <a:r>
              <a:rPr lang="zh-CN" altLang="en-US" sz="2800" dirty="0"/>
              <a:t>在集合</a:t>
            </a:r>
            <a:r>
              <a:rPr lang="en-US" altLang="zh-CN" sz="2800" dirty="0"/>
              <a:t>A</a:t>
            </a:r>
            <a:r>
              <a:rPr lang="zh-CN" altLang="en-US" sz="2800" dirty="0"/>
              <a:t>中。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当遍历完整个奇圈，回到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k</a:t>
            </a:r>
            <a:r>
              <a:rPr lang="zh-CN" altLang="en-US" sz="2800" dirty="0"/>
              <a:t>时，因为</a:t>
            </a:r>
            <a:r>
              <a:rPr lang="en-US" altLang="zh-CN" sz="2800" dirty="0"/>
              <a:t>k</a:t>
            </a:r>
            <a:r>
              <a:rPr lang="zh-CN" altLang="en-US" sz="2800" dirty="0"/>
              <a:t>是奇数，按照上述规律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k</a:t>
            </a:r>
            <a:r>
              <a:rPr lang="zh-CN" altLang="en-US" sz="2800" dirty="0"/>
              <a:t>应该在集合</a:t>
            </a:r>
            <a:r>
              <a:rPr lang="en-US" altLang="zh-CN" sz="2800" dirty="0"/>
              <a:t>A</a:t>
            </a:r>
            <a:r>
              <a:rPr lang="zh-CN" altLang="en-US" sz="2800" dirty="0"/>
              <a:t>中，然而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k</a:t>
            </a:r>
            <a:r>
              <a:rPr lang="zh-CN" altLang="en-US" sz="2800" dirty="0"/>
              <a:t>与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相邻，根据二部图的定义，</a:t>
            </a:r>
            <a:r>
              <a:rPr lang="en-US" altLang="zh-CN" sz="2800" dirty="0"/>
              <a:t> 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k</a:t>
            </a:r>
            <a:r>
              <a:rPr lang="zh-CN" altLang="en-US" sz="2800" dirty="0"/>
              <a:t>应该在集合</a:t>
            </a:r>
            <a:r>
              <a:rPr lang="en-US" altLang="zh-CN" sz="2800" dirty="0"/>
              <a:t>B</a:t>
            </a:r>
            <a:r>
              <a:rPr lang="zh-CN" altLang="en-US" sz="2800" dirty="0"/>
              <a:t>中，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产生矛盾，所以假设不成立。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所以如果一个图是二部图，那么它不可能包含一个奇圈。</a:t>
            </a:r>
          </a:p>
        </p:txBody>
      </p:sp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7CA2D982-275B-8ABC-3EF2-73A362B6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C6FF14-ABA5-41DA-B8A1-E17A5662EF69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kumimoji="0" lang="en-US" altLang="zh-CN" sz="140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E46EA69-7719-F499-C02B-69AAA926D10C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31CF89B4-35C5-B735-203F-CFCF364F1D84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047DCFAF-76A7-9EAE-2F81-1BC82A881CAF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BFE6428E-9DA1-9F8D-434A-9FAA715072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3D272DD8-64D1-2BC1-E7E5-46856E265FF7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F457EC8-4D26-FC8C-CEDC-99370BDFBF6E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3E99AAB-5D7F-334E-8817-67A7B217E088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88C485F1-509C-DEF1-4541-CF104B68EE3B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B2F924EE-1C5E-AA06-B663-C3CBCA0219F5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3BA4808-F2E1-9D5F-3F30-14711067DD3F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6A874DDF-1B0C-1223-FBD1-1E2EF6607C4D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5481D92D-9F02-25CB-24FC-7DC7EDCD2D27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7FE4C4B-9567-407A-1EC6-5C7412589674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B29C7058-8766-ADCE-0CEF-5FA350D0FDD3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7E70E581-9E47-76A8-8407-883C5E6E8C82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00D92329-0E3A-1BBE-A418-734AC8E9FBC9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E967ECFA-C732-F82B-C282-43EC9E14FC49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7E839688-B54C-4E03-D97B-636338D7065F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AA9B1AEB-8A79-ADB7-8BAE-D19107CCD3FA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76C04B9B-804B-F352-E9AD-2314A11925D2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6D231053-91A2-EC62-7578-11555DF76B86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10F0F81E-99F9-FD81-82E4-F245E9395548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9DCD1827-9ECA-CE44-2BC6-969EBB9F64A8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665258F-B391-3CEA-6F7D-88FF5D7119A3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9231EAE0-8809-D7E1-8A42-D45329C5D6B9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D2DDD2DE-0ACB-696C-C358-5AF71B1B92C7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5E473F3C-CF35-A45C-745E-5EB36EC659E9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6B9F248B-273D-3618-9EAA-EBAFF8952519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3875FEDC-1201-4C36-CFDE-AE2EF8953BFB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354FF547-B09F-125B-398B-601EB32CA74F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FAED31C5-2339-F311-84DC-B033C4080497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40734826-333C-8651-04FD-5C6534E98DFB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F3FAF704-C817-1820-1E4A-863EAF35FD47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EFB2B5D1-34E4-FD1F-B59A-D8EA40508516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B42F45B0-4355-2863-23DD-A7F41039C1D8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42EE438B-9F44-7C13-87FC-82754B3DDDF9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FBEA29E6-A5E6-8F63-AFD5-396A25FB1B00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0DEA1AEE-EF11-82BA-12D0-AD9FFC30A5EB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C6B1E1CD-696F-2C2E-D107-2FCC4AF02A62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ECA6DA8D-3D7B-A48A-133E-F2D21EAE8CD6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1FEA1D59-EDC7-B7B6-EB3C-2158682B1F31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5ACAEC01-F42A-EAFB-3916-C7CF9101839B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16D1CBD7-6089-183B-3090-4E46603E5512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07C17A54-0774-A395-225D-688146BC869B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FF60873A-1027-B375-6905-75BA4E8BCC53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B4567F4B-1B9E-C66D-904A-79EB1E82885C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0088605E-4298-406F-ECF4-F4E281BC8E77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212D4597-5F36-B810-888F-5ACC63E8E6BA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A59F62FC-25D3-3C33-4EEE-BE05FCF66A6B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BB81D246-F229-7D77-A9B6-F3D6938CD2EA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265E09F7-AEC2-60B1-C224-6E0E302E4138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0" name="直接连接符 40959">
                <a:extLst>
                  <a:ext uri="{FF2B5EF4-FFF2-40B4-BE49-F238E27FC236}">
                    <a16:creationId xmlns:a16="http://schemas.microsoft.com/office/drawing/2014/main" id="{D73822EB-8E05-0ADA-92CC-7C770091E93A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1" name="直接连接符 40960">
                <a:extLst>
                  <a:ext uri="{FF2B5EF4-FFF2-40B4-BE49-F238E27FC236}">
                    <a16:creationId xmlns:a16="http://schemas.microsoft.com/office/drawing/2014/main" id="{37D2C3F9-4361-A6E2-D7A3-16CF0E3CF793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5" name="直接连接符 40964">
                <a:extLst>
                  <a:ext uri="{FF2B5EF4-FFF2-40B4-BE49-F238E27FC236}">
                    <a16:creationId xmlns:a16="http://schemas.microsoft.com/office/drawing/2014/main" id="{9FEE0C7F-EA62-A7DA-3155-7E67B2259B30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6" name="直接连接符 40965">
                <a:extLst>
                  <a:ext uri="{FF2B5EF4-FFF2-40B4-BE49-F238E27FC236}">
                    <a16:creationId xmlns:a16="http://schemas.microsoft.com/office/drawing/2014/main" id="{E5BD9E2D-29FE-69DE-C5F2-E737A1FBB4BF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7" name="直接连接符 40966">
                <a:extLst>
                  <a:ext uri="{FF2B5EF4-FFF2-40B4-BE49-F238E27FC236}">
                    <a16:creationId xmlns:a16="http://schemas.microsoft.com/office/drawing/2014/main" id="{73DA4CC3-4B47-7C08-4A42-610525C3DE52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8" name="直接连接符 40967">
                <a:extLst>
                  <a:ext uri="{FF2B5EF4-FFF2-40B4-BE49-F238E27FC236}">
                    <a16:creationId xmlns:a16="http://schemas.microsoft.com/office/drawing/2014/main" id="{35D06ACF-980F-082D-169F-8C84330544BB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69" name="直接连接符 40968">
                <a:extLst>
                  <a:ext uri="{FF2B5EF4-FFF2-40B4-BE49-F238E27FC236}">
                    <a16:creationId xmlns:a16="http://schemas.microsoft.com/office/drawing/2014/main" id="{D14CEF93-1899-62D2-DAD1-0F4445366C9B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0" name="直接连接符 40969">
                <a:extLst>
                  <a:ext uri="{FF2B5EF4-FFF2-40B4-BE49-F238E27FC236}">
                    <a16:creationId xmlns:a16="http://schemas.microsoft.com/office/drawing/2014/main" id="{395FBA4B-5542-AF2D-1959-8C6170510BF0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1" name="直接连接符 40970">
                <a:extLst>
                  <a:ext uri="{FF2B5EF4-FFF2-40B4-BE49-F238E27FC236}">
                    <a16:creationId xmlns:a16="http://schemas.microsoft.com/office/drawing/2014/main" id="{D6F400C7-EB24-4545-4675-ED672CDE40D8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2" name="直接连接符 40971">
                <a:extLst>
                  <a:ext uri="{FF2B5EF4-FFF2-40B4-BE49-F238E27FC236}">
                    <a16:creationId xmlns:a16="http://schemas.microsoft.com/office/drawing/2014/main" id="{1EF6CF6A-8703-2BA3-9D00-ECFCF8DA0E99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3" name="直接连接符 40972">
                <a:extLst>
                  <a:ext uri="{FF2B5EF4-FFF2-40B4-BE49-F238E27FC236}">
                    <a16:creationId xmlns:a16="http://schemas.microsoft.com/office/drawing/2014/main" id="{07524255-BD88-DD69-E09D-DB55A306CC19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4" name="直接连接符 40973">
                <a:extLst>
                  <a:ext uri="{FF2B5EF4-FFF2-40B4-BE49-F238E27FC236}">
                    <a16:creationId xmlns:a16="http://schemas.microsoft.com/office/drawing/2014/main" id="{DD1D22A9-679C-F0F3-29F9-1DBF3F835250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5" name="直接连接符 40974">
                <a:extLst>
                  <a:ext uri="{FF2B5EF4-FFF2-40B4-BE49-F238E27FC236}">
                    <a16:creationId xmlns:a16="http://schemas.microsoft.com/office/drawing/2014/main" id="{F879AD2E-6706-FD6B-4545-93DA72B5324A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6" name="直接连接符 40975">
                <a:extLst>
                  <a:ext uri="{FF2B5EF4-FFF2-40B4-BE49-F238E27FC236}">
                    <a16:creationId xmlns:a16="http://schemas.microsoft.com/office/drawing/2014/main" id="{D27D1973-593E-B00D-3C1D-556D29C90C71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7" name="直接连接符 40976">
                <a:extLst>
                  <a:ext uri="{FF2B5EF4-FFF2-40B4-BE49-F238E27FC236}">
                    <a16:creationId xmlns:a16="http://schemas.microsoft.com/office/drawing/2014/main" id="{24032ECE-2410-7ADE-DD87-28EC26417071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8" name="直接连接符 40977">
                <a:extLst>
                  <a:ext uri="{FF2B5EF4-FFF2-40B4-BE49-F238E27FC236}">
                    <a16:creationId xmlns:a16="http://schemas.microsoft.com/office/drawing/2014/main" id="{603F32D3-70DC-F8C5-402A-E7C7B3E23D5B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79" name="直接连接符 40978">
                <a:extLst>
                  <a:ext uri="{FF2B5EF4-FFF2-40B4-BE49-F238E27FC236}">
                    <a16:creationId xmlns:a16="http://schemas.microsoft.com/office/drawing/2014/main" id="{04878579-81B5-C435-B0C9-1AC110401D97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0" name="直接连接符 40979">
                <a:extLst>
                  <a:ext uri="{FF2B5EF4-FFF2-40B4-BE49-F238E27FC236}">
                    <a16:creationId xmlns:a16="http://schemas.microsoft.com/office/drawing/2014/main" id="{BA2D9B98-A3CB-C01D-A7CF-438207C8DF65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1" name="直接连接符 40980">
                <a:extLst>
                  <a:ext uri="{FF2B5EF4-FFF2-40B4-BE49-F238E27FC236}">
                    <a16:creationId xmlns:a16="http://schemas.microsoft.com/office/drawing/2014/main" id="{56995764-ADDB-413C-4011-01B6D972BABA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2" name="直接连接符 40981">
                <a:extLst>
                  <a:ext uri="{FF2B5EF4-FFF2-40B4-BE49-F238E27FC236}">
                    <a16:creationId xmlns:a16="http://schemas.microsoft.com/office/drawing/2014/main" id="{733CF1C0-062F-393B-E8FE-B6EA9C2D48D9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3" name="直接连接符 40982">
                <a:extLst>
                  <a:ext uri="{FF2B5EF4-FFF2-40B4-BE49-F238E27FC236}">
                    <a16:creationId xmlns:a16="http://schemas.microsoft.com/office/drawing/2014/main" id="{9946C27D-852E-85D7-1926-206046D890FD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4" name="直接连接符 40983">
                <a:extLst>
                  <a:ext uri="{FF2B5EF4-FFF2-40B4-BE49-F238E27FC236}">
                    <a16:creationId xmlns:a16="http://schemas.microsoft.com/office/drawing/2014/main" id="{8E8C6E1E-4A42-D118-B305-C20FEF7228B4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5" name="直接连接符 40984">
                <a:extLst>
                  <a:ext uri="{FF2B5EF4-FFF2-40B4-BE49-F238E27FC236}">
                    <a16:creationId xmlns:a16="http://schemas.microsoft.com/office/drawing/2014/main" id="{DEC8D634-2BF9-B82F-7D35-249E23059393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6" name="直接连接符 40985">
                <a:extLst>
                  <a:ext uri="{FF2B5EF4-FFF2-40B4-BE49-F238E27FC236}">
                    <a16:creationId xmlns:a16="http://schemas.microsoft.com/office/drawing/2014/main" id="{CFB95201-3A4A-6322-AFE2-84186DCC0668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7" name="直接连接符 40986">
                <a:extLst>
                  <a:ext uri="{FF2B5EF4-FFF2-40B4-BE49-F238E27FC236}">
                    <a16:creationId xmlns:a16="http://schemas.microsoft.com/office/drawing/2014/main" id="{855F2586-B068-28CF-A06E-19FF9C39DBFB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8" name="直接连接符 40987">
                <a:extLst>
                  <a:ext uri="{FF2B5EF4-FFF2-40B4-BE49-F238E27FC236}">
                    <a16:creationId xmlns:a16="http://schemas.microsoft.com/office/drawing/2014/main" id="{0A2929F2-9DFF-7897-5BDD-A117FD35055B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89" name="直接连接符 40988">
                <a:extLst>
                  <a:ext uri="{FF2B5EF4-FFF2-40B4-BE49-F238E27FC236}">
                    <a16:creationId xmlns:a16="http://schemas.microsoft.com/office/drawing/2014/main" id="{D3811102-24DC-B3C1-BF4A-9888E8C0A0DA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0" name="直接连接符 40989">
                <a:extLst>
                  <a:ext uri="{FF2B5EF4-FFF2-40B4-BE49-F238E27FC236}">
                    <a16:creationId xmlns:a16="http://schemas.microsoft.com/office/drawing/2014/main" id="{57AC16AC-AE10-3956-03D7-17A95E3E4107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1" name="直接连接符 40990">
                <a:extLst>
                  <a:ext uri="{FF2B5EF4-FFF2-40B4-BE49-F238E27FC236}">
                    <a16:creationId xmlns:a16="http://schemas.microsoft.com/office/drawing/2014/main" id="{3EF7498D-CFE1-6B7F-263E-E0211D8EC592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2" name="直接连接符 40991">
                <a:extLst>
                  <a:ext uri="{FF2B5EF4-FFF2-40B4-BE49-F238E27FC236}">
                    <a16:creationId xmlns:a16="http://schemas.microsoft.com/office/drawing/2014/main" id="{3B035392-FB0F-8DD2-5572-027708C05804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3" name="直接连接符 40992">
                <a:extLst>
                  <a:ext uri="{FF2B5EF4-FFF2-40B4-BE49-F238E27FC236}">
                    <a16:creationId xmlns:a16="http://schemas.microsoft.com/office/drawing/2014/main" id="{16223462-E517-7C42-6871-D6A879845734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4" name="直接连接符 40993">
                <a:extLst>
                  <a:ext uri="{FF2B5EF4-FFF2-40B4-BE49-F238E27FC236}">
                    <a16:creationId xmlns:a16="http://schemas.microsoft.com/office/drawing/2014/main" id="{56C1351E-607D-8604-8E88-1D900F5A4B93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5" name="直接连接符 40994">
                <a:extLst>
                  <a:ext uri="{FF2B5EF4-FFF2-40B4-BE49-F238E27FC236}">
                    <a16:creationId xmlns:a16="http://schemas.microsoft.com/office/drawing/2014/main" id="{7E972256-C386-A687-A525-7B1505FB2E34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6" name="直接连接符 40995">
                <a:extLst>
                  <a:ext uri="{FF2B5EF4-FFF2-40B4-BE49-F238E27FC236}">
                    <a16:creationId xmlns:a16="http://schemas.microsoft.com/office/drawing/2014/main" id="{2B4111C6-EBDB-E728-B996-7B19C543AE81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7" name="直接连接符 40996">
                <a:extLst>
                  <a:ext uri="{FF2B5EF4-FFF2-40B4-BE49-F238E27FC236}">
                    <a16:creationId xmlns:a16="http://schemas.microsoft.com/office/drawing/2014/main" id="{6184DEDB-E813-B3FF-B7D9-0FBEA36C7329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8" name="直接连接符 40997">
                <a:extLst>
                  <a:ext uri="{FF2B5EF4-FFF2-40B4-BE49-F238E27FC236}">
                    <a16:creationId xmlns:a16="http://schemas.microsoft.com/office/drawing/2014/main" id="{0482CF65-C819-A5D2-5D66-0E62D99AE616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99" name="直接连接符 40998">
                <a:extLst>
                  <a:ext uri="{FF2B5EF4-FFF2-40B4-BE49-F238E27FC236}">
                    <a16:creationId xmlns:a16="http://schemas.microsoft.com/office/drawing/2014/main" id="{10FADFEA-562E-7211-C8AA-995534E2B663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0" name="直接连接符 40999">
                <a:extLst>
                  <a:ext uri="{FF2B5EF4-FFF2-40B4-BE49-F238E27FC236}">
                    <a16:creationId xmlns:a16="http://schemas.microsoft.com/office/drawing/2014/main" id="{BD262DA1-BE71-C11F-3B4B-1AE710D21AAF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1" name="直接连接符 41000">
                <a:extLst>
                  <a:ext uri="{FF2B5EF4-FFF2-40B4-BE49-F238E27FC236}">
                    <a16:creationId xmlns:a16="http://schemas.microsoft.com/office/drawing/2014/main" id="{19EAE0F2-F7F7-E17E-10BA-FB651B41C791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2" name="直接连接符 41001">
                <a:extLst>
                  <a:ext uri="{FF2B5EF4-FFF2-40B4-BE49-F238E27FC236}">
                    <a16:creationId xmlns:a16="http://schemas.microsoft.com/office/drawing/2014/main" id="{71BA7A1F-5B1D-A46E-E19C-B3E3D752103B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3" name="直接连接符 41002">
                <a:extLst>
                  <a:ext uri="{FF2B5EF4-FFF2-40B4-BE49-F238E27FC236}">
                    <a16:creationId xmlns:a16="http://schemas.microsoft.com/office/drawing/2014/main" id="{2305D48E-8A2D-8C8F-0AFE-F1A015BF5553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4" name="直接连接符 41003">
                <a:extLst>
                  <a:ext uri="{FF2B5EF4-FFF2-40B4-BE49-F238E27FC236}">
                    <a16:creationId xmlns:a16="http://schemas.microsoft.com/office/drawing/2014/main" id="{A34332CB-A8F1-D374-5158-685F25D72076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5" name="直接连接符 41004">
                <a:extLst>
                  <a:ext uri="{FF2B5EF4-FFF2-40B4-BE49-F238E27FC236}">
                    <a16:creationId xmlns:a16="http://schemas.microsoft.com/office/drawing/2014/main" id="{E834866A-23DD-3A29-4F39-B49579D11EBC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6" name="直接连接符 41005">
                <a:extLst>
                  <a:ext uri="{FF2B5EF4-FFF2-40B4-BE49-F238E27FC236}">
                    <a16:creationId xmlns:a16="http://schemas.microsoft.com/office/drawing/2014/main" id="{F676957D-3C48-04BC-1EC6-034AF1DB2ACE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7" name="直接连接符 41006">
                <a:extLst>
                  <a:ext uri="{FF2B5EF4-FFF2-40B4-BE49-F238E27FC236}">
                    <a16:creationId xmlns:a16="http://schemas.microsoft.com/office/drawing/2014/main" id="{FD736B69-DB4B-CD60-1054-A5A7569BEBA6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8" name="直接连接符 41007">
                <a:extLst>
                  <a:ext uri="{FF2B5EF4-FFF2-40B4-BE49-F238E27FC236}">
                    <a16:creationId xmlns:a16="http://schemas.microsoft.com/office/drawing/2014/main" id="{9CD63E58-E502-3263-4BC5-9B571584F24C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09" name="直接连接符 41008">
                <a:extLst>
                  <a:ext uri="{FF2B5EF4-FFF2-40B4-BE49-F238E27FC236}">
                    <a16:creationId xmlns:a16="http://schemas.microsoft.com/office/drawing/2014/main" id="{D4844CF9-CBA3-36A6-299C-4B33B4CF35B9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0" name="直接连接符 41009">
                <a:extLst>
                  <a:ext uri="{FF2B5EF4-FFF2-40B4-BE49-F238E27FC236}">
                    <a16:creationId xmlns:a16="http://schemas.microsoft.com/office/drawing/2014/main" id="{5246501A-6B90-3429-3C6A-4971D2AC81C4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1" name="直接连接符 41010">
                <a:extLst>
                  <a:ext uri="{FF2B5EF4-FFF2-40B4-BE49-F238E27FC236}">
                    <a16:creationId xmlns:a16="http://schemas.microsoft.com/office/drawing/2014/main" id="{52DCA95D-2CF2-63F7-A3DE-12AC9EFA148B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2" name="直接连接符 41011">
                <a:extLst>
                  <a:ext uri="{FF2B5EF4-FFF2-40B4-BE49-F238E27FC236}">
                    <a16:creationId xmlns:a16="http://schemas.microsoft.com/office/drawing/2014/main" id="{B1C883C1-D6CF-EB1A-8487-6D73212CF012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3" name="直接连接符 41012">
                <a:extLst>
                  <a:ext uri="{FF2B5EF4-FFF2-40B4-BE49-F238E27FC236}">
                    <a16:creationId xmlns:a16="http://schemas.microsoft.com/office/drawing/2014/main" id="{102EBDD6-2A71-49BB-8404-7BC69AE6DB6B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4" name="直接连接符 41013">
                <a:extLst>
                  <a:ext uri="{FF2B5EF4-FFF2-40B4-BE49-F238E27FC236}">
                    <a16:creationId xmlns:a16="http://schemas.microsoft.com/office/drawing/2014/main" id="{7A65A630-BBD4-F6C6-D0CE-E67EF550441E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5" name="直接连接符 41014">
                <a:extLst>
                  <a:ext uri="{FF2B5EF4-FFF2-40B4-BE49-F238E27FC236}">
                    <a16:creationId xmlns:a16="http://schemas.microsoft.com/office/drawing/2014/main" id="{C153A0A1-2E18-DD0E-CCBA-9329C9D416DA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6" name="直接连接符 41015">
                <a:extLst>
                  <a:ext uri="{FF2B5EF4-FFF2-40B4-BE49-F238E27FC236}">
                    <a16:creationId xmlns:a16="http://schemas.microsoft.com/office/drawing/2014/main" id="{C3B57498-AD31-83BA-C7DC-6C5BBA7A6F0E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7" name="直接连接符 41016">
                <a:extLst>
                  <a:ext uri="{FF2B5EF4-FFF2-40B4-BE49-F238E27FC236}">
                    <a16:creationId xmlns:a16="http://schemas.microsoft.com/office/drawing/2014/main" id="{5A1EAE1C-6826-0034-241C-DC2C3BF21BC7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8" name="直接连接符 41017">
                <a:extLst>
                  <a:ext uri="{FF2B5EF4-FFF2-40B4-BE49-F238E27FC236}">
                    <a16:creationId xmlns:a16="http://schemas.microsoft.com/office/drawing/2014/main" id="{CE03649C-E08D-13D5-DA69-6D4DA0BAF019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19" name="直接连接符 41018">
                <a:extLst>
                  <a:ext uri="{FF2B5EF4-FFF2-40B4-BE49-F238E27FC236}">
                    <a16:creationId xmlns:a16="http://schemas.microsoft.com/office/drawing/2014/main" id="{87FBD7F2-B4F6-AE02-AAC3-8642F33F908A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0" name="直接连接符 41019">
                <a:extLst>
                  <a:ext uri="{FF2B5EF4-FFF2-40B4-BE49-F238E27FC236}">
                    <a16:creationId xmlns:a16="http://schemas.microsoft.com/office/drawing/2014/main" id="{D00B7A0A-0C1F-023A-B4C5-D04EE44B65C5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1" name="直接连接符 41020">
                <a:extLst>
                  <a:ext uri="{FF2B5EF4-FFF2-40B4-BE49-F238E27FC236}">
                    <a16:creationId xmlns:a16="http://schemas.microsoft.com/office/drawing/2014/main" id="{B1137E91-802A-1024-62FA-9BB72CB38633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2" name="直接连接符 41021">
                <a:extLst>
                  <a:ext uri="{FF2B5EF4-FFF2-40B4-BE49-F238E27FC236}">
                    <a16:creationId xmlns:a16="http://schemas.microsoft.com/office/drawing/2014/main" id="{3EE0DA6E-2039-D46E-9ACA-BCE00C6BC755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3" name="直接连接符 41022">
                <a:extLst>
                  <a:ext uri="{FF2B5EF4-FFF2-40B4-BE49-F238E27FC236}">
                    <a16:creationId xmlns:a16="http://schemas.microsoft.com/office/drawing/2014/main" id="{BC7D82A0-C751-169A-50D3-A82B471CE57C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4" name="直接连接符 41023">
                <a:extLst>
                  <a:ext uri="{FF2B5EF4-FFF2-40B4-BE49-F238E27FC236}">
                    <a16:creationId xmlns:a16="http://schemas.microsoft.com/office/drawing/2014/main" id="{A7F532D2-E313-FE50-24BE-BAB480DC1331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5" name="直接连接符 41024">
                <a:extLst>
                  <a:ext uri="{FF2B5EF4-FFF2-40B4-BE49-F238E27FC236}">
                    <a16:creationId xmlns:a16="http://schemas.microsoft.com/office/drawing/2014/main" id="{3F646C77-60D3-E23B-4E2E-389ADD5A1033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6" name="直接连接符 41025">
                <a:extLst>
                  <a:ext uri="{FF2B5EF4-FFF2-40B4-BE49-F238E27FC236}">
                    <a16:creationId xmlns:a16="http://schemas.microsoft.com/office/drawing/2014/main" id="{1849F702-2B37-759B-4E5F-AD561F72EAD4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7" name="直接连接符 41026">
                <a:extLst>
                  <a:ext uri="{FF2B5EF4-FFF2-40B4-BE49-F238E27FC236}">
                    <a16:creationId xmlns:a16="http://schemas.microsoft.com/office/drawing/2014/main" id="{10A83FF4-FF51-EE57-932D-9508CADC2407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8" name="直接连接符 41027">
                <a:extLst>
                  <a:ext uri="{FF2B5EF4-FFF2-40B4-BE49-F238E27FC236}">
                    <a16:creationId xmlns:a16="http://schemas.microsoft.com/office/drawing/2014/main" id="{BD8D43F6-CAEF-E8FA-4CAC-6B756AF31195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29" name="直接连接符 41028">
                <a:extLst>
                  <a:ext uri="{FF2B5EF4-FFF2-40B4-BE49-F238E27FC236}">
                    <a16:creationId xmlns:a16="http://schemas.microsoft.com/office/drawing/2014/main" id="{F9B651E2-2D1A-AA32-CF9E-7BB3F58B2050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30" name="直接连接符 41029">
                <a:extLst>
                  <a:ext uri="{FF2B5EF4-FFF2-40B4-BE49-F238E27FC236}">
                    <a16:creationId xmlns:a16="http://schemas.microsoft.com/office/drawing/2014/main" id="{759663AD-CCD3-1061-D4AE-3214D3978B31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31" name="直接连接符 41030">
                <a:extLst>
                  <a:ext uri="{FF2B5EF4-FFF2-40B4-BE49-F238E27FC236}">
                    <a16:creationId xmlns:a16="http://schemas.microsoft.com/office/drawing/2014/main" id="{75B12559-16ED-FB4F-4952-07D4E01B0C25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32" name="直接连接符 41031">
                <a:extLst>
                  <a:ext uri="{FF2B5EF4-FFF2-40B4-BE49-F238E27FC236}">
                    <a16:creationId xmlns:a16="http://schemas.microsoft.com/office/drawing/2014/main" id="{A58A8F81-9B41-5A83-DC17-198D28D533FA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92EC1942-4D85-69EF-46CE-A2B7DB63108E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7F4BC90A-A6EC-D1BD-EA3B-73AF9AF61F58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4F01FF49-B4B4-4614-4F62-18F5F9EAE3CA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45A5BFD1-F48A-ADCD-63C9-4CC54E651D05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45F410AD-3442-CC10-A45D-9532577706FA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FD8D92C9-FD70-95D1-B7F9-5D7C3F231EEF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5013E291-46EF-50BC-07E3-3B2116F13036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A8C0F55F-337B-DEF7-EE86-DBB0889646B1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CD529DDB-5938-95A4-AA3A-8588D5E5517E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BC9DBCD-DE29-C6B4-CE9C-31CBBE861C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24589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A7DDFB95-B7CE-423D-B28A-6198DF07B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二部图性质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EB168705-FE87-40AC-A9EB-6068ADCE29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96926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SzPct val="100000"/>
            </a:pPr>
            <a:r>
              <a:rPr lang="zh-CN" altLang="en-US" sz="2400" dirty="0"/>
              <a:t>定理 设</a:t>
            </a:r>
            <a:r>
              <a:rPr lang="en-US" altLang="zh-CN" sz="2400" dirty="0"/>
              <a:t>G</a:t>
            </a:r>
            <a:r>
              <a:rPr lang="zh-CN" altLang="en-US" sz="2400" dirty="0"/>
              <a:t>是一个连通图， </a:t>
            </a:r>
            <a:r>
              <a:rPr lang="en-US" altLang="zh-CN" sz="2400" dirty="0"/>
              <a:t>L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, </a:t>
            </a:r>
            <a:r>
              <a:rPr lang="en-US" altLang="zh-CN" sz="2400" dirty="0">
                <a:latin typeface="Comic Sans MS" panose="030F0702030302020204" pitchFamily="66" charset="0"/>
              </a:rPr>
              <a:t>…</a:t>
            </a:r>
            <a:r>
              <a:rPr lang="en-US" altLang="zh-CN" sz="2400" dirty="0"/>
              <a:t>, L</a:t>
            </a:r>
            <a:r>
              <a:rPr lang="en-US" altLang="zh-CN" sz="2400" baseline="-25000" dirty="0"/>
              <a:t>k</a:t>
            </a:r>
            <a:r>
              <a:rPr lang="en-US" altLang="zh-CN" sz="2400" dirty="0"/>
              <a:t> </a:t>
            </a:r>
            <a:r>
              <a:rPr lang="zh-CN" altLang="en-US" sz="2400" dirty="0"/>
              <a:t>是从顶点</a:t>
            </a:r>
            <a:r>
              <a:rPr lang="en-US" altLang="zh-CN" sz="2400" dirty="0"/>
              <a:t>s</a:t>
            </a:r>
            <a:r>
              <a:rPr lang="zh-CN" altLang="en-US" sz="2400" dirty="0"/>
              <a:t>由</a:t>
            </a:r>
            <a:r>
              <a:rPr lang="en-US" altLang="zh-CN" sz="2400" dirty="0"/>
              <a:t>BFS</a:t>
            </a:r>
            <a:r>
              <a:rPr lang="zh-CN" altLang="en-US" sz="2400" dirty="0"/>
              <a:t>算法生成的层。那么下面两件事一定恰好成立其一：</a:t>
            </a:r>
          </a:p>
          <a:p>
            <a:pPr marL="577850" indent="-577850" algn="just">
              <a:lnSpc>
                <a:spcPct val="110000"/>
              </a:lnSpc>
              <a:buClr>
                <a:schemeClr val="hlink"/>
              </a:buClr>
              <a:buSzPct val="100000"/>
              <a:buFont typeface="+mj-ea"/>
              <a:buAutoNum type="circleNumDbPlain"/>
            </a:pPr>
            <a:r>
              <a:rPr lang="en-US" altLang="zh-CN" sz="2400" b="1" dirty="0"/>
              <a:t>G</a:t>
            </a:r>
            <a:r>
              <a:rPr lang="zh-CN" altLang="en-US" sz="2400" b="1" dirty="0"/>
              <a:t>中没有边与同一层的两个结点相交。</a:t>
            </a:r>
            <a:r>
              <a:rPr lang="zh-CN" altLang="en-US" sz="2400" dirty="0"/>
              <a:t>这种情况下</a:t>
            </a:r>
            <a:r>
              <a:rPr lang="en-US" altLang="zh-CN" sz="2400" dirty="0"/>
              <a:t>G</a:t>
            </a:r>
            <a:r>
              <a:rPr lang="zh-CN" altLang="en-US" sz="2400" dirty="0"/>
              <a:t>是二部图，其中偶数层的结点可以着红色，奇数层结点可以着蓝色。</a:t>
            </a:r>
          </a:p>
          <a:p>
            <a:pPr marL="577850" indent="-577850" algn="just">
              <a:lnSpc>
                <a:spcPct val="110000"/>
              </a:lnSpc>
              <a:buClr>
                <a:schemeClr val="hlink"/>
              </a:buClr>
              <a:buSzPct val="100000"/>
              <a:buFont typeface="+mj-ea"/>
              <a:buAutoNum type="circleNumDbPlain"/>
            </a:pPr>
            <a:r>
              <a:rPr lang="en-US" altLang="zh-CN" sz="2400" b="1" dirty="0"/>
              <a:t>G</a:t>
            </a:r>
            <a:r>
              <a:rPr lang="zh-CN" altLang="en-US" sz="2400" b="1" dirty="0"/>
              <a:t>中有一条边与同一层的两个结点相交。</a:t>
            </a:r>
            <a:r>
              <a:rPr lang="zh-CN" altLang="en-US" sz="2400" dirty="0"/>
              <a:t>此种情形下，存在一个奇圈，不可能是二部图。</a:t>
            </a:r>
            <a:endParaRPr lang="en-US" altLang="zh-CN" sz="2400" dirty="0"/>
          </a:p>
        </p:txBody>
      </p:sp>
      <p:sp>
        <p:nvSpPr>
          <p:cNvPr id="41986" name="灯片编号占位符 5">
            <a:extLst>
              <a:ext uri="{FF2B5EF4-FFF2-40B4-BE49-F238E27FC236}">
                <a16:creationId xmlns:a16="http://schemas.microsoft.com/office/drawing/2014/main" id="{2F428F52-BAF0-4752-8CC1-BA64123F4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C4A1CA-04F3-4FB5-B7A5-DD52FDE093D2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kumimoji="0" lang="en-US" altLang="zh-CN" sz="1400"/>
          </a:p>
        </p:txBody>
      </p:sp>
      <p:pic>
        <p:nvPicPr>
          <p:cNvPr id="41989" name="Picture 4">
            <a:extLst>
              <a:ext uri="{FF2B5EF4-FFF2-40B4-BE49-F238E27FC236}">
                <a16:creationId xmlns:a16="http://schemas.microsoft.com/office/drawing/2014/main" id="{FDF3698D-968F-441D-9C5D-07C0F8AB7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822" y="4641852"/>
            <a:ext cx="6400800" cy="207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29418557-B05E-55F0-F226-3552D67B48E3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B94062B2-2834-3644-9F06-9BE02E4E5B88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330B9754-C315-63B2-7527-4290BE287B05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BC2C6E1-0111-A8F7-3ED0-F3209BACA8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C46090D0-25C2-70F6-13D9-359C66DC3E14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A80AF78-C5FB-D5A8-2C24-6CF3F08D8466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0CD46F4-31C3-30EB-17EB-B405DFC5B73D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117AC4EE-242B-6F4C-77B5-8B07AE11F251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8BD6CAD7-767B-A92A-5D03-E46406647D73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FF65DE9C-388D-F772-864B-23B0FA149D56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81E9247-73DA-EA70-EC78-048ABFFC5C5F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441FC05-2BE5-68BD-B47B-271E67D54F66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CE90F545-4528-4E20-D6ED-84D6B2CE3FD8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ACD2EBC5-1C94-3FBB-DCD0-DC62B76754F5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D5D7FDE9-A074-7F49-7BF0-5C934DB05C6A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F6B3633A-195B-FDAA-4B90-4B2A25CF45DB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885BDB79-5D02-24AF-C627-18D63628C6A2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6A84E282-94FB-E484-71AB-C3E667232B35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B5606FF9-25EE-0509-08E0-7D517C7A3356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95DED6D7-2291-AD89-0621-057B3E222A02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D0851B9E-42A0-D040-6CAE-AE50EF0A9B48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66F6D0AC-E733-A22F-046C-F72F011CF116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98549786-D036-3200-F328-1F7E27DE190B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9BB96BBA-07BC-DA1B-7EA0-A58F4A6E454C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40E7DE62-7EF3-7CDD-BD63-52508BB183AF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9A532325-B22B-A34D-6426-93068ECC8CC0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F5514E68-AACC-C424-0C37-BEA134B992E4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2FE2E268-BB38-0E18-61A5-F7F3E5051664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D6E3C0BD-915E-0086-3822-093C0BB16CAF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BE2AB8F0-6883-F4B4-46D2-BEC52CACE383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3C93F7A8-0B53-B522-E13D-FDDA9842D924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7B67E72E-CBB0-4245-7A43-EC61ECE64CED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988C8FF5-E28E-A417-C9C2-03EFD3ABE66B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1F97BE58-C9F4-B7AF-50E2-913D6F01276C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29F60762-145B-E2F6-8B4F-F7351F481316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47360567-BDAB-1526-300A-7203A0684F8C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ED60F40E-E6F6-D3E6-FD7B-5A76A0C8EA0D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289440E-DFBB-D6FA-D166-71D2B60F2E2A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EEC56CBC-AE59-22A9-0877-E1F0635D54EA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B254FEBC-C12A-5F8D-295E-20C8555F5954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2381F34F-9E88-7827-5354-B5573FE0127B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6D836760-6047-BFF0-D3AF-779D384C9780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ED2670A8-C672-B0C8-11E4-B4B2A9A51E92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B55A2B6A-4609-C056-2AB5-235E0192D2FD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6AC94552-49A7-723F-98A7-FDF4CABB3ECE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BA20272A-888A-E101-C37E-901133C48B16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C26D23C3-0174-1BE2-3EC5-1E1BE9FB24B1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62B15F06-42E2-2412-2C36-60969CF68710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9FBE6313-EE31-5F56-C579-12B7F82B97BF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E4FF9131-0B78-27B9-19EC-A0BE5C7F3F0E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F9C210C4-2371-6B34-DBD5-4DC01CC06FAF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33F75624-8195-8291-7DAA-402A8DE12EFA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4" name="直接连接符 41983">
                <a:extLst>
                  <a:ext uri="{FF2B5EF4-FFF2-40B4-BE49-F238E27FC236}">
                    <a16:creationId xmlns:a16="http://schemas.microsoft.com/office/drawing/2014/main" id="{A275C2AC-D86A-9E21-E70D-F3ED6BB19A6C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5" name="直接连接符 41984">
                <a:extLst>
                  <a:ext uri="{FF2B5EF4-FFF2-40B4-BE49-F238E27FC236}">
                    <a16:creationId xmlns:a16="http://schemas.microsoft.com/office/drawing/2014/main" id="{DE4D4C6B-ACD0-4E20-B590-1B02AA3F1219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0" name="直接连接符 41989">
                <a:extLst>
                  <a:ext uri="{FF2B5EF4-FFF2-40B4-BE49-F238E27FC236}">
                    <a16:creationId xmlns:a16="http://schemas.microsoft.com/office/drawing/2014/main" id="{E82DF6FD-D361-9B16-10A3-420344BC620A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1" name="直接连接符 41990">
                <a:extLst>
                  <a:ext uri="{FF2B5EF4-FFF2-40B4-BE49-F238E27FC236}">
                    <a16:creationId xmlns:a16="http://schemas.microsoft.com/office/drawing/2014/main" id="{91F57543-9764-E704-9AFF-78B8CBC21BDB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2" name="直接连接符 41991">
                <a:extLst>
                  <a:ext uri="{FF2B5EF4-FFF2-40B4-BE49-F238E27FC236}">
                    <a16:creationId xmlns:a16="http://schemas.microsoft.com/office/drawing/2014/main" id="{ACEE9C24-6BA8-5A11-CF7A-B2AE66C4ECAB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3" name="直接连接符 41992">
                <a:extLst>
                  <a:ext uri="{FF2B5EF4-FFF2-40B4-BE49-F238E27FC236}">
                    <a16:creationId xmlns:a16="http://schemas.microsoft.com/office/drawing/2014/main" id="{3990D023-C439-84DD-3AEE-9DFA74FB678C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4" name="直接连接符 41993">
                <a:extLst>
                  <a:ext uri="{FF2B5EF4-FFF2-40B4-BE49-F238E27FC236}">
                    <a16:creationId xmlns:a16="http://schemas.microsoft.com/office/drawing/2014/main" id="{6AC112A7-0D19-9B76-E385-E013552D76DE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5" name="直接连接符 41994">
                <a:extLst>
                  <a:ext uri="{FF2B5EF4-FFF2-40B4-BE49-F238E27FC236}">
                    <a16:creationId xmlns:a16="http://schemas.microsoft.com/office/drawing/2014/main" id="{CC894B53-2ECB-47FE-D63F-8EABB57701BD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6" name="直接连接符 41995">
                <a:extLst>
                  <a:ext uri="{FF2B5EF4-FFF2-40B4-BE49-F238E27FC236}">
                    <a16:creationId xmlns:a16="http://schemas.microsoft.com/office/drawing/2014/main" id="{3E14FC4D-3737-35F0-BB71-CE557F47885A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7" name="直接连接符 41996">
                <a:extLst>
                  <a:ext uri="{FF2B5EF4-FFF2-40B4-BE49-F238E27FC236}">
                    <a16:creationId xmlns:a16="http://schemas.microsoft.com/office/drawing/2014/main" id="{AB5365ED-6512-3A17-84F9-E11F441BCC1B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8" name="直接连接符 41997">
                <a:extLst>
                  <a:ext uri="{FF2B5EF4-FFF2-40B4-BE49-F238E27FC236}">
                    <a16:creationId xmlns:a16="http://schemas.microsoft.com/office/drawing/2014/main" id="{59E44C1F-3913-0E18-346B-8EE4E3CE4BEC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9" name="直接连接符 41998">
                <a:extLst>
                  <a:ext uri="{FF2B5EF4-FFF2-40B4-BE49-F238E27FC236}">
                    <a16:creationId xmlns:a16="http://schemas.microsoft.com/office/drawing/2014/main" id="{097057E8-9855-EE25-0716-BF6F7B94D309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00" name="直接连接符 41999">
                <a:extLst>
                  <a:ext uri="{FF2B5EF4-FFF2-40B4-BE49-F238E27FC236}">
                    <a16:creationId xmlns:a16="http://schemas.microsoft.com/office/drawing/2014/main" id="{FA4A2FAF-5B25-819D-AE42-C1C1CFCD9B3A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01" name="直接连接符 42000">
                <a:extLst>
                  <a:ext uri="{FF2B5EF4-FFF2-40B4-BE49-F238E27FC236}">
                    <a16:creationId xmlns:a16="http://schemas.microsoft.com/office/drawing/2014/main" id="{A243C248-B866-C66E-0704-2D3220BB74FE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02" name="直接连接符 42001">
                <a:extLst>
                  <a:ext uri="{FF2B5EF4-FFF2-40B4-BE49-F238E27FC236}">
                    <a16:creationId xmlns:a16="http://schemas.microsoft.com/office/drawing/2014/main" id="{13F09CD9-A25E-9EEF-9A7C-B5C202620A6D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03" name="直接连接符 42002">
                <a:extLst>
                  <a:ext uri="{FF2B5EF4-FFF2-40B4-BE49-F238E27FC236}">
                    <a16:creationId xmlns:a16="http://schemas.microsoft.com/office/drawing/2014/main" id="{04322D53-5DED-DE0F-63B5-145A328A4981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04" name="直接连接符 42003">
                <a:extLst>
                  <a:ext uri="{FF2B5EF4-FFF2-40B4-BE49-F238E27FC236}">
                    <a16:creationId xmlns:a16="http://schemas.microsoft.com/office/drawing/2014/main" id="{EA407183-02F9-5CAA-99FC-105BD5AC7A96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05" name="直接连接符 42004">
                <a:extLst>
                  <a:ext uri="{FF2B5EF4-FFF2-40B4-BE49-F238E27FC236}">
                    <a16:creationId xmlns:a16="http://schemas.microsoft.com/office/drawing/2014/main" id="{AC32A106-EF7B-3EDD-4711-EFC657EEDCA6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06" name="直接连接符 42005">
                <a:extLst>
                  <a:ext uri="{FF2B5EF4-FFF2-40B4-BE49-F238E27FC236}">
                    <a16:creationId xmlns:a16="http://schemas.microsoft.com/office/drawing/2014/main" id="{F5A2C480-019B-2925-8C7B-1F62BE0D8248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07" name="直接连接符 42006">
                <a:extLst>
                  <a:ext uri="{FF2B5EF4-FFF2-40B4-BE49-F238E27FC236}">
                    <a16:creationId xmlns:a16="http://schemas.microsoft.com/office/drawing/2014/main" id="{B73BE06B-C565-6231-33B3-DA439FDA745B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08" name="直接连接符 42007">
                <a:extLst>
                  <a:ext uri="{FF2B5EF4-FFF2-40B4-BE49-F238E27FC236}">
                    <a16:creationId xmlns:a16="http://schemas.microsoft.com/office/drawing/2014/main" id="{1BB5E24A-F59A-0C3C-14F1-935CB54F06EE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09" name="直接连接符 42008">
                <a:extLst>
                  <a:ext uri="{FF2B5EF4-FFF2-40B4-BE49-F238E27FC236}">
                    <a16:creationId xmlns:a16="http://schemas.microsoft.com/office/drawing/2014/main" id="{25FF3C46-345B-F15D-A9E5-F99313EB8B42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10" name="直接连接符 42009">
                <a:extLst>
                  <a:ext uri="{FF2B5EF4-FFF2-40B4-BE49-F238E27FC236}">
                    <a16:creationId xmlns:a16="http://schemas.microsoft.com/office/drawing/2014/main" id="{9D347499-D080-DC2D-BAB5-131ACE2655C0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11" name="直接连接符 42010">
                <a:extLst>
                  <a:ext uri="{FF2B5EF4-FFF2-40B4-BE49-F238E27FC236}">
                    <a16:creationId xmlns:a16="http://schemas.microsoft.com/office/drawing/2014/main" id="{235C8B6C-5296-DF8F-A114-B292E406CD8E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12" name="直接连接符 42011">
                <a:extLst>
                  <a:ext uri="{FF2B5EF4-FFF2-40B4-BE49-F238E27FC236}">
                    <a16:creationId xmlns:a16="http://schemas.microsoft.com/office/drawing/2014/main" id="{B7C693B5-B476-B24E-33DF-8E06F7E38B6C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13" name="直接连接符 42012">
                <a:extLst>
                  <a:ext uri="{FF2B5EF4-FFF2-40B4-BE49-F238E27FC236}">
                    <a16:creationId xmlns:a16="http://schemas.microsoft.com/office/drawing/2014/main" id="{3595514B-D128-45F2-600C-0F81784513C1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14" name="直接连接符 42013">
                <a:extLst>
                  <a:ext uri="{FF2B5EF4-FFF2-40B4-BE49-F238E27FC236}">
                    <a16:creationId xmlns:a16="http://schemas.microsoft.com/office/drawing/2014/main" id="{671D6863-89EC-7C9F-71F1-F0EA3AC8BC34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15" name="直接连接符 42014">
                <a:extLst>
                  <a:ext uri="{FF2B5EF4-FFF2-40B4-BE49-F238E27FC236}">
                    <a16:creationId xmlns:a16="http://schemas.microsoft.com/office/drawing/2014/main" id="{8791A351-F539-5182-794F-446DF9334CC1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16" name="直接连接符 42015">
                <a:extLst>
                  <a:ext uri="{FF2B5EF4-FFF2-40B4-BE49-F238E27FC236}">
                    <a16:creationId xmlns:a16="http://schemas.microsoft.com/office/drawing/2014/main" id="{4563BD85-C763-B57C-BBF3-77BFF9EFCD5C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17" name="直接连接符 42016">
                <a:extLst>
                  <a:ext uri="{FF2B5EF4-FFF2-40B4-BE49-F238E27FC236}">
                    <a16:creationId xmlns:a16="http://schemas.microsoft.com/office/drawing/2014/main" id="{97923C8B-153A-3841-41F1-DAE71A8F85B3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18" name="直接连接符 42017">
                <a:extLst>
                  <a:ext uri="{FF2B5EF4-FFF2-40B4-BE49-F238E27FC236}">
                    <a16:creationId xmlns:a16="http://schemas.microsoft.com/office/drawing/2014/main" id="{E118B767-2F74-9611-9DD1-CDFD36602659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19" name="直接连接符 42018">
                <a:extLst>
                  <a:ext uri="{FF2B5EF4-FFF2-40B4-BE49-F238E27FC236}">
                    <a16:creationId xmlns:a16="http://schemas.microsoft.com/office/drawing/2014/main" id="{CCA8DBCF-FA45-2EF4-C054-A118547601F8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20" name="直接连接符 42019">
                <a:extLst>
                  <a:ext uri="{FF2B5EF4-FFF2-40B4-BE49-F238E27FC236}">
                    <a16:creationId xmlns:a16="http://schemas.microsoft.com/office/drawing/2014/main" id="{1172328A-B42C-7EDC-4543-3CA7DA5CAD02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21" name="直接连接符 42020">
                <a:extLst>
                  <a:ext uri="{FF2B5EF4-FFF2-40B4-BE49-F238E27FC236}">
                    <a16:creationId xmlns:a16="http://schemas.microsoft.com/office/drawing/2014/main" id="{8904092A-EB9C-E018-B27B-FB6A67877937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22" name="直接连接符 42021">
                <a:extLst>
                  <a:ext uri="{FF2B5EF4-FFF2-40B4-BE49-F238E27FC236}">
                    <a16:creationId xmlns:a16="http://schemas.microsoft.com/office/drawing/2014/main" id="{7CEB1F23-9B10-5A72-C324-3A62BA532323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23" name="直接连接符 42022">
                <a:extLst>
                  <a:ext uri="{FF2B5EF4-FFF2-40B4-BE49-F238E27FC236}">
                    <a16:creationId xmlns:a16="http://schemas.microsoft.com/office/drawing/2014/main" id="{F9C9DD3F-BD10-D968-8F09-D185A6EA4E46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24" name="直接连接符 42023">
                <a:extLst>
                  <a:ext uri="{FF2B5EF4-FFF2-40B4-BE49-F238E27FC236}">
                    <a16:creationId xmlns:a16="http://schemas.microsoft.com/office/drawing/2014/main" id="{8F98DA01-3F46-2506-1F17-4C648465E6CA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25" name="直接连接符 42024">
                <a:extLst>
                  <a:ext uri="{FF2B5EF4-FFF2-40B4-BE49-F238E27FC236}">
                    <a16:creationId xmlns:a16="http://schemas.microsoft.com/office/drawing/2014/main" id="{32440B91-E7C1-F049-AEE8-8B942BF4E47A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26" name="直接连接符 42025">
                <a:extLst>
                  <a:ext uri="{FF2B5EF4-FFF2-40B4-BE49-F238E27FC236}">
                    <a16:creationId xmlns:a16="http://schemas.microsoft.com/office/drawing/2014/main" id="{0A0007EA-FD3F-9130-989C-FECF16228C8B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27" name="直接连接符 42026">
                <a:extLst>
                  <a:ext uri="{FF2B5EF4-FFF2-40B4-BE49-F238E27FC236}">
                    <a16:creationId xmlns:a16="http://schemas.microsoft.com/office/drawing/2014/main" id="{584E27AB-01C6-B395-90A2-9E8D2128F4EF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28" name="直接连接符 42027">
                <a:extLst>
                  <a:ext uri="{FF2B5EF4-FFF2-40B4-BE49-F238E27FC236}">
                    <a16:creationId xmlns:a16="http://schemas.microsoft.com/office/drawing/2014/main" id="{BAC6C739-4BFA-8A2C-B4F2-284B0E18752A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29" name="直接连接符 42028">
                <a:extLst>
                  <a:ext uri="{FF2B5EF4-FFF2-40B4-BE49-F238E27FC236}">
                    <a16:creationId xmlns:a16="http://schemas.microsoft.com/office/drawing/2014/main" id="{5879FEE5-7881-2A8C-34BA-725A47D83A1F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30" name="直接连接符 42029">
                <a:extLst>
                  <a:ext uri="{FF2B5EF4-FFF2-40B4-BE49-F238E27FC236}">
                    <a16:creationId xmlns:a16="http://schemas.microsoft.com/office/drawing/2014/main" id="{8DB710CA-1316-7DC0-5556-A082A86CA5D4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31" name="直接连接符 42030">
                <a:extLst>
                  <a:ext uri="{FF2B5EF4-FFF2-40B4-BE49-F238E27FC236}">
                    <a16:creationId xmlns:a16="http://schemas.microsoft.com/office/drawing/2014/main" id="{1EBEDFC6-8A06-B3F2-BFCC-0E873437CDB9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32" name="直接连接符 42031">
                <a:extLst>
                  <a:ext uri="{FF2B5EF4-FFF2-40B4-BE49-F238E27FC236}">
                    <a16:creationId xmlns:a16="http://schemas.microsoft.com/office/drawing/2014/main" id="{F6A7C903-50A8-4AC0-B9B6-9B03FD487571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33" name="直接连接符 42032">
                <a:extLst>
                  <a:ext uri="{FF2B5EF4-FFF2-40B4-BE49-F238E27FC236}">
                    <a16:creationId xmlns:a16="http://schemas.microsoft.com/office/drawing/2014/main" id="{659A2C51-9299-F846-4234-6815D3B99B4A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34" name="直接连接符 42033">
                <a:extLst>
                  <a:ext uri="{FF2B5EF4-FFF2-40B4-BE49-F238E27FC236}">
                    <a16:creationId xmlns:a16="http://schemas.microsoft.com/office/drawing/2014/main" id="{66005ABF-7D6F-C0CE-2B7D-F679E87222FF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35" name="直接连接符 42034">
                <a:extLst>
                  <a:ext uri="{FF2B5EF4-FFF2-40B4-BE49-F238E27FC236}">
                    <a16:creationId xmlns:a16="http://schemas.microsoft.com/office/drawing/2014/main" id="{1EBB9B4A-3FFE-8C99-B38F-CE53717CA565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36" name="直接连接符 42035">
                <a:extLst>
                  <a:ext uri="{FF2B5EF4-FFF2-40B4-BE49-F238E27FC236}">
                    <a16:creationId xmlns:a16="http://schemas.microsoft.com/office/drawing/2014/main" id="{9CC11F02-96B6-02D7-BA1D-6BAED3FF0447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37" name="直接连接符 42036">
                <a:extLst>
                  <a:ext uri="{FF2B5EF4-FFF2-40B4-BE49-F238E27FC236}">
                    <a16:creationId xmlns:a16="http://schemas.microsoft.com/office/drawing/2014/main" id="{4A03558E-1D87-FE17-F34A-1F9FF4C76BD5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38" name="直接连接符 42037">
                <a:extLst>
                  <a:ext uri="{FF2B5EF4-FFF2-40B4-BE49-F238E27FC236}">
                    <a16:creationId xmlns:a16="http://schemas.microsoft.com/office/drawing/2014/main" id="{04268B9D-C0BF-2247-AD1F-E4A13760CEDC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39" name="直接连接符 42038">
                <a:extLst>
                  <a:ext uri="{FF2B5EF4-FFF2-40B4-BE49-F238E27FC236}">
                    <a16:creationId xmlns:a16="http://schemas.microsoft.com/office/drawing/2014/main" id="{5997561C-AD60-5EBE-AD94-FC13C239C098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40" name="直接连接符 42039">
                <a:extLst>
                  <a:ext uri="{FF2B5EF4-FFF2-40B4-BE49-F238E27FC236}">
                    <a16:creationId xmlns:a16="http://schemas.microsoft.com/office/drawing/2014/main" id="{F3A17FC7-1B54-7F89-443C-4774D8893500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41" name="直接连接符 42040">
                <a:extLst>
                  <a:ext uri="{FF2B5EF4-FFF2-40B4-BE49-F238E27FC236}">
                    <a16:creationId xmlns:a16="http://schemas.microsoft.com/office/drawing/2014/main" id="{F759DC59-CA69-2603-089F-726C987F1AEC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42" name="直接连接符 42041">
                <a:extLst>
                  <a:ext uri="{FF2B5EF4-FFF2-40B4-BE49-F238E27FC236}">
                    <a16:creationId xmlns:a16="http://schemas.microsoft.com/office/drawing/2014/main" id="{E157439F-ADCF-BA3D-A2FA-ECEA3209251F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43" name="直接连接符 42042">
                <a:extLst>
                  <a:ext uri="{FF2B5EF4-FFF2-40B4-BE49-F238E27FC236}">
                    <a16:creationId xmlns:a16="http://schemas.microsoft.com/office/drawing/2014/main" id="{CDAFFBFD-ACB3-8B58-BD0D-8E514B1D996C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44" name="直接连接符 42043">
                <a:extLst>
                  <a:ext uri="{FF2B5EF4-FFF2-40B4-BE49-F238E27FC236}">
                    <a16:creationId xmlns:a16="http://schemas.microsoft.com/office/drawing/2014/main" id="{35BDB8D9-2264-0084-9F5F-0345FED02F97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45" name="直接连接符 42044">
                <a:extLst>
                  <a:ext uri="{FF2B5EF4-FFF2-40B4-BE49-F238E27FC236}">
                    <a16:creationId xmlns:a16="http://schemas.microsoft.com/office/drawing/2014/main" id="{A0A8EB3B-674A-FDC7-6FA1-480A5275E47E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46" name="直接连接符 42045">
                <a:extLst>
                  <a:ext uri="{FF2B5EF4-FFF2-40B4-BE49-F238E27FC236}">
                    <a16:creationId xmlns:a16="http://schemas.microsoft.com/office/drawing/2014/main" id="{2DD8BAD8-B7B3-8205-F555-3F739A14A6DC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47" name="直接连接符 42046">
                <a:extLst>
                  <a:ext uri="{FF2B5EF4-FFF2-40B4-BE49-F238E27FC236}">
                    <a16:creationId xmlns:a16="http://schemas.microsoft.com/office/drawing/2014/main" id="{0D89F84F-F0D7-5D98-96C6-64907204A35D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48" name="直接连接符 42047">
                <a:extLst>
                  <a:ext uri="{FF2B5EF4-FFF2-40B4-BE49-F238E27FC236}">
                    <a16:creationId xmlns:a16="http://schemas.microsoft.com/office/drawing/2014/main" id="{2A0E53A9-CA4D-9F66-7061-008C2C9DE388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49" name="直接连接符 42048">
                <a:extLst>
                  <a:ext uri="{FF2B5EF4-FFF2-40B4-BE49-F238E27FC236}">
                    <a16:creationId xmlns:a16="http://schemas.microsoft.com/office/drawing/2014/main" id="{76C37075-2F0E-CF98-EEA4-039CA8295E53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50" name="直接连接符 42049">
                <a:extLst>
                  <a:ext uri="{FF2B5EF4-FFF2-40B4-BE49-F238E27FC236}">
                    <a16:creationId xmlns:a16="http://schemas.microsoft.com/office/drawing/2014/main" id="{C2AD0646-09EC-7CD8-5B8D-5B1627AB8BCF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51" name="直接连接符 42050">
                <a:extLst>
                  <a:ext uri="{FF2B5EF4-FFF2-40B4-BE49-F238E27FC236}">
                    <a16:creationId xmlns:a16="http://schemas.microsoft.com/office/drawing/2014/main" id="{1E8DA732-C002-5F08-3410-03EB0A035475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52" name="直接连接符 42051">
                <a:extLst>
                  <a:ext uri="{FF2B5EF4-FFF2-40B4-BE49-F238E27FC236}">
                    <a16:creationId xmlns:a16="http://schemas.microsoft.com/office/drawing/2014/main" id="{1563196F-CF23-D40F-9605-238B423A6112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53" name="直接连接符 42052">
                <a:extLst>
                  <a:ext uri="{FF2B5EF4-FFF2-40B4-BE49-F238E27FC236}">
                    <a16:creationId xmlns:a16="http://schemas.microsoft.com/office/drawing/2014/main" id="{0DA76E5A-AEF7-22CD-D68B-82B859C4E9E8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54" name="直接连接符 42053">
                <a:extLst>
                  <a:ext uri="{FF2B5EF4-FFF2-40B4-BE49-F238E27FC236}">
                    <a16:creationId xmlns:a16="http://schemas.microsoft.com/office/drawing/2014/main" id="{489A705E-40DE-1A67-298F-3F6872EA6ADA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55" name="直接连接符 42054">
                <a:extLst>
                  <a:ext uri="{FF2B5EF4-FFF2-40B4-BE49-F238E27FC236}">
                    <a16:creationId xmlns:a16="http://schemas.microsoft.com/office/drawing/2014/main" id="{7BC36F0F-8A93-9FFC-C1AA-708460245E1A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56" name="直接连接符 42055">
                <a:extLst>
                  <a:ext uri="{FF2B5EF4-FFF2-40B4-BE49-F238E27FC236}">
                    <a16:creationId xmlns:a16="http://schemas.microsoft.com/office/drawing/2014/main" id="{E9F4F78C-3797-8BDD-34A6-99B9EFA4A5FB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804CE0D-9409-EEAB-7045-6146E609215B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B87056C7-69E6-332A-CA19-5F8A83BBFCFC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5C332B16-EE9B-EC1F-2DEC-9DDC82A985AB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AE39FFBF-6011-6266-B866-240CC1AC78AE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F6776780-812B-5A38-25C6-B41A23820A12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A87EC4D9-0650-D897-A276-6B2D92430819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F61C3556-9606-185F-7298-02F666F22EA9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4BB2EFB0-E9CC-B8A0-7793-DE48C96E6A3E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AE7DD5FF-AD7C-8C8C-1124-173F10D113CF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793F9792-884A-D5C4-C163-8BDDD79BA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2C567FC7-0E1B-4EC2-8050-C9862471DC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027" y="368694"/>
            <a:ext cx="7886700" cy="1325563"/>
          </a:xfrm>
        </p:spPr>
        <p:txBody>
          <a:bodyPr/>
          <a:lstStyle/>
          <a:p>
            <a:pPr eaLnBrk="1" hangingPunct="1"/>
            <a:r>
              <a:rPr lang="zh-CN" altLang="en-US" dirty="0"/>
              <a:t>二部图性质</a:t>
            </a:r>
          </a:p>
        </p:txBody>
      </p:sp>
      <p:sp>
        <p:nvSpPr>
          <p:cNvPr id="43014" name="Rectangle 8">
            <a:extLst>
              <a:ext uri="{FF2B5EF4-FFF2-40B4-BE49-F238E27FC236}">
                <a16:creationId xmlns:a16="http://schemas.microsoft.com/office/drawing/2014/main" id="{6169705C-9A36-4E3A-9909-93ABD2FEC2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7" y="1363246"/>
            <a:ext cx="8429229" cy="41148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zh-CN" altLang="en-US" sz="2400" dirty="0"/>
              <a:t>二部图判定：</a:t>
            </a:r>
            <a:endParaRPr lang="en-US" altLang="zh-CN" sz="2400" dirty="0"/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二部图的定义是可以将图的结点集划分为两个不相交的子集 </a:t>
            </a:r>
            <a:r>
              <a:rPr lang="en-US" altLang="zh-CN" sz="2400" dirty="0"/>
              <a:t>A </a:t>
            </a:r>
            <a:r>
              <a:rPr lang="zh-CN" altLang="en-US" sz="2400" dirty="0"/>
              <a:t>和 </a:t>
            </a:r>
            <a:r>
              <a:rPr lang="en-US" altLang="zh-CN" sz="2400" dirty="0"/>
              <a:t>B </a:t>
            </a:r>
            <a:r>
              <a:rPr lang="zh-CN" altLang="en-US" sz="2400" dirty="0"/>
              <a:t>，使得图中所有的边都连接 </a:t>
            </a:r>
            <a:r>
              <a:rPr lang="en-US" altLang="zh-CN" sz="2400" dirty="0"/>
              <a:t>A </a:t>
            </a:r>
            <a:r>
              <a:rPr lang="zh-CN" altLang="en-US" sz="2400" dirty="0"/>
              <a:t>中的一个结点和 </a:t>
            </a:r>
            <a:r>
              <a:rPr lang="en-US" altLang="zh-CN" sz="2400" dirty="0"/>
              <a:t>B </a:t>
            </a:r>
            <a:r>
              <a:rPr lang="zh-CN" altLang="en-US" sz="2400" dirty="0"/>
              <a:t>中的一个结点。</a:t>
            </a:r>
            <a:endParaRPr lang="en-US" altLang="zh-CN" sz="2400" dirty="0"/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在基于 </a:t>
            </a:r>
            <a:r>
              <a:rPr lang="en-US" altLang="zh-CN" sz="2400" dirty="0"/>
              <a:t>BFS </a:t>
            </a:r>
            <a:r>
              <a:rPr lang="zh-CN" altLang="en-US" sz="2400" dirty="0"/>
              <a:t>层次结构的情况下，可以把偶数层的结点看作子集 </a:t>
            </a:r>
            <a:r>
              <a:rPr lang="en-US" altLang="zh-CN" sz="2400" dirty="0"/>
              <a:t>A </a:t>
            </a:r>
            <a:r>
              <a:rPr lang="zh-CN" altLang="en-US" sz="2400" dirty="0"/>
              <a:t>，奇数层的结点看作子集 </a:t>
            </a:r>
            <a:r>
              <a:rPr lang="en-US" altLang="zh-CN" sz="2400" dirty="0"/>
              <a:t>B 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因为没有边连接同一层的结点，所以所有边必然是连接偶数层和奇数层的结点，满足二部图的定义。</a:t>
            </a:r>
            <a:endParaRPr lang="en-US" altLang="zh-CN" sz="2400" dirty="0"/>
          </a:p>
        </p:txBody>
      </p:sp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46C3AC88-A602-4A54-9BBD-D6D8778D9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A24FCD-AEB5-4225-9956-9D2C98409B4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kumimoji="0" lang="en-US" altLang="zh-CN" sz="140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3B1D015-5DDD-9C23-7F01-42163D1C1F61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52B5803-C5EE-099C-D1A2-9E17C3219DB1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1D140D7A-9C3D-58A5-E48F-C416BEC36245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E836B898-A636-05A0-A6AE-4FBC1907DB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05E04481-2B53-581C-A5CA-516D46ED0215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D6CE8B7-F25F-CB77-64BD-43D3D45215A2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DCFDA8F-F2FE-B094-A768-7FE3A2D56A98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BDC87B14-B682-3420-8E45-B861C3920EDE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0103C2A1-7EC9-F486-87D1-87EC2CB04D7A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B2BF039F-0D5B-B4B6-D1D9-8C9D4D24EEE3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8BB2E1AA-8C82-C8D7-63B7-E4F5077F7453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93857605-3CD1-0CAA-E149-7DC731617AF0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1F56C3A1-5767-8F52-88CE-10E7C5F2C894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A3BEC4B3-E28E-C508-F422-98DFD1EEA7EC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5FCB9BA1-ADE3-F205-A1CB-EB231827ABB2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0F2DA02E-1F1B-4639-42D1-3E8DA094D030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4C45DC65-933E-F48F-63A0-63C456008513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FE098904-8185-64F9-DC82-EFEB10B72FEE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9D0D20B9-038E-DEED-2374-66ECE2625F9F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5207A43B-7358-7D36-C1C1-3E727B62CCF5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051C2EA-D7E5-2AC5-E32D-C2A490069BBB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48BA549D-C0CC-9664-4655-3AE17E6BD192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AAA44DB3-EDEE-DC47-95EB-D902417C9534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587CFE48-C798-9938-754F-166AA3A7D8F7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BDE22688-8800-B251-3F03-881F3CD44EDA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D4FF4331-B52E-B648-454B-FBFBF37699DB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938EC49D-96C9-10D5-8D09-F308C4300C61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C5F43F9B-276C-6590-3DC3-AF555845BB98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154855A6-5E64-FA53-1F1E-22A1E3BE6D63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4C932B92-D7B0-6DA3-3A17-2923799D8A11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EA75B103-3671-4704-EA00-2CD4EF22A91B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407D9885-281E-81F7-176E-45ACC6AACC4B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17F5D5DC-020D-ACF8-AF7B-42F2047463AA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E312EF7E-EDED-414D-33F5-E9B069A2A2EE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541B9DB6-66D8-0C6E-DD2A-6124A00D0C05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F72386CA-C438-6D32-242F-215890624FEA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1361343B-8074-D52E-E2E5-D5289A451EE5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1C36F180-51D1-C63F-E8E4-728723C3179B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73BA1E04-0809-1D77-FBF8-A226481A1629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C922F2D4-62B7-6E2F-9AA9-24969EBF50B8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511393EF-CAE3-53EB-096F-31487BD3B1DB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A7B58C4C-C6CC-0FD3-E7C3-F355DF0326A3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2106BD4D-86FE-0477-285A-E7B2D3544FA9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2CDB5C3C-A9E8-89CD-C004-0918AD11EE6C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A4A02D0F-0DF2-70E0-6450-7A8A07752B54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63CEED82-25A9-5D80-2B96-D41825C85645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50EBC3DF-A9F8-6E80-9B5A-66F86597C14B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756547C4-8329-BC38-7220-7AABA4448AAE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F93E3AC4-5ED0-BA61-0804-258ED799C8BB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AC2E46C3-D14E-1180-FD77-DE1B7756B85B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92DF899A-2E5B-2F62-454F-CD298FE3D585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8" name="直接连接符 43007">
                <a:extLst>
                  <a:ext uri="{FF2B5EF4-FFF2-40B4-BE49-F238E27FC236}">
                    <a16:creationId xmlns:a16="http://schemas.microsoft.com/office/drawing/2014/main" id="{F4FC18A6-23CD-F651-A8A7-8A2367E5393A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9" name="直接连接符 43008">
                <a:extLst>
                  <a:ext uri="{FF2B5EF4-FFF2-40B4-BE49-F238E27FC236}">
                    <a16:creationId xmlns:a16="http://schemas.microsoft.com/office/drawing/2014/main" id="{5A7C31E5-97CE-F7D9-4201-FF101D3EF1AF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5" name="直接连接符 43014">
                <a:extLst>
                  <a:ext uri="{FF2B5EF4-FFF2-40B4-BE49-F238E27FC236}">
                    <a16:creationId xmlns:a16="http://schemas.microsoft.com/office/drawing/2014/main" id="{E0842DE8-6738-49CA-F091-3A85B9C9C4FA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6" name="直接连接符 43015">
                <a:extLst>
                  <a:ext uri="{FF2B5EF4-FFF2-40B4-BE49-F238E27FC236}">
                    <a16:creationId xmlns:a16="http://schemas.microsoft.com/office/drawing/2014/main" id="{64EECBA8-6F27-3BF5-9873-A386D1FFDB5A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7" name="直接连接符 43016">
                <a:extLst>
                  <a:ext uri="{FF2B5EF4-FFF2-40B4-BE49-F238E27FC236}">
                    <a16:creationId xmlns:a16="http://schemas.microsoft.com/office/drawing/2014/main" id="{54A87358-8267-1B98-6A55-6653157A185E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8" name="直接连接符 43017">
                <a:extLst>
                  <a:ext uri="{FF2B5EF4-FFF2-40B4-BE49-F238E27FC236}">
                    <a16:creationId xmlns:a16="http://schemas.microsoft.com/office/drawing/2014/main" id="{89062F72-7EF3-7673-5D41-6D940DC5C448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9" name="直接连接符 43018">
                <a:extLst>
                  <a:ext uri="{FF2B5EF4-FFF2-40B4-BE49-F238E27FC236}">
                    <a16:creationId xmlns:a16="http://schemas.microsoft.com/office/drawing/2014/main" id="{EABF1F67-8CC0-CD29-4497-06F939443D19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0" name="直接连接符 43019">
                <a:extLst>
                  <a:ext uri="{FF2B5EF4-FFF2-40B4-BE49-F238E27FC236}">
                    <a16:creationId xmlns:a16="http://schemas.microsoft.com/office/drawing/2014/main" id="{BAAD92B9-9248-0957-8B06-F38DEA85D9FD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1" name="直接连接符 43020">
                <a:extLst>
                  <a:ext uri="{FF2B5EF4-FFF2-40B4-BE49-F238E27FC236}">
                    <a16:creationId xmlns:a16="http://schemas.microsoft.com/office/drawing/2014/main" id="{53CCA5AF-E167-DB8F-70AF-D377F531D650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2" name="直接连接符 43021">
                <a:extLst>
                  <a:ext uri="{FF2B5EF4-FFF2-40B4-BE49-F238E27FC236}">
                    <a16:creationId xmlns:a16="http://schemas.microsoft.com/office/drawing/2014/main" id="{BE65FE26-41D2-2359-6317-66390973B0CC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3" name="直接连接符 43022">
                <a:extLst>
                  <a:ext uri="{FF2B5EF4-FFF2-40B4-BE49-F238E27FC236}">
                    <a16:creationId xmlns:a16="http://schemas.microsoft.com/office/drawing/2014/main" id="{B14B4BE8-D0E5-E717-7408-2A64C626E439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4" name="直接连接符 43023">
                <a:extLst>
                  <a:ext uri="{FF2B5EF4-FFF2-40B4-BE49-F238E27FC236}">
                    <a16:creationId xmlns:a16="http://schemas.microsoft.com/office/drawing/2014/main" id="{875754EB-2DD6-F055-C82E-4F2CF7547BF8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5" name="直接连接符 43024">
                <a:extLst>
                  <a:ext uri="{FF2B5EF4-FFF2-40B4-BE49-F238E27FC236}">
                    <a16:creationId xmlns:a16="http://schemas.microsoft.com/office/drawing/2014/main" id="{D2804C39-DC68-93AD-C9F3-046490AB9EC9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6" name="直接连接符 43025">
                <a:extLst>
                  <a:ext uri="{FF2B5EF4-FFF2-40B4-BE49-F238E27FC236}">
                    <a16:creationId xmlns:a16="http://schemas.microsoft.com/office/drawing/2014/main" id="{89C4E2AD-A3D8-76C3-199A-C9EE39D06410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7" name="直接连接符 43026">
                <a:extLst>
                  <a:ext uri="{FF2B5EF4-FFF2-40B4-BE49-F238E27FC236}">
                    <a16:creationId xmlns:a16="http://schemas.microsoft.com/office/drawing/2014/main" id="{48F026D0-E885-6DFC-D568-68E14361BEC7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8" name="直接连接符 43027">
                <a:extLst>
                  <a:ext uri="{FF2B5EF4-FFF2-40B4-BE49-F238E27FC236}">
                    <a16:creationId xmlns:a16="http://schemas.microsoft.com/office/drawing/2014/main" id="{B134054B-29B3-B85D-9A97-5FB1D0FEDD5C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9" name="直接连接符 43028">
                <a:extLst>
                  <a:ext uri="{FF2B5EF4-FFF2-40B4-BE49-F238E27FC236}">
                    <a16:creationId xmlns:a16="http://schemas.microsoft.com/office/drawing/2014/main" id="{A9AAD2A7-BCD4-6E08-5C94-DF1BFB470FE1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0" name="直接连接符 43029">
                <a:extLst>
                  <a:ext uri="{FF2B5EF4-FFF2-40B4-BE49-F238E27FC236}">
                    <a16:creationId xmlns:a16="http://schemas.microsoft.com/office/drawing/2014/main" id="{E3BC8D0C-4775-3A87-D755-F6D00224AAEC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1" name="直接连接符 43030">
                <a:extLst>
                  <a:ext uri="{FF2B5EF4-FFF2-40B4-BE49-F238E27FC236}">
                    <a16:creationId xmlns:a16="http://schemas.microsoft.com/office/drawing/2014/main" id="{ACA4AE7B-4201-4628-473A-F43309DF9B42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2" name="直接连接符 43031">
                <a:extLst>
                  <a:ext uri="{FF2B5EF4-FFF2-40B4-BE49-F238E27FC236}">
                    <a16:creationId xmlns:a16="http://schemas.microsoft.com/office/drawing/2014/main" id="{05998592-8F1A-E1BC-89AE-B8C02D66CB01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3" name="直接连接符 43032">
                <a:extLst>
                  <a:ext uri="{FF2B5EF4-FFF2-40B4-BE49-F238E27FC236}">
                    <a16:creationId xmlns:a16="http://schemas.microsoft.com/office/drawing/2014/main" id="{6B6B2AB2-2DFB-BE5D-3204-84B1CAEDC8DF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4" name="直接连接符 43033">
                <a:extLst>
                  <a:ext uri="{FF2B5EF4-FFF2-40B4-BE49-F238E27FC236}">
                    <a16:creationId xmlns:a16="http://schemas.microsoft.com/office/drawing/2014/main" id="{7C053CFA-7633-8088-9699-9CC508847D45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5" name="直接连接符 43034">
                <a:extLst>
                  <a:ext uri="{FF2B5EF4-FFF2-40B4-BE49-F238E27FC236}">
                    <a16:creationId xmlns:a16="http://schemas.microsoft.com/office/drawing/2014/main" id="{38C19F49-E416-6E2E-F1FF-3CC41C1B118E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6" name="直接连接符 43035">
                <a:extLst>
                  <a:ext uri="{FF2B5EF4-FFF2-40B4-BE49-F238E27FC236}">
                    <a16:creationId xmlns:a16="http://schemas.microsoft.com/office/drawing/2014/main" id="{E562E9E0-4207-61D5-9642-2FACD1C1EBCF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7" name="直接连接符 43036">
                <a:extLst>
                  <a:ext uri="{FF2B5EF4-FFF2-40B4-BE49-F238E27FC236}">
                    <a16:creationId xmlns:a16="http://schemas.microsoft.com/office/drawing/2014/main" id="{581792DF-8371-D8C5-E7BF-7BFC27F3F0E5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8" name="直接连接符 43037">
                <a:extLst>
                  <a:ext uri="{FF2B5EF4-FFF2-40B4-BE49-F238E27FC236}">
                    <a16:creationId xmlns:a16="http://schemas.microsoft.com/office/drawing/2014/main" id="{FA82DC5D-B2B0-9958-1D87-0818D15B0ED8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9" name="直接连接符 43038">
                <a:extLst>
                  <a:ext uri="{FF2B5EF4-FFF2-40B4-BE49-F238E27FC236}">
                    <a16:creationId xmlns:a16="http://schemas.microsoft.com/office/drawing/2014/main" id="{3D9061E1-D2CF-FB42-BBB5-48437FB3DAC2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0" name="直接连接符 43039">
                <a:extLst>
                  <a:ext uri="{FF2B5EF4-FFF2-40B4-BE49-F238E27FC236}">
                    <a16:creationId xmlns:a16="http://schemas.microsoft.com/office/drawing/2014/main" id="{98B6A602-7ED5-D8F4-80AE-53156D366F09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1" name="直接连接符 43040">
                <a:extLst>
                  <a:ext uri="{FF2B5EF4-FFF2-40B4-BE49-F238E27FC236}">
                    <a16:creationId xmlns:a16="http://schemas.microsoft.com/office/drawing/2014/main" id="{2A4FADFE-5A8D-917E-6A82-E10AB8566CA1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2" name="直接连接符 43041">
                <a:extLst>
                  <a:ext uri="{FF2B5EF4-FFF2-40B4-BE49-F238E27FC236}">
                    <a16:creationId xmlns:a16="http://schemas.microsoft.com/office/drawing/2014/main" id="{9AD395CF-D910-E9BE-A7DA-7701FBFDD740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3" name="直接连接符 43042">
                <a:extLst>
                  <a:ext uri="{FF2B5EF4-FFF2-40B4-BE49-F238E27FC236}">
                    <a16:creationId xmlns:a16="http://schemas.microsoft.com/office/drawing/2014/main" id="{C0D61FC9-1706-6F6D-4D08-AA15F42C0E53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4" name="直接连接符 43043">
                <a:extLst>
                  <a:ext uri="{FF2B5EF4-FFF2-40B4-BE49-F238E27FC236}">
                    <a16:creationId xmlns:a16="http://schemas.microsoft.com/office/drawing/2014/main" id="{CED7DE94-2AE0-4705-28E8-22A6956DE6CF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5" name="直接连接符 43044">
                <a:extLst>
                  <a:ext uri="{FF2B5EF4-FFF2-40B4-BE49-F238E27FC236}">
                    <a16:creationId xmlns:a16="http://schemas.microsoft.com/office/drawing/2014/main" id="{429F4508-19D7-BA9D-FEA2-34F3AA8DD9C0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6" name="直接连接符 43045">
                <a:extLst>
                  <a:ext uri="{FF2B5EF4-FFF2-40B4-BE49-F238E27FC236}">
                    <a16:creationId xmlns:a16="http://schemas.microsoft.com/office/drawing/2014/main" id="{3937788B-B446-78C3-D1B2-BC15A11BA155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7" name="直接连接符 43046">
                <a:extLst>
                  <a:ext uri="{FF2B5EF4-FFF2-40B4-BE49-F238E27FC236}">
                    <a16:creationId xmlns:a16="http://schemas.microsoft.com/office/drawing/2014/main" id="{0D4F21B8-81FF-2968-7515-94B1A46B714B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8" name="直接连接符 43047">
                <a:extLst>
                  <a:ext uri="{FF2B5EF4-FFF2-40B4-BE49-F238E27FC236}">
                    <a16:creationId xmlns:a16="http://schemas.microsoft.com/office/drawing/2014/main" id="{FBD70ED4-D868-6E5C-CD98-5213F633EA71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9" name="直接连接符 43048">
                <a:extLst>
                  <a:ext uri="{FF2B5EF4-FFF2-40B4-BE49-F238E27FC236}">
                    <a16:creationId xmlns:a16="http://schemas.microsoft.com/office/drawing/2014/main" id="{1D727286-4603-DF1C-70DE-6770B1917AC4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0" name="直接连接符 43049">
                <a:extLst>
                  <a:ext uri="{FF2B5EF4-FFF2-40B4-BE49-F238E27FC236}">
                    <a16:creationId xmlns:a16="http://schemas.microsoft.com/office/drawing/2014/main" id="{389918F4-2008-CA3A-C504-4ACFB67F2FB7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1" name="直接连接符 43050">
                <a:extLst>
                  <a:ext uri="{FF2B5EF4-FFF2-40B4-BE49-F238E27FC236}">
                    <a16:creationId xmlns:a16="http://schemas.microsoft.com/office/drawing/2014/main" id="{49564570-E869-7A3B-2DE4-934560551BDC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2" name="直接连接符 43051">
                <a:extLst>
                  <a:ext uri="{FF2B5EF4-FFF2-40B4-BE49-F238E27FC236}">
                    <a16:creationId xmlns:a16="http://schemas.microsoft.com/office/drawing/2014/main" id="{577C220C-F760-782E-7A14-E3C2E62C3C08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3" name="直接连接符 43052">
                <a:extLst>
                  <a:ext uri="{FF2B5EF4-FFF2-40B4-BE49-F238E27FC236}">
                    <a16:creationId xmlns:a16="http://schemas.microsoft.com/office/drawing/2014/main" id="{8089F847-ADC1-06EE-DDE7-BD1808AF708B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4" name="直接连接符 43053">
                <a:extLst>
                  <a:ext uri="{FF2B5EF4-FFF2-40B4-BE49-F238E27FC236}">
                    <a16:creationId xmlns:a16="http://schemas.microsoft.com/office/drawing/2014/main" id="{5EAAA52F-2254-35C3-6468-C8FDAEE15180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5" name="直接连接符 43054">
                <a:extLst>
                  <a:ext uri="{FF2B5EF4-FFF2-40B4-BE49-F238E27FC236}">
                    <a16:creationId xmlns:a16="http://schemas.microsoft.com/office/drawing/2014/main" id="{897CBE5A-ABB6-59DE-94CE-8F40238198A6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6" name="直接连接符 43055">
                <a:extLst>
                  <a:ext uri="{FF2B5EF4-FFF2-40B4-BE49-F238E27FC236}">
                    <a16:creationId xmlns:a16="http://schemas.microsoft.com/office/drawing/2014/main" id="{45726B2F-FF14-59A2-9434-9DA4BF2250B3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7" name="直接连接符 43056">
                <a:extLst>
                  <a:ext uri="{FF2B5EF4-FFF2-40B4-BE49-F238E27FC236}">
                    <a16:creationId xmlns:a16="http://schemas.microsoft.com/office/drawing/2014/main" id="{849D610F-6C5D-89B6-1D65-7FBF82A01C72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8" name="直接连接符 43057">
                <a:extLst>
                  <a:ext uri="{FF2B5EF4-FFF2-40B4-BE49-F238E27FC236}">
                    <a16:creationId xmlns:a16="http://schemas.microsoft.com/office/drawing/2014/main" id="{09313CAB-2462-BC48-0186-B5543CE5A5E2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9" name="直接连接符 43058">
                <a:extLst>
                  <a:ext uri="{FF2B5EF4-FFF2-40B4-BE49-F238E27FC236}">
                    <a16:creationId xmlns:a16="http://schemas.microsoft.com/office/drawing/2014/main" id="{A4F8653F-2416-ECFC-6529-1320E9E3D136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0" name="直接连接符 43059">
                <a:extLst>
                  <a:ext uri="{FF2B5EF4-FFF2-40B4-BE49-F238E27FC236}">
                    <a16:creationId xmlns:a16="http://schemas.microsoft.com/office/drawing/2014/main" id="{D2BAB4AF-C57A-5499-CE6C-1317B6A6BFF7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1" name="直接连接符 43060">
                <a:extLst>
                  <a:ext uri="{FF2B5EF4-FFF2-40B4-BE49-F238E27FC236}">
                    <a16:creationId xmlns:a16="http://schemas.microsoft.com/office/drawing/2014/main" id="{0FD5B228-BEE1-209E-1E0F-FF80AF0EAD80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2" name="直接连接符 43061">
                <a:extLst>
                  <a:ext uri="{FF2B5EF4-FFF2-40B4-BE49-F238E27FC236}">
                    <a16:creationId xmlns:a16="http://schemas.microsoft.com/office/drawing/2014/main" id="{D65C5DF9-59D0-5C86-C676-9F30B5233565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3" name="直接连接符 43062">
                <a:extLst>
                  <a:ext uri="{FF2B5EF4-FFF2-40B4-BE49-F238E27FC236}">
                    <a16:creationId xmlns:a16="http://schemas.microsoft.com/office/drawing/2014/main" id="{FD1709B9-EAE9-1148-E40C-5F01C48E3A97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4" name="直接连接符 43063">
                <a:extLst>
                  <a:ext uri="{FF2B5EF4-FFF2-40B4-BE49-F238E27FC236}">
                    <a16:creationId xmlns:a16="http://schemas.microsoft.com/office/drawing/2014/main" id="{5C4CA3EA-622C-8594-060A-5406CFEB22F3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5" name="直接连接符 43064">
                <a:extLst>
                  <a:ext uri="{FF2B5EF4-FFF2-40B4-BE49-F238E27FC236}">
                    <a16:creationId xmlns:a16="http://schemas.microsoft.com/office/drawing/2014/main" id="{BA3CC120-EE4E-A280-94FE-624742BD7823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6" name="直接连接符 43065">
                <a:extLst>
                  <a:ext uri="{FF2B5EF4-FFF2-40B4-BE49-F238E27FC236}">
                    <a16:creationId xmlns:a16="http://schemas.microsoft.com/office/drawing/2014/main" id="{A86A5875-F13D-EDDD-825B-4023FA747A3B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7" name="直接连接符 43066">
                <a:extLst>
                  <a:ext uri="{FF2B5EF4-FFF2-40B4-BE49-F238E27FC236}">
                    <a16:creationId xmlns:a16="http://schemas.microsoft.com/office/drawing/2014/main" id="{159C7F3A-6EBD-2868-FF39-25FC2DB7826D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8" name="直接连接符 43067">
                <a:extLst>
                  <a:ext uri="{FF2B5EF4-FFF2-40B4-BE49-F238E27FC236}">
                    <a16:creationId xmlns:a16="http://schemas.microsoft.com/office/drawing/2014/main" id="{7023297B-2EE8-45A1-199C-BFC42AF90F2C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9" name="直接连接符 43068">
                <a:extLst>
                  <a:ext uri="{FF2B5EF4-FFF2-40B4-BE49-F238E27FC236}">
                    <a16:creationId xmlns:a16="http://schemas.microsoft.com/office/drawing/2014/main" id="{4670D9F4-3D7C-A2B2-6DEF-9ADDF8CE9964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0" name="直接连接符 43069">
                <a:extLst>
                  <a:ext uri="{FF2B5EF4-FFF2-40B4-BE49-F238E27FC236}">
                    <a16:creationId xmlns:a16="http://schemas.microsoft.com/office/drawing/2014/main" id="{421D093B-7AA4-C6C0-4A25-EEB55A734C64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1" name="直接连接符 43070">
                <a:extLst>
                  <a:ext uri="{FF2B5EF4-FFF2-40B4-BE49-F238E27FC236}">
                    <a16:creationId xmlns:a16="http://schemas.microsoft.com/office/drawing/2014/main" id="{25D5BDA2-384F-49DC-DBFB-9C3F7E5434AD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2" name="直接连接符 43071">
                <a:extLst>
                  <a:ext uri="{FF2B5EF4-FFF2-40B4-BE49-F238E27FC236}">
                    <a16:creationId xmlns:a16="http://schemas.microsoft.com/office/drawing/2014/main" id="{3991F8D1-A7E7-1DB3-2FC9-20FE1F7AE67E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3" name="直接连接符 43072">
                <a:extLst>
                  <a:ext uri="{FF2B5EF4-FFF2-40B4-BE49-F238E27FC236}">
                    <a16:creationId xmlns:a16="http://schemas.microsoft.com/office/drawing/2014/main" id="{AF8F1115-953C-D905-D27C-6AE9249767D1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4" name="直接连接符 43073">
                <a:extLst>
                  <a:ext uri="{FF2B5EF4-FFF2-40B4-BE49-F238E27FC236}">
                    <a16:creationId xmlns:a16="http://schemas.microsoft.com/office/drawing/2014/main" id="{0CEA8222-2057-6E84-C3AF-D6DD546B829A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5" name="直接连接符 43074">
                <a:extLst>
                  <a:ext uri="{FF2B5EF4-FFF2-40B4-BE49-F238E27FC236}">
                    <a16:creationId xmlns:a16="http://schemas.microsoft.com/office/drawing/2014/main" id="{23FA8794-272C-ED93-486A-F2285617B7A4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6" name="直接连接符 43075">
                <a:extLst>
                  <a:ext uri="{FF2B5EF4-FFF2-40B4-BE49-F238E27FC236}">
                    <a16:creationId xmlns:a16="http://schemas.microsoft.com/office/drawing/2014/main" id="{CBD06DB9-29E5-9136-E701-71F18C06B5BF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7" name="直接连接符 43076">
                <a:extLst>
                  <a:ext uri="{FF2B5EF4-FFF2-40B4-BE49-F238E27FC236}">
                    <a16:creationId xmlns:a16="http://schemas.microsoft.com/office/drawing/2014/main" id="{304A671F-EFCD-2FEC-1225-3EAF4EFA4DDC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8" name="直接连接符 43077">
                <a:extLst>
                  <a:ext uri="{FF2B5EF4-FFF2-40B4-BE49-F238E27FC236}">
                    <a16:creationId xmlns:a16="http://schemas.microsoft.com/office/drawing/2014/main" id="{030A54D9-77C2-87E8-3839-6B2E42D57949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9" name="直接连接符 43078">
                <a:extLst>
                  <a:ext uri="{FF2B5EF4-FFF2-40B4-BE49-F238E27FC236}">
                    <a16:creationId xmlns:a16="http://schemas.microsoft.com/office/drawing/2014/main" id="{96236C9F-4E50-3F1A-662F-BF58FF61A4E0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80" name="直接连接符 43079">
                <a:extLst>
                  <a:ext uri="{FF2B5EF4-FFF2-40B4-BE49-F238E27FC236}">
                    <a16:creationId xmlns:a16="http://schemas.microsoft.com/office/drawing/2014/main" id="{A79503C2-2708-A0BA-36A5-B72492FE6D90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81" name="直接连接符 43080">
                <a:extLst>
                  <a:ext uri="{FF2B5EF4-FFF2-40B4-BE49-F238E27FC236}">
                    <a16:creationId xmlns:a16="http://schemas.microsoft.com/office/drawing/2014/main" id="{B364B08F-615C-913A-5E64-243B137D8356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82" name="直接连接符 43081">
                <a:extLst>
                  <a:ext uri="{FF2B5EF4-FFF2-40B4-BE49-F238E27FC236}">
                    <a16:creationId xmlns:a16="http://schemas.microsoft.com/office/drawing/2014/main" id="{784EDF2C-27EC-1BE9-64CE-1B7A99548D05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29C9B8D-37E7-D033-E8F8-CEB4C6CF9470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D090D2BB-6636-DC75-D06D-25E753DCB3AF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624D738B-7894-2F56-D203-5062D8AD8C4E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A3A839DC-CFB9-5812-B683-F026BF697E06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CD2F03DD-D6B6-4781-9912-9211B9D6BD5D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D9D36D31-8D9E-67C7-5A92-4BA5492D743C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D9C56094-8C43-CB60-34D0-2A556100DF49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05A1B397-9B33-029D-FD09-FD69F3A6A7CA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C8A58A4A-EE8D-EA5D-B3A6-3C758D33E8D3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3ED02FC-A2CA-3C43-3311-BBD60574B0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  <p:sp>
        <p:nvSpPr>
          <p:cNvPr id="43084" name="文本框 43083">
            <a:extLst>
              <a:ext uri="{FF2B5EF4-FFF2-40B4-BE49-F238E27FC236}">
                <a16:creationId xmlns:a16="http://schemas.microsoft.com/office/drawing/2014/main" id="{C05B3803-C57A-4124-6768-453F307AD9E3}"/>
              </a:ext>
            </a:extLst>
          </p:cNvPr>
          <p:cNvSpPr txBox="1"/>
          <p:nvPr/>
        </p:nvSpPr>
        <p:spPr>
          <a:xfrm>
            <a:off x="3131840" y="81117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4">
                  <a:lumMod val="75000"/>
                </a:schemeClr>
              </a:buClr>
              <a:buFont typeface="+mj-ea"/>
              <a:buAutoNum type="circleNumDbPlain"/>
            </a:pPr>
            <a:r>
              <a:rPr lang="en-US" altLang="zh-CN" sz="1800" b="1" dirty="0"/>
              <a:t>G</a:t>
            </a:r>
            <a:r>
              <a:rPr lang="zh-CN" altLang="en-US" sz="1800" b="1" dirty="0"/>
              <a:t>中没有边与同一层的两个结点相交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7CC25-6EE8-4398-8178-7932914A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ADEB88C0-23EB-ECE7-CFFF-A272CAE02D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027" y="368694"/>
            <a:ext cx="7886700" cy="1325563"/>
          </a:xfrm>
        </p:spPr>
        <p:txBody>
          <a:bodyPr/>
          <a:lstStyle/>
          <a:p>
            <a:pPr eaLnBrk="1" hangingPunct="1"/>
            <a:r>
              <a:rPr lang="zh-CN" altLang="en-US" dirty="0"/>
              <a:t>二部图性质</a:t>
            </a:r>
          </a:p>
        </p:txBody>
      </p:sp>
      <p:sp>
        <p:nvSpPr>
          <p:cNvPr id="43014" name="Rectangle 8">
            <a:extLst>
              <a:ext uri="{FF2B5EF4-FFF2-40B4-BE49-F238E27FC236}">
                <a16:creationId xmlns:a16="http://schemas.microsoft.com/office/drawing/2014/main" id="{5F649355-C4D4-4ED9-1D97-C7A8E6E1E6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2027" y="1491538"/>
            <a:ext cx="8429229" cy="41148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zh-CN" altLang="en-US" sz="2400" dirty="0"/>
              <a:t>着色策略</a:t>
            </a:r>
            <a:endParaRPr lang="en-US" altLang="zh-CN" sz="2400" dirty="0"/>
          </a:p>
          <a:p>
            <a:pPr algn="just">
              <a:lnSpc>
                <a:spcPct val="120000"/>
              </a:lnSpc>
            </a:pPr>
            <a:r>
              <a:rPr lang="zh-CN" altLang="en-US" sz="2400" dirty="0"/>
              <a:t>对于判定为二部图的 </a:t>
            </a:r>
            <a:r>
              <a:rPr lang="en-US" altLang="zh-CN" sz="2400" dirty="0"/>
              <a:t>G </a:t>
            </a:r>
            <a:r>
              <a:rPr lang="zh-CN" altLang="en-US" sz="2400" dirty="0"/>
              <a:t>，给出了一种简单的着色方法。将偶数层的结点着红色，奇数层结点着蓝色。</a:t>
            </a:r>
            <a:endParaRPr lang="en-US" altLang="zh-CN" sz="2400" dirty="0"/>
          </a:p>
          <a:p>
            <a:pPr algn="just">
              <a:lnSpc>
                <a:spcPct val="120000"/>
              </a:lnSpc>
            </a:pPr>
            <a:r>
              <a:rPr lang="zh-CN" altLang="en-US" sz="2400" dirty="0"/>
              <a:t>由于没有同层结点间的边，任意一条边连接的两个结点颜色必然不同，符合二部图着色的性质（二部图可以用两种颜色对结点进行着色，使得相邻结点颜色不同）。</a:t>
            </a:r>
            <a:endParaRPr lang="en-US" altLang="zh-CN" sz="2400" dirty="0"/>
          </a:p>
        </p:txBody>
      </p:sp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259EAF4D-7EE0-967A-4ADB-5611F4C6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A24FCD-AEB5-4225-9956-9D2C98409B4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kumimoji="0" lang="en-US" altLang="zh-CN" sz="1400"/>
          </a:p>
        </p:txBody>
      </p:sp>
      <p:pic>
        <p:nvPicPr>
          <p:cNvPr id="43012" name="Picture 6">
            <a:extLst>
              <a:ext uri="{FF2B5EF4-FFF2-40B4-BE49-F238E27FC236}">
                <a16:creationId xmlns:a16="http://schemas.microsoft.com/office/drawing/2014/main" id="{8062A798-D3E5-E838-29EF-C63F6BF17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4556413"/>
            <a:ext cx="2510888" cy="1922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DFDBECAD-4E23-7C82-C86D-708560961E98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33E3AE6F-BFA9-8FBC-68AB-471B3C93E9A5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7156DE99-0DEC-A82E-551E-A18E72AE6C91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B19044D4-D742-CC79-09C2-CDA4A18792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376E750F-2BD8-4C39-3C1F-219E1FA00C4E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170E18F-5772-CAAD-4CB7-529D1087BC3B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918DB24-69DD-95A9-AA63-9E3A36874E84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FD317000-10FF-6192-4713-237862A3F05F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A350C044-1C35-3D09-181F-12844DA18996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191BA71-3668-2A8F-9472-8635A3F9FFD5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C3021EC3-1A53-951C-D702-9B217F6C3550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D460CC68-FE60-C2FE-4E08-22C4864B9550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88F48651-8EE8-1267-19E0-A62D2CF700C6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95E57B2D-B5E5-66D4-4537-7EA2F0DC1CE4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16C88404-8C35-2625-4C96-0A3361C57B75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366DD723-1B23-5A45-BEE1-4712B1A2FC47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40DD1C95-B75C-6F3A-86A5-672459737CF3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E9D05CA8-3CC1-3D0D-03F5-AD05650E1BC4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22C6FEA6-E008-F782-46DE-2094768929BC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5193B13D-96D7-F777-9CF3-630DE9BF0D4A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D392A45-4401-B624-6F77-CAD1F6D00E2D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C75A2919-7924-6498-BE88-5A9A7A90A882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A33AAADF-AAA6-4A65-8FC9-83108B6A513B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1CE30495-8961-C37F-2B99-65E9BFE80253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D21858D3-4F76-AFE8-A90C-AD2B7D4D66F4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8AE4FD64-B342-4F93-1ED9-30F7132893CF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981DF32C-DF0E-E584-36E5-1E19013A905B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D7A86FBD-0C70-A41C-038D-4893A2D87EA5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F3F00D9C-251F-FC9B-6303-DBE0F9284622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4B885ABF-296B-FAE9-0C55-9B89E13C2EB2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97E3697A-DBC5-928F-0FF1-4650AB0E12CE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8B4611ED-EB88-B21F-E13B-D8B5C23357D9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4BC808EE-E09E-83A7-4C9C-0734F44679CF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1DB744A1-8C16-AE7D-F4FF-3697109F14AC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54DB0C24-C6C0-4467-E24C-0FD44FE2CAE0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335356F2-B9A3-6C40-0A03-2811775A4D70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B3836BF7-1CDF-707A-48AA-84CF1C360DEA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471E7817-8166-E926-19ED-C1E0EBE8B0EE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92B15651-F501-5DC2-BC76-B067C15F950C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F2AD4BF6-C989-11B6-CF64-4C13FEB1D340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77E92EBB-519A-82E1-71F7-4B45222D723B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DF3417B1-F935-D118-D325-962D23BF411B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441F0A0B-FB2B-79D8-4BFB-37EC8574334A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DEB7750-B3F2-6D99-61A4-F1F82E293E5F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40FE2CC2-42B7-D77D-F201-31672A702728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5301D350-F51E-36EC-1762-CC69C7ED11CD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B43A5B40-1DDB-93F6-DDC8-71BF0D5DD0C0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D379A95D-083D-755D-31A6-9573F6278207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F66B954C-5813-F7BA-6072-9F2D07295BB3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D4AAC9B2-7FA1-7A1D-B227-909AF7F29081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888F61E4-8CE9-8296-16E1-3C05A190A75F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8" name="直接连接符 43007">
                <a:extLst>
                  <a:ext uri="{FF2B5EF4-FFF2-40B4-BE49-F238E27FC236}">
                    <a16:creationId xmlns:a16="http://schemas.microsoft.com/office/drawing/2014/main" id="{015CFC26-0782-30D9-6BBE-3ED38A6C000F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9" name="直接连接符 43008">
                <a:extLst>
                  <a:ext uri="{FF2B5EF4-FFF2-40B4-BE49-F238E27FC236}">
                    <a16:creationId xmlns:a16="http://schemas.microsoft.com/office/drawing/2014/main" id="{A78CCB3C-04D0-B9AC-0F6C-B19A498EB273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5" name="直接连接符 43014">
                <a:extLst>
                  <a:ext uri="{FF2B5EF4-FFF2-40B4-BE49-F238E27FC236}">
                    <a16:creationId xmlns:a16="http://schemas.microsoft.com/office/drawing/2014/main" id="{95B77D34-70B7-3166-E355-C64314705BE3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6" name="直接连接符 43015">
                <a:extLst>
                  <a:ext uri="{FF2B5EF4-FFF2-40B4-BE49-F238E27FC236}">
                    <a16:creationId xmlns:a16="http://schemas.microsoft.com/office/drawing/2014/main" id="{7686000C-9CE3-B0EF-F1BD-1BB5FBBEC2F8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7" name="直接连接符 43016">
                <a:extLst>
                  <a:ext uri="{FF2B5EF4-FFF2-40B4-BE49-F238E27FC236}">
                    <a16:creationId xmlns:a16="http://schemas.microsoft.com/office/drawing/2014/main" id="{A5D2FB98-03B7-B900-8741-B47CB3FC4822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8" name="直接连接符 43017">
                <a:extLst>
                  <a:ext uri="{FF2B5EF4-FFF2-40B4-BE49-F238E27FC236}">
                    <a16:creationId xmlns:a16="http://schemas.microsoft.com/office/drawing/2014/main" id="{DC3A0043-A72A-09FE-838F-57C124FB2697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9" name="直接连接符 43018">
                <a:extLst>
                  <a:ext uri="{FF2B5EF4-FFF2-40B4-BE49-F238E27FC236}">
                    <a16:creationId xmlns:a16="http://schemas.microsoft.com/office/drawing/2014/main" id="{75DD8E5F-F88E-D370-3812-7F8CEB417A29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0" name="直接连接符 43019">
                <a:extLst>
                  <a:ext uri="{FF2B5EF4-FFF2-40B4-BE49-F238E27FC236}">
                    <a16:creationId xmlns:a16="http://schemas.microsoft.com/office/drawing/2014/main" id="{AD568F40-3E03-49E3-1A41-C1C2AE445C73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1" name="直接连接符 43020">
                <a:extLst>
                  <a:ext uri="{FF2B5EF4-FFF2-40B4-BE49-F238E27FC236}">
                    <a16:creationId xmlns:a16="http://schemas.microsoft.com/office/drawing/2014/main" id="{F58E4F1F-1CDD-213B-3D04-90A0DBF54720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2" name="直接连接符 43021">
                <a:extLst>
                  <a:ext uri="{FF2B5EF4-FFF2-40B4-BE49-F238E27FC236}">
                    <a16:creationId xmlns:a16="http://schemas.microsoft.com/office/drawing/2014/main" id="{EF2683F5-C8C7-06A2-D87D-D0725823EE28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3" name="直接连接符 43022">
                <a:extLst>
                  <a:ext uri="{FF2B5EF4-FFF2-40B4-BE49-F238E27FC236}">
                    <a16:creationId xmlns:a16="http://schemas.microsoft.com/office/drawing/2014/main" id="{E91A6C8D-8E8B-4EF7-42AE-A3272BA1AF73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4" name="直接连接符 43023">
                <a:extLst>
                  <a:ext uri="{FF2B5EF4-FFF2-40B4-BE49-F238E27FC236}">
                    <a16:creationId xmlns:a16="http://schemas.microsoft.com/office/drawing/2014/main" id="{BAA91FF9-6B48-405F-A819-C5E4459C66C8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5" name="直接连接符 43024">
                <a:extLst>
                  <a:ext uri="{FF2B5EF4-FFF2-40B4-BE49-F238E27FC236}">
                    <a16:creationId xmlns:a16="http://schemas.microsoft.com/office/drawing/2014/main" id="{C995731E-4318-C7CB-1A52-778B00D9C4F8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6" name="直接连接符 43025">
                <a:extLst>
                  <a:ext uri="{FF2B5EF4-FFF2-40B4-BE49-F238E27FC236}">
                    <a16:creationId xmlns:a16="http://schemas.microsoft.com/office/drawing/2014/main" id="{B21E37C9-46EE-CFB0-B8FC-F44BD3A18615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7" name="直接连接符 43026">
                <a:extLst>
                  <a:ext uri="{FF2B5EF4-FFF2-40B4-BE49-F238E27FC236}">
                    <a16:creationId xmlns:a16="http://schemas.microsoft.com/office/drawing/2014/main" id="{24709F11-F9BF-9A6C-0C09-B5FFC20428AF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8" name="直接连接符 43027">
                <a:extLst>
                  <a:ext uri="{FF2B5EF4-FFF2-40B4-BE49-F238E27FC236}">
                    <a16:creationId xmlns:a16="http://schemas.microsoft.com/office/drawing/2014/main" id="{12E6B002-72AD-D642-4179-6B9F43F893E1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9" name="直接连接符 43028">
                <a:extLst>
                  <a:ext uri="{FF2B5EF4-FFF2-40B4-BE49-F238E27FC236}">
                    <a16:creationId xmlns:a16="http://schemas.microsoft.com/office/drawing/2014/main" id="{63203CEC-B2DA-A85D-6D8E-0CE4BF807F8C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0" name="直接连接符 43029">
                <a:extLst>
                  <a:ext uri="{FF2B5EF4-FFF2-40B4-BE49-F238E27FC236}">
                    <a16:creationId xmlns:a16="http://schemas.microsoft.com/office/drawing/2014/main" id="{710A2BEB-9437-DA76-C2A3-909996D316EC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1" name="直接连接符 43030">
                <a:extLst>
                  <a:ext uri="{FF2B5EF4-FFF2-40B4-BE49-F238E27FC236}">
                    <a16:creationId xmlns:a16="http://schemas.microsoft.com/office/drawing/2014/main" id="{FCA3A324-160B-38EC-01ED-8BB9E6031937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2" name="直接连接符 43031">
                <a:extLst>
                  <a:ext uri="{FF2B5EF4-FFF2-40B4-BE49-F238E27FC236}">
                    <a16:creationId xmlns:a16="http://schemas.microsoft.com/office/drawing/2014/main" id="{58EC39B8-8F26-0FBF-2CF5-4E718B0DB4E6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3" name="直接连接符 43032">
                <a:extLst>
                  <a:ext uri="{FF2B5EF4-FFF2-40B4-BE49-F238E27FC236}">
                    <a16:creationId xmlns:a16="http://schemas.microsoft.com/office/drawing/2014/main" id="{41555E38-B32C-62F4-41D5-7A6330366C91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4" name="直接连接符 43033">
                <a:extLst>
                  <a:ext uri="{FF2B5EF4-FFF2-40B4-BE49-F238E27FC236}">
                    <a16:creationId xmlns:a16="http://schemas.microsoft.com/office/drawing/2014/main" id="{E0EFCEDB-0529-A600-FB2E-2349786ED8E7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5" name="直接连接符 43034">
                <a:extLst>
                  <a:ext uri="{FF2B5EF4-FFF2-40B4-BE49-F238E27FC236}">
                    <a16:creationId xmlns:a16="http://schemas.microsoft.com/office/drawing/2014/main" id="{9C1922A6-D7A7-3256-071A-80A02B6966A9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6" name="直接连接符 43035">
                <a:extLst>
                  <a:ext uri="{FF2B5EF4-FFF2-40B4-BE49-F238E27FC236}">
                    <a16:creationId xmlns:a16="http://schemas.microsoft.com/office/drawing/2014/main" id="{CC1A612C-981B-89F1-1569-21ACF3AF6EE1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7" name="直接连接符 43036">
                <a:extLst>
                  <a:ext uri="{FF2B5EF4-FFF2-40B4-BE49-F238E27FC236}">
                    <a16:creationId xmlns:a16="http://schemas.microsoft.com/office/drawing/2014/main" id="{980581A1-0E28-9439-2649-190EFED70916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8" name="直接连接符 43037">
                <a:extLst>
                  <a:ext uri="{FF2B5EF4-FFF2-40B4-BE49-F238E27FC236}">
                    <a16:creationId xmlns:a16="http://schemas.microsoft.com/office/drawing/2014/main" id="{CBA972B7-0DBB-6B9C-AF35-ADE3D02D7C0C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9" name="直接连接符 43038">
                <a:extLst>
                  <a:ext uri="{FF2B5EF4-FFF2-40B4-BE49-F238E27FC236}">
                    <a16:creationId xmlns:a16="http://schemas.microsoft.com/office/drawing/2014/main" id="{79A9A410-668B-6A86-B9FA-E893104D1AB8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0" name="直接连接符 43039">
                <a:extLst>
                  <a:ext uri="{FF2B5EF4-FFF2-40B4-BE49-F238E27FC236}">
                    <a16:creationId xmlns:a16="http://schemas.microsoft.com/office/drawing/2014/main" id="{B4C92F6E-8CFE-8EE7-31F3-DAFF5CD53864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1" name="直接连接符 43040">
                <a:extLst>
                  <a:ext uri="{FF2B5EF4-FFF2-40B4-BE49-F238E27FC236}">
                    <a16:creationId xmlns:a16="http://schemas.microsoft.com/office/drawing/2014/main" id="{EB6C49A5-1B51-6002-5FBF-62EE6192AD43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2" name="直接连接符 43041">
                <a:extLst>
                  <a:ext uri="{FF2B5EF4-FFF2-40B4-BE49-F238E27FC236}">
                    <a16:creationId xmlns:a16="http://schemas.microsoft.com/office/drawing/2014/main" id="{B76B8500-B2CA-A458-6C26-CD9F7BE5A0CE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3" name="直接连接符 43042">
                <a:extLst>
                  <a:ext uri="{FF2B5EF4-FFF2-40B4-BE49-F238E27FC236}">
                    <a16:creationId xmlns:a16="http://schemas.microsoft.com/office/drawing/2014/main" id="{874A07F8-11D4-0037-1A67-5CB3B6146178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4" name="直接连接符 43043">
                <a:extLst>
                  <a:ext uri="{FF2B5EF4-FFF2-40B4-BE49-F238E27FC236}">
                    <a16:creationId xmlns:a16="http://schemas.microsoft.com/office/drawing/2014/main" id="{1D066869-0036-8ED3-02DF-EA275B7ECABB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5" name="直接连接符 43044">
                <a:extLst>
                  <a:ext uri="{FF2B5EF4-FFF2-40B4-BE49-F238E27FC236}">
                    <a16:creationId xmlns:a16="http://schemas.microsoft.com/office/drawing/2014/main" id="{CB037206-C007-8D51-65FC-8F2D8D77953B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6" name="直接连接符 43045">
                <a:extLst>
                  <a:ext uri="{FF2B5EF4-FFF2-40B4-BE49-F238E27FC236}">
                    <a16:creationId xmlns:a16="http://schemas.microsoft.com/office/drawing/2014/main" id="{846D661F-2B17-5BCE-6517-EF9CE1F9952A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7" name="直接连接符 43046">
                <a:extLst>
                  <a:ext uri="{FF2B5EF4-FFF2-40B4-BE49-F238E27FC236}">
                    <a16:creationId xmlns:a16="http://schemas.microsoft.com/office/drawing/2014/main" id="{A87F8B3C-AEE9-EA5C-8224-E9B74020F4D6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8" name="直接连接符 43047">
                <a:extLst>
                  <a:ext uri="{FF2B5EF4-FFF2-40B4-BE49-F238E27FC236}">
                    <a16:creationId xmlns:a16="http://schemas.microsoft.com/office/drawing/2014/main" id="{046848DC-EE26-9FBD-A438-4B50D03776EF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9" name="直接连接符 43048">
                <a:extLst>
                  <a:ext uri="{FF2B5EF4-FFF2-40B4-BE49-F238E27FC236}">
                    <a16:creationId xmlns:a16="http://schemas.microsoft.com/office/drawing/2014/main" id="{58828403-1CD3-048F-D486-A01633FAEFFD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0" name="直接连接符 43049">
                <a:extLst>
                  <a:ext uri="{FF2B5EF4-FFF2-40B4-BE49-F238E27FC236}">
                    <a16:creationId xmlns:a16="http://schemas.microsoft.com/office/drawing/2014/main" id="{A6828334-BF30-0461-B232-1163F38B09B8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1" name="直接连接符 43050">
                <a:extLst>
                  <a:ext uri="{FF2B5EF4-FFF2-40B4-BE49-F238E27FC236}">
                    <a16:creationId xmlns:a16="http://schemas.microsoft.com/office/drawing/2014/main" id="{8BDCE6A7-FF4A-639A-361D-F528BD134A33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2" name="直接连接符 43051">
                <a:extLst>
                  <a:ext uri="{FF2B5EF4-FFF2-40B4-BE49-F238E27FC236}">
                    <a16:creationId xmlns:a16="http://schemas.microsoft.com/office/drawing/2014/main" id="{8804E241-28DB-069B-7AA9-B9EE81A9B343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3" name="直接连接符 43052">
                <a:extLst>
                  <a:ext uri="{FF2B5EF4-FFF2-40B4-BE49-F238E27FC236}">
                    <a16:creationId xmlns:a16="http://schemas.microsoft.com/office/drawing/2014/main" id="{156FF0F7-5378-F5CD-0FF5-12562707FE4D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4" name="直接连接符 43053">
                <a:extLst>
                  <a:ext uri="{FF2B5EF4-FFF2-40B4-BE49-F238E27FC236}">
                    <a16:creationId xmlns:a16="http://schemas.microsoft.com/office/drawing/2014/main" id="{ABC1A2A6-65ED-272D-E2A3-44D0013D6F03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5" name="直接连接符 43054">
                <a:extLst>
                  <a:ext uri="{FF2B5EF4-FFF2-40B4-BE49-F238E27FC236}">
                    <a16:creationId xmlns:a16="http://schemas.microsoft.com/office/drawing/2014/main" id="{8962D52B-E97B-9956-BEDF-776FC1F32228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6" name="直接连接符 43055">
                <a:extLst>
                  <a:ext uri="{FF2B5EF4-FFF2-40B4-BE49-F238E27FC236}">
                    <a16:creationId xmlns:a16="http://schemas.microsoft.com/office/drawing/2014/main" id="{D58B9C0D-94EB-CD88-7D9F-572A7A8E77AB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7" name="直接连接符 43056">
                <a:extLst>
                  <a:ext uri="{FF2B5EF4-FFF2-40B4-BE49-F238E27FC236}">
                    <a16:creationId xmlns:a16="http://schemas.microsoft.com/office/drawing/2014/main" id="{B58E55F1-A94C-63C1-DF13-B559579F149C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8" name="直接连接符 43057">
                <a:extLst>
                  <a:ext uri="{FF2B5EF4-FFF2-40B4-BE49-F238E27FC236}">
                    <a16:creationId xmlns:a16="http://schemas.microsoft.com/office/drawing/2014/main" id="{CA8E1048-0A34-5349-A6CD-72CCD42B65B0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9" name="直接连接符 43058">
                <a:extLst>
                  <a:ext uri="{FF2B5EF4-FFF2-40B4-BE49-F238E27FC236}">
                    <a16:creationId xmlns:a16="http://schemas.microsoft.com/office/drawing/2014/main" id="{D723903C-59EA-09B5-1E75-C60326F431C8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0" name="直接连接符 43059">
                <a:extLst>
                  <a:ext uri="{FF2B5EF4-FFF2-40B4-BE49-F238E27FC236}">
                    <a16:creationId xmlns:a16="http://schemas.microsoft.com/office/drawing/2014/main" id="{3B63B97E-BB23-E494-44B6-FABB966CA604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1" name="直接连接符 43060">
                <a:extLst>
                  <a:ext uri="{FF2B5EF4-FFF2-40B4-BE49-F238E27FC236}">
                    <a16:creationId xmlns:a16="http://schemas.microsoft.com/office/drawing/2014/main" id="{92AC9BEA-F319-CD44-BE76-816038901359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2" name="直接连接符 43061">
                <a:extLst>
                  <a:ext uri="{FF2B5EF4-FFF2-40B4-BE49-F238E27FC236}">
                    <a16:creationId xmlns:a16="http://schemas.microsoft.com/office/drawing/2014/main" id="{7DC643F0-1031-F73F-0B0F-7FA69B3C7AB3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3" name="直接连接符 43062">
                <a:extLst>
                  <a:ext uri="{FF2B5EF4-FFF2-40B4-BE49-F238E27FC236}">
                    <a16:creationId xmlns:a16="http://schemas.microsoft.com/office/drawing/2014/main" id="{561CAFC1-2DE5-F733-C528-DF50DFB0ED31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4" name="直接连接符 43063">
                <a:extLst>
                  <a:ext uri="{FF2B5EF4-FFF2-40B4-BE49-F238E27FC236}">
                    <a16:creationId xmlns:a16="http://schemas.microsoft.com/office/drawing/2014/main" id="{FE3B45A0-20D5-1007-C4F6-B1C315690114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5" name="直接连接符 43064">
                <a:extLst>
                  <a:ext uri="{FF2B5EF4-FFF2-40B4-BE49-F238E27FC236}">
                    <a16:creationId xmlns:a16="http://schemas.microsoft.com/office/drawing/2014/main" id="{73F9C73F-B1A4-C792-9281-01F3F6BFC2D5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6" name="直接连接符 43065">
                <a:extLst>
                  <a:ext uri="{FF2B5EF4-FFF2-40B4-BE49-F238E27FC236}">
                    <a16:creationId xmlns:a16="http://schemas.microsoft.com/office/drawing/2014/main" id="{63768189-DA50-91AF-155A-84C0DB943FE2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7" name="直接连接符 43066">
                <a:extLst>
                  <a:ext uri="{FF2B5EF4-FFF2-40B4-BE49-F238E27FC236}">
                    <a16:creationId xmlns:a16="http://schemas.microsoft.com/office/drawing/2014/main" id="{A6687EF5-EB47-E901-5C50-3EC5AC7DF740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8" name="直接连接符 43067">
                <a:extLst>
                  <a:ext uri="{FF2B5EF4-FFF2-40B4-BE49-F238E27FC236}">
                    <a16:creationId xmlns:a16="http://schemas.microsoft.com/office/drawing/2014/main" id="{0C5F8EE9-DEDD-1731-1267-C76E7DD3C64C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9" name="直接连接符 43068">
                <a:extLst>
                  <a:ext uri="{FF2B5EF4-FFF2-40B4-BE49-F238E27FC236}">
                    <a16:creationId xmlns:a16="http://schemas.microsoft.com/office/drawing/2014/main" id="{B877CA08-0A9B-2B2C-8AF8-DE446DA79255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0" name="直接连接符 43069">
                <a:extLst>
                  <a:ext uri="{FF2B5EF4-FFF2-40B4-BE49-F238E27FC236}">
                    <a16:creationId xmlns:a16="http://schemas.microsoft.com/office/drawing/2014/main" id="{6CD774CB-5619-9FEC-D303-F843A4626E27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1" name="直接连接符 43070">
                <a:extLst>
                  <a:ext uri="{FF2B5EF4-FFF2-40B4-BE49-F238E27FC236}">
                    <a16:creationId xmlns:a16="http://schemas.microsoft.com/office/drawing/2014/main" id="{70015C4E-4B4A-F1B4-8AF9-78054C864B1B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2" name="直接连接符 43071">
                <a:extLst>
                  <a:ext uri="{FF2B5EF4-FFF2-40B4-BE49-F238E27FC236}">
                    <a16:creationId xmlns:a16="http://schemas.microsoft.com/office/drawing/2014/main" id="{AB488CB7-66AC-66B5-F117-EF2859C334CB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3" name="直接连接符 43072">
                <a:extLst>
                  <a:ext uri="{FF2B5EF4-FFF2-40B4-BE49-F238E27FC236}">
                    <a16:creationId xmlns:a16="http://schemas.microsoft.com/office/drawing/2014/main" id="{480124DE-C93C-9873-054E-1BE18A2F8D1B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4" name="直接连接符 43073">
                <a:extLst>
                  <a:ext uri="{FF2B5EF4-FFF2-40B4-BE49-F238E27FC236}">
                    <a16:creationId xmlns:a16="http://schemas.microsoft.com/office/drawing/2014/main" id="{EC8A077C-D12E-368D-E2BB-D8B2EDF459B6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5" name="直接连接符 43074">
                <a:extLst>
                  <a:ext uri="{FF2B5EF4-FFF2-40B4-BE49-F238E27FC236}">
                    <a16:creationId xmlns:a16="http://schemas.microsoft.com/office/drawing/2014/main" id="{A4538B31-BE53-E2B7-C4F9-9E107CB71B72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6" name="直接连接符 43075">
                <a:extLst>
                  <a:ext uri="{FF2B5EF4-FFF2-40B4-BE49-F238E27FC236}">
                    <a16:creationId xmlns:a16="http://schemas.microsoft.com/office/drawing/2014/main" id="{2F69F5AF-FFDB-9057-86FD-727F823B8C4F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7" name="直接连接符 43076">
                <a:extLst>
                  <a:ext uri="{FF2B5EF4-FFF2-40B4-BE49-F238E27FC236}">
                    <a16:creationId xmlns:a16="http://schemas.microsoft.com/office/drawing/2014/main" id="{1F1AA79F-1EB9-2388-5C90-13C0DA3DCC50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8" name="直接连接符 43077">
                <a:extLst>
                  <a:ext uri="{FF2B5EF4-FFF2-40B4-BE49-F238E27FC236}">
                    <a16:creationId xmlns:a16="http://schemas.microsoft.com/office/drawing/2014/main" id="{962E18C9-BA20-51BF-B1FF-77F2DAF0EDB4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9" name="直接连接符 43078">
                <a:extLst>
                  <a:ext uri="{FF2B5EF4-FFF2-40B4-BE49-F238E27FC236}">
                    <a16:creationId xmlns:a16="http://schemas.microsoft.com/office/drawing/2014/main" id="{DCFA2C67-25E7-7387-E323-6C381750C149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80" name="直接连接符 43079">
                <a:extLst>
                  <a:ext uri="{FF2B5EF4-FFF2-40B4-BE49-F238E27FC236}">
                    <a16:creationId xmlns:a16="http://schemas.microsoft.com/office/drawing/2014/main" id="{92C51CE8-5B7F-BB62-416B-189999E3DB2C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81" name="直接连接符 43080">
                <a:extLst>
                  <a:ext uri="{FF2B5EF4-FFF2-40B4-BE49-F238E27FC236}">
                    <a16:creationId xmlns:a16="http://schemas.microsoft.com/office/drawing/2014/main" id="{CCF40C06-B37A-1FC8-FAF1-B3033538B314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82" name="直接连接符 43081">
                <a:extLst>
                  <a:ext uri="{FF2B5EF4-FFF2-40B4-BE49-F238E27FC236}">
                    <a16:creationId xmlns:a16="http://schemas.microsoft.com/office/drawing/2014/main" id="{4914A949-A407-5AC7-DC05-B26A9B2C2813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804D28C-C85D-051A-36A6-1C5AE06EDED5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FCAF2BF1-2F6A-B27C-7C3B-0314166A4F3C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A7F92A50-E305-4D25-1AAD-AE03F47E9B8D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8E3A0B29-4602-2BD0-EE4E-C75AE682EDC4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C5EE4507-0CE7-DA9D-04CF-59F5BE9B68E2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F029325F-1E59-74F5-3045-3700AEDB0F2A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79CDE32D-199C-0AEE-703A-B7D17B271345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DD604DE0-4B81-A32F-EC78-3798480C1BFC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15CBF284-E3B3-F7B7-159F-562B1B71FE1B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971B55B3-F1E1-F11A-4003-61A800C97D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D52342E-A457-8CBB-2781-72A125DC8A4B}"/>
              </a:ext>
            </a:extLst>
          </p:cNvPr>
          <p:cNvSpPr txBox="1"/>
          <p:nvPr/>
        </p:nvSpPr>
        <p:spPr>
          <a:xfrm>
            <a:off x="3131840" y="81117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4">
                  <a:lumMod val="75000"/>
                </a:schemeClr>
              </a:buClr>
              <a:buFont typeface="+mj-ea"/>
              <a:buAutoNum type="circleNumDbPlain"/>
            </a:pPr>
            <a:r>
              <a:rPr lang="en-US" altLang="zh-CN" sz="1800" b="1" dirty="0"/>
              <a:t>G</a:t>
            </a:r>
            <a:r>
              <a:rPr lang="zh-CN" altLang="en-US" sz="1800" b="1" dirty="0"/>
              <a:t>中没有边与同一层的两个结点相交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15638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3A01A-D346-BF6A-3FB7-F7D0861F2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CCD995F8-4B64-62B3-ECDC-31C53A8D6A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二部图性质</a:t>
            </a:r>
          </a:p>
        </p:txBody>
      </p:sp>
      <p:sp>
        <p:nvSpPr>
          <p:cNvPr id="43014" name="Rectangle 8">
            <a:extLst>
              <a:ext uri="{FF2B5EF4-FFF2-40B4-BE49-F238E27FC236}">
                <a16:creationId xmlns:a16="http://schemas.microsoft.com/office/drawing/2014/main" id="{FDADEA42-7ECF-D5DA-7CA9-D1DE4FBCF0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49" y="1431826"/>
            <a:ext cx="8183647" cy="4805486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sz="2400" dirty="0"/>
              <a:t>证明存在奇圈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设对图 </a:t>
            </a:r>
            <a:r>
              <a:rPr lang="en-US" altLang="zh-CN" sz="2400" dirty="0"/>
              <a:t>G </a:t>
            </a:r>
            <a:r>
              <a:rPr lang="zh-CN" altLang="en-US" sz="2400" dirty="0"/>
              <a:t>进行 </a:t>
            </a:r>
            <a:r>
              <a:rPr lang="en-US" altLang="zh-CN" sz="2400" dirty="0"/>
              <a:t>BFS </a:t>
            </a:r>
            <a:r>
              <a:rPr lang="zh-CN" altLang="en-US" sz="2400" dirty="0"/>
              <a:t>时，有两个处于同一层的节点 </a:t>
            </a:r>
            <a:r>
              <a:rPr lang="en-US" altLang="zh-CN" sz="2400" dirty="0"/>
              <a:t>u </a:t>
            </a:r>
            <a:r>
              <a:rPr lang="zh-CN" altLang="en-US" sz="2400" dirty="0"/>
              <a:t>和 </a:t>
            </a:r>
            <a:r>
              <a:rPr lang="en-US" altLang="zh-CN" sz="2400" dirty="0"/>
              <a:t>v </a:t>
            </a:r>
            <a:r>
              <a:rPr lang="zh-CN" altLang="en-US" sz="2400" dirty="0"/>
              <a:t>，它们之间有一条边相连。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因为 </a:t>
            </a:r>
            <a:r>
              <a:rPr lang="en-US" altLang="zh-CN" sz="2400" dirty="0"/>
              <a:t>u </a:t>
            </a:r>
            <a:r>
              <a:rPr lang="zh-CN" altLang="en-US" sz="2400" dirty="0"/>
              <a:t>和 </a:t>
            </a:r>
            <a:r>
              <a:rPr lang="en-US" altLang="zh-CN" sz="2400" dirty="0"/>
              <a:t>v </a:t>
            </a:r>
            <a:r>
              <a:rPr lang="zh-CN" altLang="en-US" sz="2400" dirty="0"/>
              <a:t>处于同一层，那么从起始节点 </a:t>
            </a:r>
            <a:r>
              <a:rPr lang="en-US" altLang="zh-CN" sz="2400" dirty="0"/>
              <a:t>s </a:t>
            </a:r>
            <a:r>
              <a:rPr lang="zh-CN" altLang="en-US" sz="2400" dirty="0"/>
              <a:t>到 </a:t>
            </a:r>
            <a:r>
              <a:rPr lang="en-US" altLang="zh-CN" sz="2400" dirty="0"/>
              <a:t>u </a:t>
            </a:r>
            <a:r>
              <a:rPr lang="zh-CN" altLang="en-US" sz="2400" dirty="0"/>
              <a:t>的最短路径长度和到 </a:t>
            </a:r>
            <a:r>
              <a:rPr lang="en-US" altLang="zh-CN" sz="2400" dirty="0"/>
              <a:t>v </a:t>
            </a:r>
            <a:r>
              <a:rPr lang="zh-CN" altLang="en-US" sz="2400" dirty="0"/>
              <a:t>的最短路径长度是相等的，设为 </a:t>
            </a:r>
            <a:r>
              <a:rPr lang="en-US" altLang="zh-CN" sz="2400" dirty="0"/>
              <a:t>k </a:t>
            </a:r>
            <a:r>
              <a:rPr lang="zh-CN" altLang="en-US" sz="2400" dirty="0"/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设从 </a:t>
            </a:r>
            <a:r>
              <a:rPr lang="en-US" altLang="zh-CN" sz="2400" dirty="0"/>
              <a:t>s </a:t>
            </a:r>
            <a:r>
              <a:rPr lang="zh-CN" altLang="en-US" sz="2400" dirty="0"/>
              <a:t>到 </a:t>
            </a:r>
            <a:r>
              <a:rPr lang="en-US" altLang="zh-CN" sz="2400" dirty="0"/>
              <a:t>u </a:t>
            </a:r>
            <a:r>
              <a:rPr lang="zh-CN" altLang="en-US" sz="2400" dirty="0"/>
              <a:t>的最短路径为 </a:t>
            </a:r>
            <a:r>
              <a:rPr lang="en-US" altLang="zh-CN" sz="2400" dirty="0"/>
              <a:t>P</a:t>
            </a:r>
            <a:r>
              <a:rPr lang="en-US" altLang="zh-CN" sz="2400" baseline="-25000" dirty="0"/>
              <a:t>s-u</a:t>
            </a:r>
            <a:r>
              <a:rPr lang="en-US" altLang="zh-CN" sz="2400" dirty="0"/>
              <a:t>=(s, 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……, a</a:t>
            </a:r>
            <a:r>
              <a:rPr lang="en-US" altLang="zh-CN" sz="2400" baseline="-25000" dirty="0"/>
              <a:t>k-1 </a:t>
            </a:r>
            <a:r>
              <a:rPr lang="en-US" altLang="zh-CN" sz="2400" dirty="0"/>
              <a:t>,u) </a:t>
            </a:r>
            <a:r>
              <a:rPr lang="zh-CN" altLang="en-US" sz="2400" dirty="0"/>
              <a:t>，从 </a:t>
            </a:r>
            <a:r>
              <a:rPr lang="en-US" altLang="zh-CN" sz="2400" dirty="0"/>
              <a:t>s </a:t>
            </a:r>
            <a:r>
              <a:rPr lang="zh-CN" altLang="en-US" sz="2400" dirty="0"/>
              <a:t>到 </a:t>
            </a:r>
            <a:r>
              <a:rPr lang="en-US" altLang="zh-CN" sz="2400" dirty="0"/>
              <a:t>v </a:t>
            </a:r>
            <a:r>
              <a:rPr lang="zh-CN" altLang="en-US" sz="2400" dirty="0"/>
              <a:t>的最短路径为 </a:t>
            </a:r>
            <a:r>
              <a:rPr lang="en-US" altLang="zh-CN" sz="2400" dirty="0"/>
              <a:t>P</a:t>
            </a:r>
            <a:r>
              <a:rPr lang="en-US" altLang="zh-CN" sz="2400" baseline="-25000" dirty="0"/>
              <a:t>s-v</a:t>
            </a:r>
            <a:r>
              <a:rPr lang="en-US" altLang="zh-CN" sz="2400" dirty="0"/>
              <a:t>=(s, b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b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……, b</a:t>
            </a:r>
            <a:r>
              <a:rPr lang="en-US" altLang="zh-CN" sz="2400" baseline="-25000" dirty="0"/>
              <a:t>k-1 </a:t>
            </a:r>
            <a:r>
              <a:rPr lang="en-US" altLang="zh-CN" sz="2400" dirty="0"/>
              <a:t>,v) 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3B73600D-C13D-F79D-492B-878D69A35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A24FCD-AEB5-4225-9956-9D2C98409B4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E8D9E99-BCD3-F944-997B-1A124AFF759B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7540FD2-DC98-5085-F2E5-1E5950314F9D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C9F42DD-8811-2533-E7BE-CE60C5A4793F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5D1B4F8-AF82-92D0-BFAB-DC3963E14D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8C4321BE-7FF9-191C-2EC7-879B927BC503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525DF48-AAF2-6963-29FC-6F8F034D21B3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108CA27-9AC7-457A-1718-E67933703C5E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7D32ADE0-5FC6-5CDC-63C1-DD8F1E6CA3B7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3F790494-FC62-300E-C83F-85045B84449E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2DD75195-8C81-A862-690C-02020ACFFABE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366D6F67-B8FF-BBCE-9415-E107530AF297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A559C40C-E17C-9F1C-622D-913C738E1DA0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3324FD80-57E0-29CE-E9B0-CF30D9FCC84C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2CA4C719-71BE-A4AB-2C39-1B6DFCFBF002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E46DC5AA-844C-A4BA-0785-DFB7329D6E75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7598CC53-08D6-AE29-240F-FA6116A1DF7D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798A15C3-9382-1F2E-6417-55DA90D0814B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F7F76056-575C-C383-1B0D-1F71B41B49D4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9C3EC584-3E22-2DF9-D7B0-7EB9DD9D3B3E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29B4A33B-98FB-039B-9F7B-84FCCE842C5F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C895CFD3-17E1-CAA0-625A-B150EF7C3928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00251713-7E3C-8EF4-097E-37AB2E54A2DD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BC78F9A8-B10D-2F5B-39D5-DA6F50D7EDC6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D5428EEB-DC13-DA16-E43A-BC0170B13C2F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E6FE505F-FAF0-9BFD-9868-CF78C9D0B2A8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BB14D88B-AD29-9DE0-5CF3-E03FA847FC04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A78F81D3-A639-15D3-B404-E8E040617C04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B614BBFC-A5F2-E294-5109-FBA894A32DAA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55394561-99C4-D075-3752-ACF2871C490C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0659AEFE-CC32-6289-632A-09B0871C1E6C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03D154FE-A29F-7E42-2445-BED9BF54A1ED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F9404C58-AC95-EA33-DA72-1F58F525EA1B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50DBEC08-410C-D713-0ED5-869DFA93DF46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EDCB21B0-8E84-EE86-602A-8EB171576EB6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81F3EC0A-849F-CD1A-D7F4-51E9BC224EB6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1AE3712B-17A1-1FAD-86FA-DB70BC55F01B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8759D693-33D7-AD45-B6AA-4144BACF658B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4C166E9D-C8D0-899F-BADC-EAAFB29482BC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5636B039-8FA1-6F98-87A2-3694EC457252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F8FC0002-A67A-0238-7E1A-7EF3F41A67FC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13259045-CC7D-1E69-016C-012E07ADFB02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167AC041-E879-C5C1-FC7B-118FEAE3E8BD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FF87B9DA-4573-B34D-6CD6-E4773AC223F0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47591010-896E-4FBA-711A-97DBCE73F932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17BB91C8-9160-A35D-EB9C-FA463A1E0DCD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869543F5-60B8-20C0-E48E-5F3EFCC69FCA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F7FB4C31-7A96-9F2E-B2C2-D7D74CE4B338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064C2791-BB51-6486-BCEA-0F0810BD1BED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420E4E3C-A14F-2857-4314-E5B7ACB47759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C23D0314-40B8-ADBB-140D-368CE426FE69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FBB08593-C9BB-B369-B813-FA84CB896F17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7BAA087E-1968-DF40-8867-54FF9E893690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8" name="直接连接符 43007">
                <a:extLst>
                  <a:ext uri="{FF2B5EF4-FFF2-40B4-BE49-F238E27FC236}">
                    <a16:creationId xmlns:a16="http://schemas.microsoft.com/office/drawing/2014/main" id="{C4A518FD-FE1F-737F-642B-19933CBD3E50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9" name="直接连接符 43008">
                <a:extLst>
                  <a:ext uri="{FF2B5EF4-FFF2-40B4-BE49-F238E27FC236}">
                    <a16:creationId xmlns:a16="http://schemas.microsoft.com/office/drawing/2014/main" id="{3580D9D6-F35E-52BD-D9F9-8DE6BE488C19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5" name="直接连接符 43014">
                <a:extLst>
                  <a:ext uri="{FF2B5EF4-FFF2-40B4-BE49-F238E27FC236}">
                    <a16:creationId xmlns:a16="http://schemas.microsoft.com/office/drawing/2014/main" id="{4C1E57A7-E626-0CD6-7BB3-20652D361E24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6" name="直接连接符 43015">
                <a:extLst>
                  <a:ext uri="{FF2B5EF4-FFF2-40B4-BE49-F238E27FC236}">
                    <a16:creationId xmlns:a16="http://schemas.microsoft.com/office/drawing/2014/main" id="{1B4983D3-7186-0649-D056-536437B9FC0A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7" name="直接连接符 43016">
                <a:extLst>
                  <a:ext uri="{FF2B5EF4-FFF2-40B4-BE49-F238E27FC236}">
                    <a16:creationId xmlns:a16="http://schemas.microsoft.com/office/drawing/2014/main" id="{690194A6-2E05-D225-E36D-9A0E9340ECBA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8" name="直接连接符 43017">
                <a:extLst>
                  <a:ext uri="{FF2B5EF4-FFF2-40B4-BE49-F238E27FC236}">
                    <a16:creationId xmlns:a16="http://schemas.microsoft.com/office/drawing/2014/main" id="{881F81B0-3AF8-FC9F-6842-826F28D9E12F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9" name="直接连接符 43018">
                <a:extLst>
                  <a:ext uri="{FF2B5EF4-FFF2-40B4-BE49-F238E27FC236}">
                    <a16:creationId xmlns:a16="http://schemas.microsoft.com/office/drawing/2014/main" id="{38712AF3-C83C-812C-02FE-E5F4F315C660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0" name="直接连接符 43019">
                <a:extLst>
                  <a:ext uri="{FF2B5EF4-FFF2-40B4-BE49-F238E27FC236}">
                    <a16:creationId xmlns:a16="http://schemas.microsoft.com/office/drawing/2014/main" id="{A58B0B67-29DA-0D99-F876-9156CBDA8B7D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1" name="直接连接符 43020">
                <a:extLst>
                  <a:ext uri="{FF2B5EF4-FFF2-40B4-BE49-F238E27FC236}">
                    <a16:creationId xmlns:a16="http://schemas.microsoft.com/office/drawing/2014/main" id="{9A3D384F-57EE-6AA1-6494-148919F224B9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2" name="直接连接符 43021">
                <a:extLst>
                  <a:ext uri="{FF2B5EF4-FFF2-40B4-BE49-F238E27FC236}">
                    <a16:creationId xmlns:a16="http://schemas.microsoft.com/office/drawing/2014/main" id="{EE01DD67-FD64-DE37-A61C-0E9F74F6BC60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3" name="直接连接符 43022">
                <a:extLst>
                  <a:ext uri="{FF2B5EF4-FFF2-40B4-BE49-F238E27FC236}">
                    <a16:creationId xmlns:a16="http://schemas.microsoft.com/office/drawing/2014/main" id="{B85ECDDC-19DA-E4B5-9911-76D02C2A4D74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4" name="直接连接符 43023">
                <a:extLst>
                  <a:ext uri="{FF2B5EF4-FFF2-40B4-BE49-F238E27FC236}">
                    <a16:creationId xmlns:a16="http://schemas.microsoft.com/office/drawing/2014/main" id="{CAACF420-6639-4D06-46D3-060C69671E44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5" name="直接连接符 43024">
                <a:extLst>
                  <a:ext uri="{FF2B5EF4-FFF2-40B4-BE49-F238E27FC236}">
                    <a16:creationId xmlns:a16="http://schemas.microsoft.com/office/drawing/2014/main" id="{365FC4E3-0083-F61C-3AB1-20CE3006E2D7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6" name="直接连接符 43025">
                <a:extLst>
                  <a:ext uri="{FF2B5EF4-FFF2-40B4-BE49-F238E27FC236}">
                    <a16:creationId xmlns:a16="http://schemas.microsoft.com/office/drawing/2014/main" id="{F41D79DE-20FA-57FD-5E8C-648E781FA654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7" name="直接连接符 43026">
                <a:extLst>
                  <a:ext uri="{FF2B5EF4-FFF2-40B4-BE49-F238E27FC236}">
                    <a16:creationId xmlns:a16="http://schemas.microsoft.com/office/drawing/2014/main" id="{998B2B3B-FD0A-33F8-A492-C06E13167F0C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8" name="直接连接符 43027">
                <a:extLst>
                  <a:ext uri="{FF2B5EF4-FFF2-40B4-BE49-F238E27FC236}">
                    <a16:creationId xmlns:a16="http://schemas.microsoft.com/office/drawing/2014/main" id="{A62EEB14-59B4-8EE6-8363-76BB78B2BD29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9" name="直接连接符 43028">
                <a:extLst>
                  <a:ext uri="{FF2B5EF4-FFF2-40B4-BE49-F238E27FC236}">
                    <a16:creationId xmlns:a16="http://schemas.microsoft.com/office/drawing/2014/main" id="{60C55738-EB27-562E-6055-5991354C90E0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0" name="直接连接符 43029">
                <a:extLst>
                  <a:ext uri="{FF2B5EF4-FFF2-40B4-BE49-F238E27FC236}">
                    <a16:creationId xmlns:a16="http://schemas.microsoft.com/office/drawing/2014/main" id="{DA253BEA-B30B-5686-7F75-8918FB48BCA5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1" name="直接连接符 43030">
                <a:extLst>
                  <a:ext uri="{FF2B5EF4-FFF2-40B4-BE49-F238E27FC236}">
                    <a16:creationId xmlns:a16="http://schemas.microsoft.com/office/drawing/2014/main" id="{0EAC0F97-C5C7-EFAE-4B01-76E5861CAA17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2" name="直接连接符 43031">
                <a:extLst>
                  <a:ext uri="{FF2B5EF4-FFF2-40B4-BE49-F238E27FC236}">
                    <a16:creationId xmlns:a16="http://schemas.microsoft.com/office/drawing/2014/main" id="{0EACCDEE-ABBC-1E59-068A-480C749816F7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3" name="直接连接符 43032">
                <a:extLst>
                  <a:ext uri="{FF2B5EF4-FFF2-40B4-BE49-F238E27FC236}">
                    <a16:creationId xmlns:a16="http://schemas.microsoft.com/office/drawing/2014/main" id="{243E95F4-C04B-2FF6-A03E-B80FB75055D5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4" name="直接连接符 43033">
                <a:extLst>
                  <a:ext uri="{FF2B5EF4-FFF2-40B4-BE49-F238E27FC236}">
                    <a16:creationId xmlns:a16="http://schemas.microsoft.com/office/drawing/2014/main" id="{4E517951-B27D-7F29-87F5-8E34E4F237DD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5" name="直接连接符 43034">
                <a:extLst>
                  <a:ext uri="{FF2B5EF4-FFF2-40B4-BE49-F238E27FC236}">
                    <a16:creationId xmlns:a16="http://schemas.microsoft.com/office/drawing/2014/main" id="{07D7C98A-8158-F0FA-69BD-69FD932A536D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6" name="直接连接符 43035">
                <a:extLst>
                  <a:ext uri="{FF2B5EF4-FFF2-40B4-BE49-F238E27FC236}">
                    <a16:creationId xmlns:a16="http://schemas.microsoft.com/office/drawing/2014/main" id="{08E4BC68-CD98-4A1A-0F10-90282C07DE7C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7" name="直接连接符 43036">
                <a:extLst>
                  <a:ext uri="{FF2B5EF4-FFF2-40B4-BE49-F238E27FC236}">
                    <a16:creationId xmlns:a16="http://schemas.microsoft.com/office/drawing/2014/main" id="{308BB32F-4443-8187-2A82-AA5A754FC78D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8" name="直接连接符 43037">
                <a:extLst>
                  <a:ext uri="{FF2B5EF4-FFF2-40B4-BE49-F238E27FC236}">
                    <a16:creationId xmlns:a16="http://schemas.microsoft.com/office/drawing/2014/main" id="{E6A71A71-384E-1C80-E550-9F98A11A42F0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9" name="直接连接符 43038">
                <a:extLst>
                  <a:ext uri="{FF2B5EF4-FFF2-40B4-BE49-F238E27FC236}">
                    <a16:creationId xmlns:a16="http://schemas.microsoft.com/office/drawing/2014/main" id="{FBBD8D51-361A-054F-4B25-C6786B8C21F6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0" name="直接连接符 43039">
                <a:extLst>
                  <a:ext uri="{FF2B5EF4-FFF2-40B4-BE49-F238E27FC236}">
                    <a16:creationId xmlns:a16="http://schemas.microsoft.com/office/drawing/2014/main" id="{4D2466C9-166F-8C28-8F26-06B6D427818D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1" name="直接连接符 43040">
                <a:extLst>
                  <a:ext uri="{FF2B5EF4-FFF2-40B4-BE49-F238E27FC236}">
                    <a16:creationId xmlns:a16="http://schemas.microsoft.com/office/drawing/2014/main" id="{C24D641C-F67E-ADD1-8E66-677A4047661B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2" name="直接连接符 43041">
                <a:extLst>
                  <a:ext uri="{FF2B5EF4-FFF2-40B4-BE49-F238E27FC236}">
                    <a16:creationId xmlns:a16="http://schemas.microsoft.com/office/drawing/2014/main" id="{0E5AF92D-54A7-F7ED-AE26-75EDC9E9AD87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3" name="直接连接符 43042">
                <a:extLst>
                  <a:ext uri="{FF2B5EF4-FFF2-40B4-BE49-F238E27FC236}">
                    <a16:creationId xmlns:a16="http://schemas.microsoft.com/office/drawing/2014/main" id="{7BE2B1EB-BE59-0D9F-0CEB-F5FCEFC87000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4" name="直接连接符 43043">
                <a:extLst>
                  <a:ext uri="{FF2B5EF4-FFF2-40B4-BE49-F238E27FC236}">
                    <a16:creationId xmlns:a16="http://schemas.microsoft.com/office/drawing/2014/main" id="{B8930C89-5493-453B-0BBB-51E16BDBA07E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5" name="直接连接符 43044">
                <a:extLst>
                  <a:ext uri="{FF2B5EF4-FFF2-40B4-BE49-F238E27FC236}">
                    <a16:creationId xmlns:a16="http://schemas.microsoft.com/office/drawing/2014/main" id="{38F941D6-7337-A794-B9AD-A4E52EE76916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6" name="直接连接符 43045">
                <a:extLst>
                  <a:ext uri="{FF2B5EF4-FFF2-40B4-BE49-F238E27FC236}">
                    <a16:creationId xmlns:a16="http://schemas.microsoft.com/office/drawing/2014/main" id="{E044A63A-5448-50CE-117C-0639631CEE1C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7" name="直接连接符 43046">
                <a:extLst>
                  <a:ext uri="{FF2B5EF4-FFF2-40B4-BE49-F238E27FC236}">
                    <a16:creationId xmlns:a16="http://schemas.microsoft.com/office/drawing/2014/main" id="{A063FB46-FFFC-03D4-55C0-7AEF325828E8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8" name="直接连接符 43047">
                <a:extLst>
                  <a:ext uri="{FF2B5EF4-FFF2-40B4-BE49-F238E27FC236}">
                    <a16:creationId xmlns:a16="http://schemas.microsoft.com/office/drawing/2014/main" id="{34EA7713-AC9A-128D-0580-20DDB380BFDC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9" name="直接连接符 43048">
                <a:extLst>
                  <a:ext uri="{FF2B5EF4-FFF2-40B4-BE49-F238E27FC236}">
                    <a16:creationId xmlns:a16="http://schemas.microsoft.com/office/drawing/2014/main" id="{6C84B091-3BCB-8DE7-137A-65C76A60D7DF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0" name="直接连接符 43049">
                <a:extLst>
                  <a:ext uri="{FF2B5EF4-FFF2-40B4-BE49-F238E27FC236}">
                    <a16:creationId xmlns:a16="http://schemas.microsoft.com/office/drawing/2014/main" id="{1748DC3F-7794-DC35-2867-B4138BFA67B3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1" name="直接连接符 43050">
                <a:extLst>
                  <a:ext uri="{FF2B5EF4-FFF2-40B4-BE49-F238E27FC236}">
                    <a16:creationId xmlns:a16="http://schemas.microsoft.com/office/drawing/2014/main" id="{B84A72F6-81AA-C14F-1C78-10E226BF6250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2" name="直接连接符 43051">
                <a:extLst>
                  <a:ext uri="{FF2B5EF4-FFF2-40B4-BE49-F238E27FC236}">
                    <a16:creationId xmlns:a16="http://schemas.microsoft.com/office/drawing/2014/main" id="{02B10D8B-0544-4583-DB5A-2FEE0482A4F1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3" name="直接连接符 43052">
                <a:extLst>
                  <a:ext uri="{FF2B5EF4-FFF2-40B4-BE49-F238E27FC236}">
                    <a16:creationId xmlns:a16="http://schemas.microsoft.com/office/drawing/2014/main" id="{38414D34-8FA9-A01C-57A0-E1114DFD8A76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4" name="直接连接符 43053">
                <a:extLst>
                  <a:ext uri="{FF2B5EF4-FFF2-40B4-BE49-F238E27FC236}">
                    <a16:creationId xmlns:a16="http://schemas.microsoft.com/office/drawing/2014/main" id="{8211500A-220D-8506-2AB9-4A3F5A026364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5" name="直接连接符 43054">
                <a:extLst>
                  <a:ext uri="{FF2B5EF4-FFF2-40B4-BE49-F238E27FC236}">
                    <a16:creationId xmlns:a16="http://schemas.microsoft.com/office/drawing/2014/main" id="{DACCEF6F-2712-341D-9EC3-61AC21D0989C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6" name="直接连接符 43055">
                <a:extLst>
                  <a:ext uri="{FF2B5EF4-FFF2-40B4-BE49-F238E27FC236}">
                    <a16:creationId xmlns:a16="http://schemas.microsoft.com/office/drawing/2014/main" id="{56145549-D3D5-65A3-CEAC-52467B5F482D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7" name="直接连接符 43056">
                <a:extLst>
                  <a:ext uri="{FF2B5EF4-FFF2-40B4-BE49-F238E27FC236}">
                    <a16:creationId xmlns:a16="http://schemas.microsoft.com/office/drawing/2014/main" id="{2E24C273-BA94-D59D-56F7-832BB38BBBE1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8" name="直接连接符 43057">
                <a:extLst>
                  <a:ext uri="{FF2B5EF4-FFF2-40B4-BE49-F238E27FC236}">
                    <a16:creationId xmlns:a16="http://schemas.microsoft.com/office/drawing/2014/main" id="{63B2DECB-2054-A094-EEDF-2C0B871A27C1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9" name="直接连接符 43058">
                <a:extLst>
                  <a:ext uri="{FF2B5EF4-FFF2-40B4-BE49-F238E27FC236}">
                    <a16:creationId xmlns:a16="http://schemas.microsoft.com/office/drawing/2014/main" id="{2C4A8FEA-4156-46FA-BF93-AE79A6BA9747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0" name="直接连接符 43059">
                <a:extLst>
                  <a:ext uri="{FF2B5EF4-FFF2-40B4-BE49-F238E27FC236}">
                    <a16:creationId xmlns:a16="http://schemas.microsoft.com/office/drawing/2014/main" id="{A7D96C37-7475-C7A3-1713-2C083DD308FB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1" name="直接连接符 43060">
                <a:extLst>
                  <a:ext uri="{FF2B5EF4-FFF2-40B4-BE49-F238E27FC236}">
                    <a16:creationId xmlns:a16="http://schemas.microsoft.com/office/drawing/2014/main" id="{215F54C6-4BFA-9339-BD85-1DE60F6E4DE0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2" name="直接连接符 43061">
                <a:extLst>
                  <a:ext uri="{FF2B5EF4-FFF2-40B4-BE49-F238E27FC236}">
                    <a16:creationId xmlns:a16="http://schemas.microsoft.com/office/drawing/2014/main" id="{6E94AD3C-3368-19EE-7601-2875667418FE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3" name="直接连接符 43062">
                <a:extLst>
                  <a:ext uri="{FF2B5EF4-FFF2-40B4-BE49-F238E27FC236}">
                    <a16:creationId xmlns:a16="http://schemas.microsoft.com/office/drawing/2014/main" id="{55AA6897-7C3F-FEC7-C45A-7BF26F28900C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4" name="直接连接符 43063">
                <a:extLst>
                  <a:ext uri="{FF2B5EF4-FFF2-40B4-BE49-F238E27FC236}">
                    <a16:creationId xmlns:a16="http://schemas.microsoft.com/office/drawing/2014/main" id="{0E1F23DE-91CF-7C61-50DE-2D1241185C63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5" name="直接连接符 43064">
                <a:extLst>
                  <a:ext uri="{FF2B5EF4-FFF2-40B4-BE49-F238E27FC236}">
                    <a16:creationId xmlns:a16="http://schemas.microsoft.com/office/drawing/2014/main" id="{6CBF279A-2111-67B8-D643-695A8E88F5CF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6" name="直接连接符 43065">
                <a:extLst>
                  <a:ext uri="{FF2B5EF4-FFF2-40B4-BE49-F238E27FC236}">
                    <a16:creationId xmlns:a16="http://schemas.microsoft.com/office/drawing/2014/main" id="{8445F777-6554-303C-2DF2-AA4DD991F131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7" name="直接连接符 43066">
                <a:extLst>
                  <a:ext uri="{FF2B5EF4-FFF2-40B4-BE49-F238E27FC236}">
                    <a16:creationId xmlns:a16="http://schemas.microsoft.com/office/drawing/2014/main" id="{66021245-87A9-2FD3-D7B1-ACF16FF1607B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8" name="直接连接符 43067">
                <a:extLst>
                  <a:ext uri="{FF2B5EF4-FFF2-40B4-BE49-F238E27FC236}">
                    <a16:creationId xmlns:a16="http://schemas.microsoft.com/office/drawing/2014/main" id="{4DAC0B17-81A1-BF43-9ACB-27CCB5915836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9" name="直接连接符 43068">
                <a:extLst>
                  <a:ext uri="{FF2B5EF4-FFF2-40B4-BE49-F238E27FC236}">
                    <a16:creationId xmlns:a16="http://schemas.microsoft.com/office/drawing/2014/main" id="{B6440BC1-90C1-0737-946E-12CDD6FD4CFB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0" name="直接连接符 43069">
                <a:extLst>
                  <a:ext uri="{FF2B5EF4-FFF2-40B4-BE49-F238E27FC236}">
                    <a16:creationId xmlns:a16="http://schemas.microsoft.com/office/drawing/2014/main" id="{FD9BF9E7-EA54-C276-47D7-6FD49C7FC19F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1" name="直接连接符 43070">
                <a:extLst>
                  <a:ext uri="{FF2B5EF4-FFF2-40B4-BE49-F238E27FC236}">
                    <a16:creationId xmlns:a16="http://schemas.microsoft.com/office/drawing/2014/main" id="{E9424D6B-F7CC-1BAE-AC9B-DA4FE14D4422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2" name="直接连接符 43071">
                <a:extLst>
                  <a:ext uri="{FF2B5EF4-FFF2-40B4-BE49-F238E27FC236}">
                    <a16:creationId xmlns:a16="http://schemas.microsoft.com/office/drawing/2014/main" id="{155DA5BB-8FDE-FB5C-CC2E-4FFCD7C674BE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3" name="直接连接符 43072">
                <a:extLst>
                  <a:ext uri="{FF2B5EF4-FFF2-40B4-BE49-F238E27FC236}">
                    <a16:creationId xmlns:a16="http://schemas.microsoft.com/office/drawing/2014/main" id="{CE5AF94A-F9BC-00FC-00E5-F393487074B4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4" name="直接连接符 43073">
                <a:extLst>
                  <a:ext uri="{FF2B5EF4-FFF2-40B4-BE49-F238E27FC236}">
                    <a16:creationId xmlns:a16="http://schemas.microsoft.com/office/drawing/2014/main" id="{79706F80-92C3-CDE0-BD0C-65D481AFE375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5" name="直接连接符 43074">
                <a:extLst>
                  <a:ext uri="{FF2B5EF4-FFF2-40B4-BE49-F238E27FC236}">
                    <a16:creationId xmlns:a16="http://schemas.microsoft.com/office/drawing/2014/main" id="{1510D35C-389D-DD4B-E110-83991FF1A77A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6" name="直接连接符 43075">
                <a:extLst>
                  <a:ext uri="{FF2B5EF4-FFF2-40B4-BE49-F238E27FC236}">
                    <a16:creationId xmlns:a16="http://schemas.microsoft.com/office/drawing/2014/main" id="{2CE8B36D-0262-2E84-2BBF-7DCA20430649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7" name="直接连接符 43076">
                <a:extLst>
                  <a:ext uri="{FF2B5EF4-FFF2-40B4-BE49-F238E27FC236}">
                    <a16:creationId xmlns:a16="http://schemas.microsoft.com/office/drawing/2014/main" id="{16244148-2193-8183-24F9-280488C70712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8" name="直接连接符 43077">
                <a:extLst>
                  <a:ext uri="{FF2B5EF4-FFF2-40B4-BE49-F238E27FC236}">
                    <a16:creationId xmlns:a16="http://schemas.microsoft.com/office/drawing/2014/main" id="{16204FCC-A393-E7A4-4AD6-B122686538BA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9" name="直接连接符 43078">
                <a:extLst>
                  <a:ext uri="{FF2B5EF4-FFF2-40B4-BE49-F238E27FC236}">
                    <a16:creationId xmlns:a16="http://schemas.microsoft.com/office/drawing/2014/main" id="{D4FE17AE-EC81-3B26-D671-8BAD4B3B619A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80" name="直接连接符 43079">
                <a:extLst>
                  <a:ext uri="{FF2B5EF4-FFF2-40B4-BE49-F238E27FC236}">
                    <a16:creationId xmlns:a16="http://schemas.microsoft.com/office/drawing/2014/main" id="{8342FDB1-101B-579C-D7EC-D0E937105FF7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81" name="直接连接符 43080">
                <a:extLst>
                  <a:ext uri="{FF2B5EF4-FFF2-40B4-BE49-F238E27FC236}">
                    <a16:creationId xmlns:a16="http://schemas.microsoft.com/office/drawing/2014/main" id="{95FFD0C6-25E4-406D-AE29-C7A25ABEEA4F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9B0ACD4-B614-FD71-73EB-99986C6D3ED1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F7130C01-C541-0F5C-9689-50681FC956E9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922CF43C-7A64-95A1-6020-F1B2D0E065F4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2A2A29D6-5FA1-520D-39A4-A8E709D5A27E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9ED82830-940C-1202-7A65-C4A90633703A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5582A7FA-9563-F744-CDD3-121FFF165F86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E5C0210A-B393-A36A-B1E5-4225340FC6C5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763B13EA-1065-5E77-8F8A-C06BDFAED45D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7DEAA020-5442-45BD-FA69-49B50D9A7823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B064C87-6C5A-7C1B-055A-D9679C4B88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  <p:sp>
        <p:nvSpPr>
          <p:cNvPr id="43083" name="文本框 43082">
            <a:extLst>
              <a:ext uri="{FF2B5EF4-FFF2-40B4-BE49-F238E27FC236}">
                <a16:creationId xmlns:a16="http://schemas.microsoft.com/office/drawing/2014/main" id="{1FC7024F-12DB-18C9-BFF3-0D303BEF89BC}"/>
              </a:ext>
            </a:extLst>
          </p:cNvPr>
          <p:cNvSpPr txBox="1"/>
          <p:nvPr/>
        </p:nvSpPr>
        <p:spPr>
          <a:xfrm>
            <a:off x="3059832" y="8147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4">
                  <a:lumMod val="75000"/>
                </a:schemeClr>
              </a:buClr>
              <a:buFont typeface="+mj-ea"/>
              <a:buAutoNum type="circleNumDbPlain" startAt="2"/>
            </a:pPr>
            <a:r>
              <a:rPr lang="en-US" altLang="zh-CN" sz="1800" b="1" dirty="0"/>
              <a:t>G</a:t>
            </a:r>
            <a:r>
              <a:rPr lang="zh-CN" altLang="en-US" sz="1800" b="1" dirty="0"/>
              <a:t>中有一条边与同一层的两个结点相交。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46964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283E7-CE28-F063-72D8-486C49E5D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65CE952C-77CD-2681-7777-6D3A7D957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二部图性质</a:t>
            </a:r>
          </a:p>
        </p:txBody>
      </p:sp>
      <p:sp>
        <p:nvSpPr>
          <p:cNvPr id="43014" name="Rectangle 8">
            <a:extLst>
              <a:ext uri="{FF2B5EF4-FFF2-40B4-BE49-F238E27FC236}">
                <a16:creationId xmlns:a16="http://schemas.microsoft.com/office/drawing/2014/main" id="{FA722AAC-4D71-5184-1CA0-0E1FF2414B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709379"/>
            <a:ext cx="7772400" cy="41148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2400" dirty="0"/>
              <a:t>将</a:t>
            </a:r>
            <a:r>
              <a:rPr lang="en-US" altLang="zh-CN" sz="2400" dirty="0"/>
              <a:t>P</a:t>
            </a:r>
            <a:r>
              <a:rPr lang="en-US" altLang="zh-CN" sz="2400" baseline="-25000" dirty="0"/>
              <a:t>s-u </a:t>
            </a:r>
            <a:r>
              <a:rPr lang="zh-CN" altLang="en-US" sz="2400" dirty="0"/>
              <a:t>、边 </a:t>
            </a:r>
            <a:r>
              <a:rPr lang="en-US" altLang="zh-CN" sz="2400" dirty="0"/>
              <a:t> (u, v)  </a:t>
            </a:r>
            <a:r>
              <a:rPr lang="zh-CN" altLang="en-US" sz="2400" dirty="0"/>
              <a:t>和</a:t>
            </a:r>
            <a:r>
              <a:rPr lang="en-US" altLang="zh-CN" sz="2400" dirty="0"/>
              <a:t>P</a:t>
            </a:r>
            <a:r>
              <a:rPr lang="en-US" altLang="zh-CN" sz="2400" baseline="-25000" dirty="0"/>
              <a:t>s-v</a:t>
            </a:r>
            <a:r>
              <a:rPr lang="zh-CN" altLang="en-US" sz="2400" dirty="0"/>
              <a:t>的反向路径连接起来，得到路径 </a:t>
            </a:r>
            <a:r>
              <a:rPr lang="en-US" altLang="zh-CN" sz="2400" dirty="0"/>
              <a:t>P=(s, 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a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……, a</a:t>
            </a:r>
            <a:r>
              <a:rPr lang="en-US" altLang="zh-CN" sz="2400" baseline="-25000" dirty="0"/>
              <a:t>k-1 </a:t>
            </a:r>
            <a:r>
              <a:rPr lang="en-US" altLang="zh-CN" sz="2400" dirty="0"/>
              <a:t>,u, v, b</a:t>
            </a:r>
            <a:r>
              <a:rPr lang="en-US" altLang="zh-CN" sz="2400" baseline="-25000" dirty="0"/>
              <a:t>k-1</a:t>
            </a:r>
            <a:r>
              <a:rPr lang="en-US" altLang="zh-CN" sz="2400" dirty="0"/>
              <a:t>, ……,b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b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s) 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/>
              <a:t>这条路径中，从 </a:t>
            </a:r>
            <a:r>
              <a:rPr lang="en-US" altLang="zh-CN" sz="2400" dirty="0"/>
              <a:t>s </a:t>
            </a:r>
            <a:r>
              <a:rPr lang="zh-CN" altLang="en-US" sz="2400" dirty="0"/>
              <a:t>到 </a:t>
            </a:r>
            <a:r>
              <a:rPr lang="en-US" altLang="zh-CN" sz="2400" dirty="0"/>
              <a:t>u </a:t>
            </a:r>
            <a:r>
              <a:rPr lang="zh-CN" altLang="en-US" sz="2400" dirty="0"/>
              <a:t>经过了 </a:t>
            </a:r>
            <a:r>
              <a:rPr lang="en-US" altLang="zh-CN" sz="2400" dirty="0"/>
              <a:t>k </a:t>
            </a:r>
            <a:r>
              <a:rPr lang="zh-CN" altLang="en-US" sz="2400" dirty="0"/>
              <a:t>条边，边  </a:t>
            </a:r>
            <a:r>
              <a:rPr lang="en-US" altLang="zh-CN" sz="2400" dirty="0"/>
              <a:t> (u, v)  </a:t>
            </a:r>
            <a:r>
              <a:rPr lang="zh-CN" altLang="en-US" sz="2400" dirty="0"/>
              <a:t>为 </a:t>
            </a:r>
            <a:r>
              <a:rPr lang="en-US" altLang="zh-CN" sz="2400" dirty="0"/>
              <a:t>1 </a:t>
            </a:r>
            <a:r>
              <a:rPr lang="zh-CN" altLang="en-US" sz="2400" dirty="0"/>
              <a:t>条边，从 </a:t>
            </a:r>
            <a:r>
              <a:rPr lang="en-US" altLang="zh-CN" sz="2400" dirty="0"/>
              <a:t>v </a:t>
            </a:r>
            <a:r>
              <a:rPr lang="zh-CN" altLang="en-US" sz="2400" dirty="0"/>
              <a:t>回到 </a:t>
            </a:r>
            <a:r>
              <a:rPr lang="en-US" altLang="zh-CN" sz="2400" dirty="0"/>
              <a:t>s </a:t>
            </a:r>
            <a:r>
              <a:rPr lang="zh-CN" altLang="en-US" sz="2400" dirty="0"/>
              <a:t>经过了 </a:t>
            </a:r>
            <a:r>
              <a:rPr lang="en-US" altLang="zh-CN" sz="2400" dirty="0"/>
              <a:t>k </a:t>
            </a:r>
            <a:r>
              <a:rPr lang="zh-CN" altLang="en-US" sz="2400" dirty="0"/>
              <a:t>条边，总共经过的边数为 </a:t>
            </a:r>
            <a:r>
              <a:rPr lang="en-US" altLang="zh-CN" sz="2400" dirty="0"/>
              <a:t>2k + 1</a:t>
            </a:r>
            <a:r>
              <a:rPr lang="zh-CN" altLang="en-US" sz="2400" dirty="0"/>
              <a:t>条，因为 </a:t>
            </a:r>
            <a:r>
              <a:rPr lang="en-US" altLang="zh-CN" sz="2400" dirty="0"/>
              <a:t>k </a:t>
            </a:r>
            <a:r>
              <a:rPr lang="zh-CN" altLang="en-US" sz="2400" dirty="0"/>
              <a:t>是正整数，所以</a:t>
            </a:r>
            <a:r>
              <a:rPr lang="en-US" altLang="zh-CN" sz="2400" dirty="0"/>
              <a:t>(2k + 1) </a:t>
            </a:r>
            <a:r>
              <a:rPr lang="zh-CN" altLang="en-US" sz="2400" dirty="0"/>
              <a:t>是奇数，即找到了一个奇圈。</a:t>
            </a:r>
            <a:endParaRPr lang="en-US" altLang="zh-CN" sz="2400" dirty="0"/>
          </a:p>
        </p:txBody>
      </p:sp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D923322A-DE23-72CA-524F-10625327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A24FCD-AEB5-4225-9956-9D2C98409B4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F72F561-D751-549C-A8DA-9069813178E5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C4BCCA2-EB74-D0E1-45F4-F0905278E6B1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24FD9B0-7EAF-FCDC-B040-654342C5EDBF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8E1F2EB-FA66-3CB5-1C12-9BC2FADB14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F671BCEF-EA9E-B95F-660F-A1FFC3E745ED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1C99E6B-037C-ED90-C1F0-E65884FEA163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4ECBF13-C0EC-980A-3D5E-C570967E1A0D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A7819613-A335-59A1-E028-0AB570401C9A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81D86A5B-E663-A7D5-D734-F13CDF41E2B2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5218C3E7-773B-2C83-6140-4597EA150F02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486ED7BB-5822-7DC1-D96F-590D8431295A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6D8FE879-3AC8-B3A7-3E76-6C560E068CF7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B92D71AF-551A-8CF7-3572-0730C0ADC95E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22B77A95-C9E0-19B9-7FA9-BA32E8D82264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F8F2164E-680A-1CFC-438D-13E3D5E70E14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592B1E81-1A61-BD26-7738-93AB8BCCD79E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EA31A7D4-BD6B-3F65-318D-994933343CDD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326049BF-3C56-4E2B-D2BE-16DB4FEC86E6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A47A6E8A-3FF1-4870-521F-E0398B17308C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CAF3764-7655-5241-B832-803FE0502736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D10D00D7-72EC-A8EB-B9AE-B0D02AFCDD10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8B33610-3B2C-F33C-95ED-2BBC63BFC5B5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7BAA41EA-544F-E4BF-32FC-C42602C2925A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5600E7D1-F491-9AD6-9F17-98509687D3AE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3E83FEA8-A609-0FBD-E488-FA021410136A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D9620305-135D-5957-D657-584970A61681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F96F6DD4-4F67-33BE-AE54-DF2A90F8310D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5459F4F7-3D6C-CC23-2A26-0DBEBB15587D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ECBCD78E-072E-CC10-D1BE-A25F47346D06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53695B30-E0CD-722E-938D-5B85AE3BF4A6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00D04124-1C2D-6928-B364-89D08AEF83BD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937D3217-E0AA-50C7-E9C3-44890C01F526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FBA49F5F-235B-906B-95DC-76C43BCCE035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8B776BA4-68B9-6914-4B34-638D3112906F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88DB9BCC-1EE6-C39A-2D1E-BF750C25DB44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69E4954B-3DF0-DA93-092B-58B351D6EC93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5A1B6448-CC50-F8F5-5B89-6CD7DD2367EE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1C0EB457-BCC6-15DE-3F22-950C0FBD7F57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952ED692-37D7-080E-A8B7-9649748570BA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1891ACE5-0F40-6FDE-77B1-F67BB69D35A0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4A2DE414-4EA5-5B51-6543-8F350C4132B3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56DEA6EF-00E0-5532-AD99-E18050EEF234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682AE39D-143D-FB18-081A-1AEF888508E0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057F7420-70FE-D4A9-8087-842EAE4E9B77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414A2866-55B2-6B5F-1E06-1D18A9E4F8EC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1A030243-25A2-742F-4085-D3D9FC2F1B26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4BF3193C-BC51-81D7-EC9C-F669D63D6ADA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EE812B5-4EFF-562C-A9EE-4F4921396F56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E357D998-B30F-EDCD-2329-F2170C2478A1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A81FC7A8-D4C0-008A-6709-39DA09DFDC74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D502B0DB-0631-7DA3-3509-F8A5FDE6E8AA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D2F611E0-4718-940E-0320-02A133D7C7DA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8" name="直接连接符 43007">
                <a:extLst>
                  <a:ext uri="{FF2B5EF4-FFF2-40B4-BE49-F238E27FC236}">
                    <a16:creationId xmlns:a16="http://schemas.microsoft.com/office/drawing/2014/main" id="{FD5032AA-C713-138D-DEE4-BA5110A4F755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9" name="直接连接符 43008">
                <a:extLst>
                  <a:ext uri="{FF2B5EF4-FFF2-40B4-BE49-F238E27FC236}">
                    <a16:creationId xmlns:a16="http://schemas.microsoft.com/office/drawing/2014/main" id="{DEBE88A4-258C-4A6F-9639-C025864D040E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5" name="直接连接符 43014">
                <a:extLst>
                  <a:ext uri="{FF2B5EF4-FFF2-40B4-BE49-F238E27FC236}">
                    <a16:creationId xmlns:a16="http://schemas.microsoft.com/office/drawing/2014/main" id="{FDD35C04-4938-262A-4832-B7DFCF63993C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6" name="直接连接符 43015">
                <a:extLst>
                  <a:ext uri="{FF2B5EF4-FFF2-40B4-BE49-F238E27FC236}">
                    <a16:creationId xmlns:a16="http://schemas.microsoft.com/office/drawing/2014/main" id="{8DD35B49-2E94-A10F-410C-B88CEB3C4DC1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7" name="直接连接符 43016">
                <a:extLst>
                  <a:ext uri="{FF2B5EF4-FFF2-40B4-BE49-F238E27FC236}">
                    <a16:creationId xmlns:a16="http://schemas.microsoft.com/office/drawing/2014/main" id="{8DBFE5A7-4974-55BF-BD06-18233302EB44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8" name="直接连接符 43017">
                <a:extLst>
                  <a:ext uri="{FF2B5EF4-FFF2-40B4-BE49-F238E27FC236}">
                    <a16:creationId xmlns:a16="http://schemas.microsoft.com/office/drawing/2014/main" id="{BA6977B1-34EF-F1E4-4B01-345A0FE16E11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9" name="直接连接符 43018">
                <a:extLst>
                  <a:ext uri="{FF2B5EF4-FFF2-40B4-BE49-F238E27FC236}">
                    <a16:creationId xmlns:a16="http://schemas.microsoft.com/office/drawing/2014/main" id="{0FABC382-F761-882B-1136-37A6660BD8C6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0" name="直接连接符 43019">
                <a:extLst>
                  <a:ext uri="{FF2B5EF4-FFF2-40B4-BE49-F238E27FC236}">
                    <a16:creationId xmlns:a16="http://schemas.microsoft.com/office/drawing/2014/main" id="{33423F6C-37A5-2685-1B7C-C02EB99F964C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1" name="直接连接符 43020">
                <a:extLst>
                  <a:ext uri="{FF2B5EF4-FFF2-40B4-BE49-F238E27FC236}">
                    <a16:creationId xmlns:a16="http://schemas.microsoft.com/office/drawing/2014/main" id="{7DD51A85-9776-DC90-26E1-E32EDE7E8ABA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2" name="直接连接符 43021">
                <a:extLst>
                  <a:ext uri="{FF2B5EF4-FFF2-40B4-BE49-F238E27FC236}">
                    <a16:creationId xmlns:a16="http://schemas.microsoft.com/office/drawing/2014/main" id="{5C04695B-835A-BCC6-9141-6289101E985B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3" name="直接连接符 43022">
                <a:extLst>
                  <a:ext uri="{FF2B5EF4-FFF2-40B4-BE49-F238E27FC236}">
                    <a16:creationId xmlns:a16="http://schemas.microsoft.com/office/drawing/2014/main" id="{370FD409-B3B9-2AFE-57CE-4272299C2896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4" name="直接连接符 43023">
                <a:extLst>
                  <a:ext uri="{FF2B5EF4-FFF2-40B4-BE49-F238E27FC236}">
                    <a16:creationId xmlns:a16="http://schemas.microsoft.com/office/drawing/2014/main" id="{51C48B61-AC91-77C2-4BB7-4A5FB4349F23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5" name="直接连接符 43024">
                <a:extLst>
                  <a:ext uri="{FF2B5EF4-FFF2-40B4-BE49-F238E27FC236}">
                    <a16:creationId xmlns:a16="http://schemas.microsoft.com/office/drawing/2014/main" id="{BF719953-647B-6972-EB4E-D75A7778105F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6" name="直接连接符 43025">
                <a:extLst>
                  <a:ext uri="{FF2B5EF4-FFF2-40B4-BE49-F238E27FC236}">
                    <a16:creationId xmlns:a16="http://schemas.microsoft.com/office/drawing/2014/main" id="{D29B99B5-99A2-B6A2-119E-A78F3D63F905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7" name="直接连接符 43026">
                <a:extLst>
                  <a:ext uri="{FF2B5EF4-FFF2-40B4-BE49-F238E27FC236}">
                    <a16:creationId xmlns:a16="http://schemas.microsoft.com/office/drawing/2014/main" id="{F48F0350-3AED-E2B9-BFFE-66699525CDC3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8" name="直接连接符 43027">
                <a:extLst>
                  <a:ext uri="{FF2B5EF4-FFF2-40B4-BE49-F238E27FC236}">
                    <a16:creationId xmlns:a16="http://schemas.microsoft.com/office/drawing/2014/main" id="{35271EA3-3BB2-5E29-E04B-35206D23BA9E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9" name="直接连接符 43028">
                <a:extLst>
                  <a:ext uri="{FF2B5EF4-FFF2-40B4-BE49-F238E27FC236}">
                    <a16:creationId xmlns:a16="http://schemas.microsoft.com/office/drawing/2014/main" id="{07941793-E1C3-EB82-F478-97D78E913C66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0" name="直接连接符 43029">
                <a:extLst>
                  <a:ext uri="{FF2B5EF4-FFF2-40B4-BE49-F238E27FC236}">
                    <a16:creationId xmlns:a16="http://schemas.microsoft.com/office/drawing/2014/main" id="{0F18970D-3269-6D7B-4E51-9AB4E5AAE48B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1" name="直接连接符 43030">
                <a:extLst>
                  <a:ext uri="{FF2B5EF4-FFF2-40B4-BE49-F238E27FC236}">
                    <a16:creationId xmlns:a16="http://schemas.microsoft.com/office/drawing/2014/main" id="{119B46A0-9671-D9F9-6944-1FB5822DCA7A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2" name="直接连接符 43031">
                <a:extLst>
                  <a:ext uri="{FF2B5EF4-FFF2-40B4-BE49-F238E27FC236}">
                    <a16:creationId xmlns:a16="http://schemas.microsoft.com/office/drawing/2014/main" id="{3C4301DF-33BD-1B50-3FEE-C53541B8C76C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3" name="直接连接符 43032">
                <a:extLst>
                  <a:ext uri="{FF2B5EF4-FFF2-40B4-BE49-F238E27FC236}">
                    <a16:creationId xmlns:a16="http://schemas.microsoft.com/office/drawing/2014/main" id="{216A3D90-13D0-421C-98C3-E2A6183E4EB2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4" name="直接连接符 43033">
                <a:extLst>
                  <a:ext uri="{FF2B5EF4-FFF2-40B4-BE49-F238E27FC236}">
                    <a16:creationId xmlns:a16="http://schemas.microsoft.com/office/drawing/2014/main" id="{A0C7DE57-1EE0-D091-4731-F4CAA3EB9FF1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5" name="直接连接符 43034">
                <a:extLst>
                  <a:ext uri="{FF2B5EF4-FFF2-40B4-BE49-F238E27FC236}">
                    <a16:creationId xmlns:a16="http://schemas.microsoft.com/office/drawing/2014/main" id="{8E8C92DF-D9B6-3FBF-CDF0-C1EEDA1087D8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6" name="直接连接符 43035">
                <a:extLst>
                  <a:ext uri="{FF2B5EF4-FFF2-40B4-BE49-F238E27FC236}">
                    <a16:creationId xmlns:a16="http://schemas.microsoft.com/office/drawing/2014/main" id="{E7E0D52B-DD47-B430-2810-EE23E60E1DE5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7" name="直接连接符 43036">
                <a:extLst>
                  <a:ext uri="{FF2B5EF4-FFF2-40B4-BE49-F238E27FC236}">
                    <a16:creationId xmlns:a16="http://schemas.microsoft.com/office/drawing/2014/main" id="{A9A00DB7-9117-E94E-A68F-23851F48F53D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8" name="直接连接符 43037">
                <a:extLst>
                  <a:ext uri="{FF2B5EF4-FFF2-40B4-BE49-F238E27FC236}">
                    <a16:creationId xmlns:a16="http://schemas.microsoft.com/office/drawing/2014/main" id="{A99157B1-136E-073F-2F1E-D7981245229C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9" name="直接连接符 43038">
                <a:extLst>
                  <a:ext uri="{FF2B5EF4-FFF2-40B4-BE49-F238E27FC236}">
                    <a16:creationId xmlns:a16="http://schemas.microsoft.com/office/drawing/2014/main" id="{A875B219-25E5-751B-1E00-88A5AD1C91D4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0" name="直接连接符 43039">
                <a:extLst>
                  <a:ext uri="{FF2B5EF4-FFF2-40B4-BE49-F238E27FC236}">
                    <a16:creationId xmlns:a16="http://schemas.microsoft.com/office/drawing/2014/main" id="{AABD9994-D8BA-6BAE-75B0-C0DD4776265D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1" name="直接连接符 43040">
                <a:extLst>
                  <a:ext uri="{FF2B5EF4-FFF2-40B4-BE49-F238E27FC236}">
                    <a16:creationId xmlns:a16="http://schemas.microsoft.com/office/drawing/2014/main" id="{1D3F8A9B-4E6C-198B-31D0-1D4BC9318633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2" name="直接连接符 43041">
                <a:extLst>
                  <a:ext uri="{FF2B5EF4-FFF2-40B4-BE49-F238E27FC236}">
                    <a16:creationId xmlns:a16="http://schemas.microsoft.com/office/drawing/2014/main" id="{E3694664-4229-E5BD-0A8F-3FBD7ED1E26A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3" name="直接连接符 43042">
                <a:extLst>
                  <a:ext uri="{FF2B5EF4-FFF2-40B4-BE49-F238E27FC236}">
                    <a16:creationId xmlns:a16="http://schemas.microsoft.com/office/drawing/2014/main" id="{DFDA0CC8-96D9-DA08-2179-3DA0A3CA1797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4" name="直接连接符 43043">
                <a:extLst>
                  <a:ext uri="{FF2B5EF4-FFF2-40B4-BE49-F238E27FC236}">
                    <a16:creationId xmlns:a16="http://schemas.microsoft.com/office/drawing/2014/main" id="{28BBA17E-2C9F-2241-4214-C3CDE3D3218F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5" name="直接连接符 43044">
                <a:extLst>
                  <a:ext uri="{FF2B5EF4-FFF2-40B4-BE49-F238E27FC236}">
                    <a16:creationId xmlns:a16="http://schemas.microsoft.com/office/drawing/2014/main" id="{AA028381-019E-C7EC-513F-034B4A417400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6" name="直接连接符 43045">
                <a:extLst>
                  <a:ext uri="{FF2B5EF4-FFF2-40B4-BE49-F238E27FC236}">
                    <a16:creationId xmlns:a16="http://schemas.microsoft.com/office/drawing/2014/main" id="{D5AF9620-CE09-125A-38F2-4DF728619DCB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7" name="直接连接符 43046">
                <a:extLst>
                  <a:ext uri="{FF2B5EF4-FFF2-40B4-BE49-F238E27FC236}">
                    <a16:creationId xmlns:a16="http://schemas.microsoft.com/office/drawing/2014/main" id="{B3312CE0-EFED-1302-9D0E-79159C2D3C7F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8" name="直接连接符 43047">
                <a:extLst>
                  <a:ext uri="{FF2B5EF4-FFF2-40B4-BE49-F238E27FC236}">
                    <a16:creationId xmlns:a16="http://schemas.microsoft.com/office/drawing/2014/main" id="{8F6E02CF-4330-5AEC-55B0-9D25DBDC3A8B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9" name="直接连接符 43048">
                <a:extLst>
                  <a:ext uri="{FF2B5EF4-FFF2-40B4-BE49-F238E27FC236}">
                    <a16:creationId xmlns:a16="http://schemas.microsoft.com/office/drawing/2014/main" id="{2944B289-A109-6309-58F4-6F67AC0B60B5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0" name="直接连接符 43049">
                <a:extLst>
                  <a:ext uri="{FF2B5EF4-FFF2-40B4-BE49-F238E27FC236}">
                    <a16:creationId xmlns:a16="http://schemas.microsoft.com/office/drawing/2014/main" id="{3EE815AA-DD6B-62B8-3B16-1D6A457F71A7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1" name="直接连接符 43050">
                <a:extLst>
                  <a:ext uri="{FF2B5EF4-FFF2-40B4-BE49-F238E27FC236}">
                    <a16:creationId xmlns:a16="http://schemas.microsoft.com/office/drawing/2014/main" id="{A124E331-2044-D7AB-4119-1A038C06C857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2" name="直接连接符 43051">
                <a:extLst>
                  <a:ext uri="{FF2B5EF4-FFF2-40B4-BE49-F238E27FC236}">
                    <a16:creationId xmlns:a16="http://schemas.microsoft.com/office/drawing/2014/main" id="{B4430883-80CE-59D2-7CA6-4C73F35B5F42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3" name="直接连接符 43052">
                <a:extLst>
                  <a:ext uri="{FF2B5EF4-FFF2-40B4-BE49-F238E27FC236}">
                    <a16:creationId xmlns:a16="http://schemas.microsoft.com/office/drawing/2014/main" id="{9FE68796-46BD-37C7-DA54-B1CBD860F2D2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4" name="直接连接符 43053">
                <a:extLst>
                  <a:ext uri="{FF2B5EF4-FFF2-40B4-BE49-F238E27FC236}">
                    <a16:creationId xmlns:a16="http://schemas.microsoft.com/office/drawing/2014/main" id="{71172128-4208-AA6B-BE61-47061E8CFC27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5" name="直接连接符 43054">
                <a:extLst>
                  <a:ext uri="{FF2B5EF4-FFF2-40B4-BE49-F238E27FC236}">
                    <a16:creationId xmlns:a16="http://schemas.microsoft.com/office/drawing/2014/main" id="{16F47891-540E-D3E8-873A-05583E96ACC9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6" name="直接连接符 43055">
                <a:extLst>
                  <a:ext uri="{FF2B5EF4-FFF2-40B4-BE49-F238E27FC236}">
                    <a16:creationId xmlns:a16="http://schemas.microsoft.com/office/drawing/2014/main" id="{B0E8445C-E744-B6EB-3122-486401E9ADDE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7" name="直接连接符 43056">
                <a:extLst>
                  <a:ext uri="{FF2B5EF4-FFF2-40B4-BE49-F238E27FC236}">
                    <a16:creationId xmlns:a16="http://schemas.microsoft.com/office/drawing/2014/main" id="{3AFACBFC-46AD-9663-A90E-C8EC4FD4C611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8" name="直接连接符 43057">
                <a:extLst>
                  <a:ext uri="{FF2B5EF4-FFF2-40B4-BE49-F238E27FC236}">
                    <a16:creationId xmlns:a16="http://schemas.microsoft.com/office/drawing/2014/main" id="{6E7B1D96-5C48-5A99-28BB-26A253FE164E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9" name="直接连接符 43058">
                <a:extLst>
                  <a:ext uri="{FF2B5EF4-FFF2-40B4-BE49-F238E27FC236}">
                    <a16:creationId xmlns:a16="http://schemas.microsoft.com/office/drawing/2014/main" id="{1B6B0A5D-4872-A2AA-CEE0-5A830254AAFE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0" name="直接连接符 43059">
                <a:extLst>
                  <a:ext uri="{FF2B5EF4-FFF2-40B4-BE49-F238E27FC236}">
                    <a16:creationId xmlns:a16="http://schemas.microsoft.com/office/drawing/2014/main" id="{30737DCB-F751-0869-2851-956152B6497D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1" name="直接连接符 43060">
                <a:extLst>
                  <a:ext uri="{FF2B5EF4-FFF2-40B4-BE49-F238E27FC236}">
                    <a16:creationId xmlns:a16="http://schemas.microsoft.com/office/drawing/2014/main" id="{82C5DEA8-3B71-DDDD-24BA-FC7FEB254B95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2" name="直接连接符 43061">
                <a:extLst>
                  <a:ext uri="{FF2B5EF4-FFF2-40B4-BE49-F238E27FC236}">
                    <a16:creationId xmlns:a16="http://schemas.microsoft.com/office/drawing/2014/main" id="{BF11CBE5-AD8D-FE75-A29A-4AA3041B5BD4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3" name="直接连接符 43062">
                <a:extLst>
                  <a:ext uri="{FF2B5EF4-FFF2-40B4-BE49-F238E27FC236}">
                    <a16:creationId xmlns:a16="http://schemas.microsoft.com/office/drawing/2014/main" id="{68F2ACB0-D2B2-C189-377C-B0FDBFF98E38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4" name="直接连接符 43063">
                <a:extLst>
                  <a:ext uri="{FF2B5EF4-FFF2-40B4-BE49-F238E27FC236}">
                    <a16:creationId xmlns:a16="http://schemas.microsoft.com/office/drawing/2014/main" id="{0198FC46-29ED-E358-55EE-9505437CD408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5" name="直接连接符 43064">
                <a:extLst>
                  <a:ext uri="{FF2B5EF4-FFF2-40B4-BE49-F238E27FC236}">
                    <a16:creationId xmlns:a16="http://schemas.microsoft.com/office/drawing/2014/main" id="{3C4BECC2-89CF-7513-41DF-6B79F0B76637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6" name="直接连接符 43065">
                <a:extLst>
                  <a:ext uri="{FF2B5EF4-FFF2-40B4-BE49-F238E27FC236}">
                    <a16:creationId xmlns:a16="http://schemas.microsoft.com/office/drawing/2014/main" id="{22B312CC-79B0-6CF9-6EC8-33CA7C46A78C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7" name="直接连接符 43066">
                <a:extLst>
                  <a:ext uri="{FF2B5EF4-FFF2-40B4-BE49-F238E27FC236}">
                    <a16:creationId xmlns:a16="http://schemas.microsoft.com/office/drawing/2014/main" id="{4F8D7A81-B2FC-1017-0EE8-0586656C19EE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8" name="直接连接符 43067">
                <a:extLst>
                  <a:ext uri="{FF2B5EF4-FFF2-40B4-BE49-F238E27FC236}">
                    <a16:creationId xmlns:a16="http://schemas.microsoft.com/office/drawing/2014/main" id="{B651313D-58F2-784D-2ED1-C8AD9054C7B3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9" name="直接连接符 43068">
                <a:extLst>
                  <a:ext uri="{FF2B5EF4-FFF2-40B4-BE49-F238E27FC236}">
                    <a16:creationId xmlns:a16="http://schemas.microsoft.com/office/drawing/2014/main" id="{BB2717D7-82DC-EA7A-3B1A-6E3C6EC8756D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0" name="直接连接符 43069">
                <a:extLst>
                  <a:ext uri="{FF2B5EF4-FFF2-40B4-BE49-F238E27FC236}">
                    <a16:creationId xmlns:a16="http://schemas.microsoft.com/office/drawing/2014/main" id="{BA0B34B6-C811-F847-392A-2263958F9513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1" name="直接连接符 43070">
                <a:extLst>
                  <a:ext uri="{FF2B5EF4-FFF2-40B4-BE49-F238E27FC236}">
                    <a16:creationId xmlns:a16="http://schemas.microsoft.com/office/drawing/2014/main" id="{799E6ECD-F02C-6D89-88B5-484E215F52A2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2" name="直接连接符 43071">
                <a:extLst>
                  <a:ext uri="{FF2B5EF4-FFF2-40B4-BE49-F238E27FC236}">
                    <a16:creationId xmlns:a16="http://schemas.microsoft.com/office/drawing/2014/main" id="{2384EF43-7653-8F43-93D2-F1AD683C4310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3" name="直接连接符 43072">
                <a:extLst>
                  <a:ext uri="{FF2B5EF4-FFF2-40B4-BE49-F238E27FC236}">
                    <a16:creationId xmlns:a16="http://schemas.microsoft.com/office/drawing/2014/main" id="{99D883C6-8B0C-A4FC-0D61-55137A6AF1CE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4" name="直接连接符 43073">
                <a:extLst>
                  <a:ext uri="{FF2B5EF4-FFF2-40B4-BE49-F238E27FC236}">
                    <a16:creationId xmlns:a16="http://schemas.microsoft.com/office/drawing/2014/main" id="{CA616411-BC86-91FB-52F1-25E395131F20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5" name="直接连接符 43074">
                <a:extLst>
                  <a:ext uri="{FF2B5EF4-FFF2-40B4-BE49-F238E27FC236}">
                    <a16:creationId xmlns:a16="http://schemas.microsoft.com/office/drawing/2014/main" id="{82FF66EC-3A74-1F59-DE55-FA1285C68567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6" name="直接连接符 43075">
                <a:extLst>
                  <a:ext uri="{FF2B5EF4-FFF2-40B4-BE49-F238E27FC236}">
                    <a16:creationId xmlns:a16="http://schemas.microsoft.com/office/drawing/2014/main" id="{FB865350-CE23-DCF7-CD9A-9703AA1EF8D5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7" name="直接连接符 43076">
                <a:extLst>
                  <a:ext uri="{FF2B5EF4-FFF2-40B4-BE49-F238E27FC236}">
                    <a16:creationId xmlns:a16="http://schemas.microsoft.com/office/drawing/2014/main" id="{DACF99D7-6762-2FB9-DA65-74C5662C1397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8" name="直接连接符 43077">
                <a:extLst>
                  <a:ext uri="{FF2B5EF4-FFF2-40B4-BE49-F238E27FC236}">
                    <a16:creationId xmlns:a16="http://schemas.microsoft.com/office/drawing/2014/main" id="{C9F4F5AB-A70B-E0C2-862D-154614907DEC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9" name="直接连接符 43078">
                <a:extLst>
                  <a:ext uri="{FF2B5EF4-FFF2-40B4-BE49-F238E27FC236}">
                    <a16:creationId xmlns:a16="http://schemas.microsoft.com/office/drawing/2014/main" id="{0D4BD35A-F734-95B2-2AFB-8E8977E0A23A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80" name="直接连接符 43079">
                <a:extLst>
                  <a:ext uri="{FF2B5EF4-FFF2-40B4-BE49-F238E27FC236}">
                    <a16:creationId xmlns:a16="http://schemas.microsoft.com/office/drawing/2014/main" id="{B1C8C4F5-3FB2-104B-E26C-5C06562A0CB1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81" name="直接连接符 43080">
                <a:extLst>
                  <a:ext uri="{FF2B5EF4-FFF2-40B4-BE49-F238E27FC236}">
                    <a16:creationId xmlns:a16="http://schemas.microsoft.com/office/drawing/2014/main" id="{24CCC473-EB03-AD47-793A-0724B7CB6B7F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8DA8579-7A9D-42DD-B769-AF5F87F70EAC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A35531D9-B146-D3BD-8B1D-B969F0A32D26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BACAC38B-FBC1-AC5E-CAA9-75DAF4F8810B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68A8CAD9-4B9C-B0A0-F87F-C42D0BD6BC75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2577E493-AE50-585C-E537-5859FBC92AF1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11D18FCC-2F65-6AB7-DA1F-E6D30ED3194B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0407B41E-D07D-5B64-AE30-7A52A7A4CFE3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A865E072-86CB-7A92-C0D3-FF1DFB217D3B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5ECEA5A2-0F46-4541-3875-76BC3883954C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D036657-6009-8DB8-EB3D-E3CF7B1504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  <p:sp>
        <p:nvSpPr>
          <p:cNvPr id="43012" name="文本框 43011">
            <a:extLst>
              <a:ext uri="{FF2B5EF4-FFF2-40B4-BE49-F238E27FC236}">
                <a16:creationId xmlns:a16="http://schemas.microsoft.com/office/drawing/2014/main" id="{42D7BC10-C38E-B4DC-581C-A35524C875B3}"/>
              </a:ext>
            </a:extLst>
          </p:cNvPr>
          <p:cNvSpPr txBox="1"/>
          <p:nvPr/>
        </p:nvSpPr>
        <p:spPr>
          <a:xfrm>
            <a:off x="3059832" y="8147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4">
                  <a:lumMod val="75000"/>
                </a:schemeClr>
              </a:buClr>
              <a:buFont typeface="+mj-ea"/>
              <a:buAutoNum type="circleNumDbPlain" startAt="2"/>
            </a:pPr>
            <a:r>
              <a:rPr lang="en-US" altLang="zh-CN" sz="1800" b="1" dirty="0"/>
              <a:t>G</a:t>
            </a:r>
            <a:r>
              <a:rPr lang="zh-CN" altLang="en-US" sz="1800" b="1" dirty="0"/>
              <a:t>中有一条边与同一层的两个结点相交。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0237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62411-0F1F-C016-C3FD-50C927C5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8FA29F93-FF5B-F7A3-CB2D-997EEE841D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二部图性质</a:t>
            </a:r>
          </a:p>
        </p:txBody>
      </p:sp>
      <p:sp>
        <p:nvSpPr>
          <p:cNvPr id="43014" name="Rectangle 8">
            <a:extLst>
              <a:ext uri="{FF2B5EF4-FFF2-40B4-BE49-F238E27FC236}">
                <a16:creationId xmlns:a16="http://schemas.microsoft.com/office/drawing/2014/main" id="{5EA00C9C-AC74-5E23-FD47-8F25121674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3906" y="1542419"/>
            <a:ext cx="7886700" cy="4114800"/>
          </a:xfrm>
        </p:spPr>
        <p:txBody>
          <a:bodyPr>
            <a:normAutofit lnSpcReduction="10000"/>
          </a:bodyPr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zh-CN" altLang="en-US" sz="2400" dirty="0"/>
              <a:t>证明不是二部图：</a:t>
            </a:r>
            <a:endParaRPr lang="en-US" altLang="zh-CN" sz="2400" dirty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/>
              <a:t>根据二部图的性质，二部图是不存在奇圈的（前面已证明过 “如果一个图是二部图，那么它不可能包含一个奇圈” ）。</a:t>
            </a:r>
            <a:endParaRPr lang="en-US" altLang="zh-CN" sz="2400" dirty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/>
              <a:t>由于图 </a:t>
            </a:r>
            <a:r>
              <a:rPr lang="en-US" altLang="zh-CN" sz="2400" dirty="0"/>
              <a:t>G </a:t>
            </a:r>
            <a:r>
              <a:rPr lang="zh-CN" altLang="en-US" sz="2400" dirty="0"/>
              <a:t>中存在奇圈，所以图 </a:t>
            </a:r>
            <a:r>
              <a:rPr lang="en-US" altLang="zh-CN" sz="2400" dirty="0"/>
              <a:t>G </a:t>
            </a:r>
            <a:r>
              <a:rPr lang="zh-CN" altLang="en-US" sz="2400" dirty="0"/>
              <a:t>不可能是二部图。</a:t>
            </a:r>
            <a:endParaRPr lang="en-US" altLang="zh-CN" sz="2400" dirty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/>
              <a:t>综上，当图 </a:t>
            </a:r>
            <a:r>
              <a:rPr lang="en-US" altLang="zh-CN" sz="2400" dirty="0"/>
              <a:t>G </a:t>
            </a:r>
            <a:r>
              <a:rPr lang="zh-CN" altLang="en-US" sz="2400" dirty="0"/>
              <a:t>中有一条边与同一层的两个结点相交时，存在奇圈且该图不是二部图。</a:t>
            </a:r>
            <a:endParaRPr lang="en-US" altLang="zh-CN" sz="2400" dirty="0"/>
          </a:p>
        </p:txBody>
      </p:sp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D9DA40B8-B82F-54F9-6522-047FB80E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A24FCD-AEB5-4225-9956-9D2C98409B4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8D4C1C6-9DA1-9955-2A38-353469BEBA28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EE1F1976-2318-2C0C-4E55-9F3B2B32F62F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54D6403-58F5-C4BA-7673-86C082E75745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44E1261-2830-3040-2ABD-276A79CA70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BF2B3EC4-941C-8484-D9F1-E0E9FD32D373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AE08014-4ACE-6E95-E93A-E495DB925DF5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294B171-49AF-16B5-2559-1B82F9C6DE89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98DAC49B-995F-09AC-AA03-22A77362F4DF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78ACDD32-2A68-C13D-4472-65D28991990B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E109838D-0636-EA12-9639-22A9FDB68F3A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34A1DE4B-0C53-52ED-7C89-C68EA58D7F76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90A3C4A2-1910-463D-ABAF-84E9E7D0D6F6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CAC19868-21D2-7128-1702-06004059FD83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1AE8C9AE-5B04-16A5-A61F-3ADF1452E7AE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8A8E6F40-B0F4-BB9D-E479-FA1FCC2D43B7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2C08D997-D83A-83BE-0578-BFED9F1C18BA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65F6ABC3-5422-5C98-1F2D-C779C9F0604A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B7D2AFAF-21F3-74BD-8E20-1D70C2320993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83F2F5A-D7B4-FB0D-11AF-5C6BCA8C619B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DA1B25F0-A8D2-6E9C-2680-6EC5ED2F5D0F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7C6A361-8806-CC34-1AA5-A24EF86C6350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F41D1BB3-F2C8-AC15-C872-895C03D12EDC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C142F9A0-34CB-0CCE-2976-6048CF3B47D7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2E455A60-50B8-4EF8-7783-BD38D57FA051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202C6F0-571B-1008-2369-04034A3FC726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EFFD12D0-8D1F-3543-CFF8-2560F9D3D166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E4856EFF-E9B4-CE33-226D-DCE02B60F7BB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85B84312-1C3C-278C-2BF8-57D6CE883819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7DFC78BE-79EA-C8C8-934B-78EC92341DD0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7AC66850-BBD4-4E45-EF03-CA8775B3B029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9A723684-0309-1E85-CF0D-F9B764351F02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C306E121-DA83-38B0-AE51-DDEEB756CB38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FACDFABA-D2FE-C759-9A6D-0EDFB90D9904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6F96A1B7-A951-E5CD-371D-E571CF2C9354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B691C92F-F8E5-6201-BF05-2152DD4D4210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8205B44A-F585-BD4B-7386-4D8193BD09A5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2BF1A054-BDA3-8E1B-26E5-33D007672058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BC4F6985-F748-C400-D7AC-24D806940DC3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8B84B423-0111-71DD-CE67-DF4CF0E3F231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3C48895C-68B6-5BD2-E52D-FD532E3C5621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16783134-46C5-1261-E43D-AFB33FDBBF67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89928DB9-8134-A064-6C2D-F5CE60D7CE99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EF693288-FF92-C2FA-78B0-CF712F188848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F39E0ADE-0E99-F5BB-F044-B94E3219BD58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CE62EDDC-3FE5-5D80-6C3D-9EC0007C4B8B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7288C51F-E112-4834-E8DE-7A136BBF4069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16BEE14D-C4A1-AE8F-D8D5-47B1810F2755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0BEB84B-0617-23D1-FE17-02A697F00CFE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4B31159A-D120-8F60-11B5-2B2970F30E60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B8FA2C97-E665-D3FE-82C7-450D4673DEEF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32C1DBF8-1941-724D-610F-928EB3D4B07B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88D18C5A-BDF6-5D07-E2EF-F883826195A6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8" name="直接连接符 43007">
                <a:extLst>
                  <a:ext uri="{FF2B5EF4-FFF2-40B4-BE49-F238E27FC236}">
                    <a16:creationId xmlns:a16="http://schemas.microsoft.com/office/drawing/2014/main" id="{5BF1663B-EC72-9631-07A9-55E7961687C2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9" name="直接连接符 43008">
                <a:extLst>
                  <a:ext uri="{FF2B5EF4-FFF2-40B4-BE49-F238E27FC236}">
                    <a16:creationId xmlns:a16="http://schemas.microsoft.com/office/drawing/2014/main" id="{224F4988-B801-F8FE-A860-6BCD79D94761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5" name="直接连接符 43014">
                <a:extLst>
                  <a:ext uri="{FF2B5EF4-FFF2-40B4-BE49-F238E27FC236}">
                    <a16:creationId xmlns:a16="http://schemas.microsoft.com/office/drawing/2014/main" id="{33DF1C32-CC2B-8FE2-58B7-9FECECD12DEA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6" name="直接连接符 43015">
                <a:extLst>
                  <a:ext uri="{FF2B5EF4-FFF2-40B4-BE49-F238E27FC236}">
                    <a16:creationId xmlns:a16="http://schemas.microsoft.com/office/drawing/2014/main" id="{5577B913-8F6C-65BF-17F5-1B4681104176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7" name="直接连接符 43016">
                <a:extLst>
                  <a:ext uri="{FF2B5EF4-FFF2-40B4-BE49-F238E27FC236}">
                    <a16:creationId xmlns:a16="http://schemas.microsoft.com/office/drawing/2014/main" id="{91ECA46C-8823-5DFB-B611-5F8F7E506415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8" name="直接连接符 43017">
                <a:extLst>
                  <a:ext uri="{FF2B5EF4-FFF2-40B4-BE49-F238E27FC236}">
                    <a16:creationId xmlns:a16="http://schemas.microsoft.com/office/drawing/2014/main" id="{E13D0051-1160-A7D7-1D77-4A576448FF77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9" name="直接连接符 43018">
                <a:extLst>
                  <a:ext uri="{FF2B5EF4-FFF2-40B4-BE49-F238E27FC236}">
                    <a16:creationId xmlns:a16="http://schemas.microsoft.com/office/drawing/2014/main" id="{29A5CF6F-012B-D47F-763A-46B8AFF15861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0" name="直接连接符 43019">
                <a:extLst>
                  <a:ext uri="{FF2B5EF4-FFF2-40B4-BE49-F238E27FC236}">
                    <a16:creationId xmlns:a16="http://schemas.microsoft.com/office/drawing/2014/main" id="{FADDE2FD-696E-7E06-4304-CA1E220E7F5D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1" name="直接连接符 43020">
                <a:extLst>
                  <a:ext uri="{FF2B5EF4-FFF2-40B4-BE49-F238E27FC236}">
                    <a16:creationId xmlns:a16="http://schemas.microsoft.com/office/drawing/2014/main" id="{D762C7E4-7B7B-9E93-E8CA-6735CF08491A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2" name="直接连接符 43021">
                <a:extLst>
                  <a:ext uri="{FF2B5EF4-FFF2-40B4-BE49-F238E27FC236}">
                    <a16:creationId xmlns:a16="http://schemas.microsoft.com/office/drawing/2014/main" id="{AFF2F918-F37B-1D7C-3BD0-5F328BC8BEE2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3" name="直接连接符 43022">
                <a:extLst>
                  <a:ext uri="{FF2B5EF4-FFF2-40B4-BE49-F238E27FC236}">
                    <a16:creationId xmlns:a16="http://schemas.microsoft.com/office/drawing/2014/main" id="{C5CE6424-E580-65AF-6C1C-C5EE5412FE5C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4" name="直接连接符 43023">
                <a:extLst>
                  <a:ext uri="{FF2B5EF4-FFF2-40B4-BE49-F238E27FC236}">
                    <a16:creationId xmlns:a16="http://schemas.microsoft.com/office/drawing/2014/main" id="{0E39E5DB-DD6B-84AE-5028-B2765D40BEAF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5" name="直接连接符 43024">
                <a:extLst>
                  <a:ext uri="{FF2B5EF4-FFF2-40B4-BE49-F238E27FC236}">
                    <a16:creationId xmlns:a16="http://schemas.microsoft.com/office/drawing/2014/main" id="{02EB3B3D-6FAF-D0F1-EB1E-501CD33B4E66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6" name="直接连接符 43025">
                <a:extLst>
                  <a:ext uri="{FF2B5EF4-FFF2-40B4-BE49-F238E27FC236}">
                    <a16:creationId xmlns:a16="http://schemas.microsoft.com/office/drawing/2014/main" id="{9DB1D5DE-C066-952D-06DB-DEB58B57D4F4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7" name="直接连接符 43026">
                <a:extLst>
                  <a:ext uri="{FF2B5EF4-FFF2-40B4-BE49-F238E27FC236}">
                    <a16:creationId xmlns:a16="http://schemas.microsoft.com/office/drawing/2014/main" id="{D37FF3C3-3A9E-D542-BDB2-8F5A0419A0D2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8" name="直接连接符 43027">
                <a:extLst>
                  <a:ext uri="{FF2B5EF4-FFF2-40B4-BE49-F238E27FC236}">
                    <a16:creationId xmlns:a16="http://schemas.microsoft.com/office/drawing/2014/main" id="{423ACA7A-DA36-150C-CD89-9C23678BA2BC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9" name="直接连接符 43028">
                <a:extLst>
                  <a:ext uri="{FF2B5EF4-FFF2-40B4-BE49-F238E27FC236}">
                    <a16:creationId xmlns:a16="http://schemas.microsoft.com/office/drawing/2014/main" id="{998F5713-3006-F8F2-A5D2-2C1F08A7207B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0" name="直接连接符 43029">
                <a:extLst>
                  <a:ext uri="{FF2B5EF4-FFF2-40B4-BE49-F238E27FC236}">
                    <a16:creationId xmlns:a16="http://schemas.microsoft.com/office/drawing/2014/main" id="{C759E9DA-39EE-C16E-8697-ED05B33934A2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1" name="直接连接符 43030">
                <a:extLst>
                  <a:ext uri="{FF2B5EF4-FFF2-40B4-BE49-F238E27FC236}">
                    <a16:creationId xmlns:a16="http://schemas.microsoft.com/office/drawing/2014/main" id="{4944429A-429C-AB50-57A2-73E634381751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2" name="直接连接符 43031">
                <a:extLst>
                  <a:ext uri="{FF2B5EF4-FFF2-40B4-BE49-F238E27FC236}">
                    <a16:creationId xmlns:a16="http://schemas.microsoft.com/office/drawing/2014/main" id="{8A5F0BB2-44F2-5CD5-18D3-0E9A55CF3C6D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3" name="直接连接符 43032">
                <a:extLst>
                  <a:ext uri="{FF2B5EF4-FFF2-40B4-BE49-F238E27FC236}">
                    <a16:creationId xmlns:a16="http://schemas.microsoft.com/office/drawing/2014/main" id="{54DCCF9D-EFB5-FFF6-E9AF-6EEB12A5A16B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4" name="直接连接符 43033">
                <a:extLst>
                  <a:ext uri="{FF2B5EF4-FFF2-40B4-BE49-F238E27FC236}">
                    <a16:creationId xmlns:a16="http://schemas.microsoft.com/office/drawing/2014/main" id="{8B94CC62-72F9-D0D3-977E-692D2536042C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5" name="直接连接符 43034">
                <a:extLst>
                  <a:ext uri="{FF2B5EF4-FFF2-40B4-BE49-F238E27FC236}">
                    <a16:creationId xmlns:a16="http://schemas.microsoft.com/office/drawing/2014/main" id="{C21E0EB9-1484-5E6E-B5DC-FA738AEEF711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6" name="直接连接符 43035">
                <a:extLst>
                  <a:ext uri="{FF2B5EF4-FFF2-40B4-BE49-F238E27FC236}">
                    <a16:creationId xmlns:a16="http://schemas.microsoft.com/office/drawing/2014/main" id="{4192119A-C2DD-6C88-364C-3AB4F917CAF0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7" name="直接连接符 43036">
                <a:extLst>
                  <a:ext uri="{FF2B5EF4-FFF2-40B4-BE49-F238E27FC236}">
                    <a16:creationId xmlns:a16="http://schemas.microsoft.com/office/drawing/2014/main" id="{714C4A97-4B23-43D7-2AF8-39FEB3CFD2F4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8" name="直接连接符 43037">
                <a:extLst>
                  <a:ext uri="{FF2B5EF4-FFF2-40B4-BE49-F238E27FC236}">
                    <a16:creationId xmlns:a16="http://schemas.microsoft.com/office/drawing/2014/main" id="{F6BA0725-10B0-62F0-2336-F549B76874FB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9" name="直接连接符 43038">
                <a:extLst>
                  <a:ext uri="{FF2B5EF4-FFF2-40B4-BE49-F238E27FC236}">
                    <a16:creationId xmlns:a16="http://schemas.microsoft.com/office/drawing/2014/main" id="{57AAB21A-0722-55BF-BDC0-DCC2AE63A9B6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0" name="直接连接符 43039">
                <a:extLst>
                  <a:ext uri="{FF2B5EF4-FFF2-40B4-BE49-F238E27FC236}">
                    <a16:creationId xmlns:a16="http://schemas.microsoft.com/office/drawing/2014/main" id="{7D6B5728-4308-9285-FD5D-3BD80BC9876F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1" name="直接连接符 43040">
                <a:extLst>
                  <a:ext uri="{FF2B5EF4-FFF2-40B4-BE49-F238E27FC236}">
                    <a16:creationId xmlns:a16="http://schemas.microsoft.com/office/drawing/2014/main" id="{2BD1306B-3B5F-619B-8D80-BCC439E00143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2" name="直接连接符 43041">
                <a:extLst>
                  <a:ext uri="{FF2B5EF4-FFF2-40B4-BE49-F238E27FC236}">
                    <a16:creationId xmlns:a16="http://schemas.microsoft.com/office/drawing/2014/main" id="{3CFEAC0E-FF32-A209-E74B-3831955B45C0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3" name="直接连接符 43042">
                <a:extLst>
                  <a:ext uri="{FF2B5EF4-FFF2-40B4-BE49-F238E27FC236}">
                    <a16:creationId xmlns:a16="http://schemas.microsoft.com/office/drawing/2014/main" id="{4E51F154-259C-6B84-F17F-394F0E502554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4" name="直接连接符 43043">
                <a:extLst>
                  <a:ext uri="{FF2B5EF4-FFF2-40B4-BE49-F238E27FC236}">
                    <a16:creationId xmlns:a16="http://schemas.microsoft.com/office/drawing/2014/main" id="{D7102154-C235-9D6D-17FE-E5D9D3789351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5" name="直接连接符 43044">
                <a:extLst>
                  <a:ext uri="{FF2B5EF4-FFF2-40B4-BE49-F238E27FC236}">
                    <a16:creationId xmlns:a16="http://schemas.microsoft.com/office/drawing/2014/main" id="{3B6CEE8E-69A6-AE31-514B-F5D62555E98A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6" name="直接连接符 43045">
                <a:extLst>
                  <a:ext uri="{FF2B5EF4-FFF2-40B4-BE49-F238E27FC236}">
                    <a16:creationId xmlns:a16="http://schemas.microsoft.com/office/drawing/2014/main" id="{3E9AE0E2-C921-97D1-340C-5E24892573BA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7" name="直接连接符 43046">
                <a:extLst>
                  <a:ext uri="{FF2B5EF4-FFF2-40B4-BE49-F238E27FC236}">
                    <a16:creationId xmlns:a16="http://schemas.microsoft.com/office/drawing/2014/main" id="{281287B7-36D4-1C75-63B8-28BD71B2446B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8" name="直接连接符 43047">
                <a:extLst>
                  <a:ext uri="{FF2B5EF4-FFF2-40B4-BE49-F238E27FC236}">
                    <a16:creationId xmlns:a16="http://schemas.microsoft.com/office/drawing/2014/main" id="{DBEC7856-C3FB-4E87-56EC-F4E27E99A8B7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9" name="直接连接符 43048">
                <a:extLst>
                  <a:ext uri="{FF2B5EF4-FFF2-40B4-BE49-F238E27FC236}">
                    <a16:creationId xmlns:a16="http://schemas.microsoft.com/office/drawing/2014/main" id="{64CC049A-B1B0-C62E-7184-137A735DF66B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0" name="直接连接符 43049">
                <a:extLst>
                  <a:ext uri="{FF2B5EF4-FFF2-40B4-BE49-F238E27FC236}">
                    <a16:creationId xmlns:a16="http://schemas.microsoft.com/office/drawing/2014/main" id="{FEAE598E-3947-C27E-F74A-E22114B73113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1" name="直接连接符 43050">
                <a:extLst>
                  <a:ext uri="{FF2B5EF4-FFF2-40B4-BE49-F238E27FC236}">
                    <a16:creationId xmlns:a16="http://schemas.microsoft.com/office/drawing/2014/main" id="{8A74602A-840E-796E-CF6E-33EE0ACC9DE9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2" name="直接连接符 43051">
                <a:extLst>
                  <a:ext uri="{FF2B5EF4-FFF2-40B4-BE49-F238E27FC236}">
                    <a16:creationId xmlns:a16="http://schemas.microsoft.com/office/drawing/2014/main" id="{B6D5A12A-403C-90AE-08E9-995DB4388E81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3" name="直接连接符 43052">
                <a:extLst>
                  <a:ext uri="{FF2B5EF4-FFF2-40B4-BE49-F238E27FC236}">
                    <a16:creationId xmlns:a16="http://schemas.microsoft.com/office/drawing/2014/main" id="{F11664EF-7901-9057-D91D-206FAACE2638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4" name="直接连接符 43053">
                <a:extLst>
                  <a:ext uri="{FF2B5EF4-FFF2-40B4-BE49-F238E27FC236}">
                    <a16:creationId xmlns:a16="http://schemas.microsoft.com/office/drawing/2014/main" id="{780DA95F-9956-9F1C-162B-36CF74641A3D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5" name="直接连接符 43054">
                <a:extLst>
                  <a:ext uri="{FF2B5EF4-FFF2-40B4-BE49-F238E27FC236}">
                    <a16:creationId xmlns:a16="http://schemas.microsoft.com/office/drawing/2014/main" id="{A6A6883F-E193-93D0-91FF-609BD435BB72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6" name="直接连接符 43055">
                <a:extLst>
                  <a:ext uri="{FF2B5EF4-FFF2-40B4-BE49-F238E27FC236}">
                    <a16:creationId xmlns:a16="http://schemas.microsoft.com/office/drawing/2014/main" id="{479C7A3A-DB19-1A02-96BB-FB52964B52C5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7" name="直接连接符 43056">
                <a:extLst>
                  <a:ext uri="{FF2B5EF4-FFF2-40B4-BE49-F238E27FC236}">
                    <a16:creationId xmlns:a16="http://schemas.microsoft.com/office/drawing/2014/main" id="{8AEC975E-1826-C2B0-C47F-088C3DFF414E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8" name="直接连接符 43057">
                <a:extLst>
                  <a:ext uri="{FF2B5EF4-FFF2-40B4-BE49-F238E27FC236}">
                    <a16:creationId xmlns:a16="http://schemas.microsoft.com/office/drawing/2014/main" id="{93AD7FED-22B0-E771-E7A0-5077AC10BA53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9" name="直接连接符 43058">
                <a:extLst>
                  <a:ext uri="{FF2B5EF4-FFF2-40B4-BE49-F238E27FC236}">
                    <a16:creationId xmlns:a16="http://schemas.microsoft.com/office/drawing/2014/main" id="{FE98EC2C-8D40-62E3-1A23-849F5EE4C325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0" name="直接连接符 43059">
                <a:extLst>
                  <a:ext uri="{FF2B5EF4-FFF2-40B4-BE49-F238E27FC236}">
                    <a16:creationId xmlns:a16="http://schemas.microsoft.com/office/drawing/2014/main" id="{5123DB4E-3045-E69D-00BD-E489643A7F7D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1" name="直接连接符 43060">
                <a:extLst>
                  <a:ext uri="{FF2B5EF4-FFF2-40B4-BE49-F238E27FC236}">
                    <a16:creationId xmlns:a16="http://schemas.microsoft.com/office/drawing/2014/main" id="{C4747CB2-299A-267F-671C-F43E16A2D513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2" name="直接连接符 43061">
                <a:extLst>
                  <a:ext uri="{FF2B5EF4-FFF2-40B4-BE49-F238E27FC236}">
                    <a16:creationId xmlns:a16="http://schemas.microsoft.com/office/drawing/2014/main" id="{527BF391-0447-B180-8487-C4F0B3578C70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3" name="直接连接符 43062">
                <a:extLst>
                  <a:ext uri="{FF2B5EF4-FFF2-40B4-BE49-F238E27FC236}">
                    <a16:creationId xmlns:a16="http://schemas.microsoft.com/office/drawing/2014/main" id="{77725678-773B-0E2C-0973-01436CEDD46A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4" name="直接连接符 43063">
                <a:extLst>
                  <a:ext uri="{FF2B5EF4-FFF2-40B4-BE49-F238E27FC236}">
                    <a16:creationId xmlns:a16="http://schemas.microsoft.com/office/drawing/2014/main" id="{32C67A4A-0F73-D9B2-7676-42D9D457F0AF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5" name="直接连接符 43064">
                <a:extLst>
                  <a:ext uri="{FF2B5EF4-FFF2-40B4-BE49-F238E27FC236}">
                    <a16:creationId xmlns:a16="http://schemas.microsoft.com/office/drawing/2014/main" id="{73A7CAEF-46F7-9669-81F2-8E172CA71C0E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6" name="直接连接符 43065">
                <a:extLst>
                  <a:ext uri="{FF2B5EF4-FFF2-40B4-BE49-F238E27FC236}">
                    <a16:creationId xmlns:a16="http://schemas.microsoft.com/office/drawing/2014/main" id="{6680EC9D-1BC4-55CD-6930-1B1F4A8B4AEF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7" name="直接连接符 43066">
                <a:extLst>
                  <a:ext uri="{FF2B5EF4-FFF2-40B4-BE49-F238E27FC236}">
                    <a16:creationId xmlns:a16="http://schemas.microsoft.com/office/drawing/2014/main" id="{E765AD26-7A0B-C1ED-8599-591280AFB440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8" name="直接连接符 43067">
                <a:extLst>
                  <a:ext uri="{FF2B5EF4-FFF2-40B4-BE49-F238E27FC236}">
                    <a16:creationId xmlns:a16="http://schemas.microsoft.com/office/drawing/2014/main" id="{33C2DDFB-3877-2536-FC7E-1E301A085CB3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9" name="直接连接符 43068">
                <a:extLst>
                  <a:ext uri="{FF2B5EF4-FFF2-40B4-BE49-F238E27FC236}">
                    <a16:creationId xmlns:a16="http://schemas.microsoft.com/office/drawing/2014/main" id="{0258BCB4-453F-E9CC-9318-6DC1C85015A5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0" name="直接连接符 43069">
                <a:extLst>
                  <a:ext uri="{FF2B5EF4-FFF2-40B4-BE49-F238E27FC236}">
                    <a16:creationId xmlns:a16="http://schemas.microsoft.com/office/drawing/2014/main" id="{9B6D8D7A-661B-6F7C-597E-F6556ADD4B50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1" name="直接连接符 43070">
                <a:extLst>
                  <a:ext uri="{FF2B5EF4-FFF2-40B4-BE49-F238E27FC236}">
                    <a16:creationId xmlns:a16="http://schemas.microsoft.com/office/drawing/2014/main" id="{9F52B98D-75CD-592F-D545-22FBFC77D058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2" name="直接连接符 43071">
                <a:extLst>
                  <a:ext uri="{FF2B5EF4-FFF2-40B4-BE49-F238E27FC236}">
                    <a16:creationId xmlns:a16="http://schemas.microsoft.com/office/drawing/2014/main" id="{D5E8CE5F-A0AF-59E7-F385-D5F73CFE9A0F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3" name="直接连接符 43072">
                <a:extLst>
                  <a:ext uri="{FF2B5EF4-FFF2-40B4-BE49-F238E27FC236}">
                    <a16:creationId xmlns:a16="http://schemas.microsoft.com/office/drawing/2014/main" id="{D0DE2D71-3AEB-E349-B2B0-BDFDD54AE89A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4" name="直接连接符 43073">
                <a:extLst>
                  <a:ext uri="{FF2B5EF4-FFF2-40B4-BE49-F238E27FC236}">
                    <a16:creationId xmlns:a16="http://schemas.microsoft.com/office/drawing/2014/main" id="{674825EA-682B-48BC-F42D-147E61742B37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5" name="直接连接符 43074">
                <a:extLst>
                  <a:ext uri="{FF2B5EF4-FFF2-40B4-BE49-F238E27FC236}">
                    <a16:creationId xmlns:a16="http://schemas.microsoft.com/office/drawing/2014/main" id="{D76AB54C-20CC-5039-7F2F-6C2A1F828C64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6" name="直接连接符 43075">
                <a:extLst>
                  <a:ext uri="{FF2B5EF4-FFF2-40B4-BE49-F238E27FC236}">
                    <a16:creationId xmlns:a16="http://schemas.microsoft.com/office/drawing/2014/main" id="{A64E0265-3D4C-512B-C8BF-E26942A9B0BA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7" name="直接连接符 43076">
                <a:extLst>
                  <a:ext uri="{FF2B5EF4-FFF2-40B4-BE49-F238E27FC236}">
                    <a16:creationId xmlns:a16="http://schemas.microsoft.com/office/drawing/2014/main" id="{5993FB9F-4A42-698D-1DEE-5D0319A48D51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8" name="直接连接符 43077">
                <a:extLst>
                  <a:ext uri="{FF2B5EF4-FFF2-40B4-BE49-F238E27FC236}">
                    <a16:creationId xmlns:a16="http://schemas.microsoft.com/office/drawing/2014/main" id="{8E0A6DB3-E424-4FDA-FC4A-FB4F53F693FA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9" name="直接连接符 43078">
                <a:extLst>
                  <a:ext uri="{FF2B5EF4-FFF2-40B4-BE49-F238E27FC236}">
                    <a16:creationId xmlns:a16="http://schemas.microsoft.com/office/drawing/2014/main" id="{6675E9EB-0E01-0A17-FE6B-78F5F094834B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80" name="直接连接符 43079">
                <a:extLst>
                  <a:ext uri="{FF2B5EF4-FFF2-40B4-BE49-F238E27FC236}">
                    <a16:creationId xmlns:a16="http://schemas.microsoft.com/office/drawing/2014/main" id="{55E77E98-68B2-3953-A9E7-591DB29DF184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81" name="直接连接符 43080">
                <a:extLst>
                  <a:ext uri="{FF2B5EF4-FFF2-40B4-BE49-F238E27FC236}">
                    <a16:creationId xmlns:a16="http://schemas.microsoft.com/office/drawing/2014/main" id="{B71AD078-7513-77D4-925C-B5A557F9285F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36468CE-1D79-7E97-C9A2-9A5BF2E7C04E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6910FDF3-9F0D-D059-2235-CE48A9564BB2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8369032E-93DE-E998-82E6-112A05E5E6BC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3B641049-8055-FEB5-4A44-09FD0F5D2867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0CA743B4-565F-2B3E-1FAF-5BC2AA3CB68B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B4A629F5-4710-5052-06E6-B8E737C784CB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F8316BE9-CB74-BA4C-8B6B-CC5576DE7F05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F5FF6844-4CB5-4428-C9B3-AC2B7B416E52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6DD583EB-F475-2A03-C637-8C926DCD0624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FC6BCA7-B934-B778-59A8-BDC12213C8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  <p:sp>
        <p:nvSpPr>
          <p:cNvPr id="43012" name="文本框 43011">
            <a:extLst>
              <a:ext uri="{FF2B5EF4-FFF2-40B4-BE49-F238E27FC236}">
                <a16:creationId xmlns:a16="http://schemas.microsoft.com/office/drawing/2014/main" id="{14943E69-9379-5980-87A0-CB2320A10D66}"/>
              </a:ext>
            </a:extLst>
          </p:cNvPr>
          <p:cNvSpPr txBox="1"/>
          <p:nvPr/>
        </p:nvSpPr>
        <p:spPr>
          <a:xfrm>
            <a:off x="3059832" y="8147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4">
                  <a:lumMod val="75000"/>
                </a:schemeClr>
              </a:buClr>
              <a:buFont typeface="+mj-ea"/>
              <a:buAutoNum type="circleNumDbPlain" startAt="2"/>
            </a:pPr>
            <a:r>
              <a:rPr lang="en-US" altLang="zh-CN" sz="1800" b="1" dirty="0"/>
              <a:t>G</a:t>
            </a:r>
            <a:r>
              <a:rPr lang="zh-CN" altLang="en-US" sz="1800" b="1" dirty="0"/>
              <a:t>中有一条边与同一层的两个结点相交。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71202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>
            <a:extLst>
              <a:ext uri="{FF2B5EF4-FFF2-40B4-BE49-F238E27FC236}">
                <a16:creationId xmlns:a16="http://schemas.microsoft.com/office/drawing/2014/main" id="{0FB8A46B-EBEF-4EAC-A99F-4CF64C63E1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70435"/>
            <a:ext cx="7793038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二部图性质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0C24C4EA-0F74-4CB1-8E40-E149FCC446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结论：图</a:t>
            </a:r>
            <a:r>
              <a:rPr lang="en-US" altLang="zh-CN" sz="2800" dirty="0"/>
              <a:t>G</a:t>
            </a:r>
            <a:r>
              <a:rPr lang="zh-CN" altLang="en-US" sz="2800" dirty="0"/>
              <a:t>是二部图</a:t>
            </a:r>
            <a:r>
              <a:rPr lang="zh-CN" altLang="en-US" sz="2800" b="1" dirty="0"/>
              <a:t>当且仅当</a:t>
            </a:r>
            <a:r>
              <a:rPr lang="zh-CN" altLang="en-US" sz="2800" dirty="0"/>
              <a:t>图中没有奇圈。</a:t>
            </a:r>
          </a:p>
        </p:txBody>
      </p:sp>
      <p:sp>
        <p:nvSpPr>
          <p:cNvPr id="44034" name="灯片编号占位符 5">
            <a:extLst>
              <a:ext uri="{FF2B5EF4-FFF2-40B4-BE49-F238E27FC236}">
                <a16:creationId xmlns:a16="http://schemas.microsoft.com/office/drawing/2014/main" id="{5156FD66-1405-4872-80A3-0C9C23EF0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DCCC98-8AF8-4CC3-A8D9-DC67AC2FD670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kumimoji="0" lang="en-US" altLang="zh-CN" sz="1400"/>
          </a:p>
        </p:txBody>
      </p:sp>
      <p:pic>
        <p:nvPicPr>
          <p:cNvPr id="44037" name="Picture 4">
            <a:extLst>
              <a:ext uri="{FF2B5EF4-FFF2-40B4-BE49-F238E27FC236}">
                <a16:creationId xmlns:a16="http://schemas.microsoft.com/office/drawing/2014/main" id="{A2D05004-EF49-4254-B972-2EE3E411A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124202"/>
            <a:ext cx="7086600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6DFFFEF-BE0F-947A-FD1D-647947AEB4BD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EDDABE8-4A9C-965B-7F6B-53ECC7C66A3B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A330131-B713-2C18-713D-7327CF3E57DF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2B3FFB6-2E55-CB0E-D9DB-8D910149C1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894BF6A9-8E7A-1793-CE77-E44975B52F80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526FA39-3918-3933-4D03-EE2A58EC1434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E156F9A-8396-7C12-7D58-39A4CE99E896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7EBC67BE-F686-E232-8997-87110DC52613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C1D0D623-E081-0CC2-5419-A0FB7F9EBA81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E2A131FF-8F7F-04B8-368A-ED57037DD7E5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A3A04478-EA7E-4B3F-5CC9-F38695EC1662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8E2EC5EB-89B3-6E8F-B476-5D96C6F6F8CB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10291DD2-AAE9-4C4A-EB50-C50D075F0F29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BE71030-2130-F288-8DCA-D1D8971E3C33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15C7FA38-225F-9A83-D7E0-27CD23029C9F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3D2553FF-883E-3178-2E87-E08A4CA9CFAE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E4D4944E-D459-224B-F454-7BD739147F8C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ADB3BAE6-C9FF-5315-97C8-5B175961DA8D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8FB4DB90-B115-97E7-9832-5E4ABEF4762F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3E86008B-57EE-1C0A-0299-0EF4DEC03E13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A29DF5D3-C65A-EC7F-1E09-F3B4F0ABE9CA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EC0C07AD-BE3D-B51D-F39E-94FA35F55506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EFA45B40-AABB-AA32-E6E8-B6539432641F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6F368FD4-C53C-C8A9-9EE4-AF4B2167504A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51D3DA70-0F1A-C98E-B068-FB2D35BA1DDD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7AF618A4-704A-F17C-D3E7-BA3534BDB39F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F6AEA831-5041-F015-A4AF-AA563E7C0E36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6BFB7E29-EF68-D12D-3F45-D7C3C15FCF95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BC853C35-039D-A85C-671B-3EC86DCFE542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E28B8C5F-6772-06C5-11EC-6B8F79E6D1E6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7B3C9CBA-22EC-2E00-E819-2BE4B52274E9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B1626962-A313-BA40-A932-DDC29E6D7013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00FB4CD0-09E7-54F7-7877-8AF666F468E7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E9B29B6D-21B3-541E-B7FD-035389876B7C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0D1A2618-507A-CFD3-BAEF-D85E440ACCCA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14ABD4B6-AF3E-C5CE-F015-3853E0BDA18E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8D0D645E-C76E-3149-9C84-AC26E206A5B9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69E85DE4-C680-90CB-0BBB-58A43C72C4AB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8C6C8FF9-529D-C00A-050C-1D01B9A9F3C5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D6C41EE4-DE28-E071-9E73-CE054B5F427D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89CB3808-8126-F616-9CF4-DCD4843C4A6C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B8041F3C-8303-16E7-45DD-CE7668DD46EE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2148F32C-847B-10E8-02A6-0E88C11730FF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4113973E-627B-5E92-5104-55DA227D9C13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BBF57D56-AD2A-C7D3-7FD2-EFD7073B49E5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BF96935E-4192-2051-0B96-4844FA7B595A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EDC42BB2-8133-D195-AEE1-80C8BDA9CFE8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50D239AA-F9E2-B0CF-9EFB-D764D54000E0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AABFCB27-9A47-89D7-53C7-E2C3440864E8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3A4C785B-AEB4-2854-9122-B2894BDF5718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AB19A698-120E-363E-26AD-41173DD249A1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7BF26985-1616-B7A2-77AF-ACDFA1AAF6F0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32" name="直接连接符 44031">
                <a:extLst>
                  <a:ext uri="{FF2B5EF4-FFF2-40B4-BE49-F238E27FC236}">
                    <a16:creationId xmlns:a16="http://schemas.microsoft.com/office/drawing/2014/main" id="{DE01B1E6-4EF3-D387-FFC5-D841F06FCF92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33" name="直接连接符 44032">
                <a:extLst>
                  <a:ext uri="{FF2B5EF4-FFF2-40B4-BE49-F238E27FC236}">
                    <a16:creationId xmlns:a16="http://schemas.microsoft.com/office/drawing/2014/main" id="{1C54853F-5E32-A428-3B7C-7652857CFD3E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38" name="直接连接符 44037">
                <a:extLst>
                  <a:ext uri="{FF2B5EF4-FFF2-40B4-BE49-F238E27FC236}">
                    <a16:creationId xmlns:a16="http://schemas.microsoft.com/office/drawing/2014/main" id="{0F24DE37-E74E-D9CE-4088-705550F357EA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39" name="直接连接符 44038">
                <a:extLst>
                  <a:ext uri="{FF2B5EF4-FFF2-40B4-BE49-F238E27FC236}">
                    <a16:creationId xmlns:a16="http://schemas.microsoft.com/office/drawing/2014/main" id="{8D785267-DC70-0B34-CD8B-1B4AF7F4A26A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0" name="直接连接符 44039">
                <a:extLst>
                  <a:ext uri="{FF2B5EF4-FFF2-40B4-BE49-F238E27FC236}">
                    <a16:creationId xmlns:a16="http://schemas.microsoft.com/office/drawing/2014/main" id="{A26B7DEE-6373-9612-C5C5-6D9D4E3EB73E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1" name="直接连接符 44040">
                <a:extLst>
                  <a:ext uri="{FF2B5EF4-FFF2-40B4-BE49-F238E27FC236}">
                    <a16:creationId xmlns:a16="http://schemas.microsoft.com/office/drawing/2014/main" id="{39ED23A7-C18A-F215-34E1-6F07820BF2B6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2" name="直接连接符 44041">
                <a:extLst>
                  <a:ext uri="{FF2B5EF4-FFF2-40B4-BE49-F238E27FC236}">
                    <a16:creationId xmlns:a16="http://schemas.microsoft.com/office/drawing/2014/main" id="{20AC50BE-3D70-42A1-7591-D304A6190E79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3" name="直接连接符 44042">
                <a:extLst>
                  <a:ext uri="{FF2B5EF4-FFF2-40B4-BE49-F238E27FC236}">
                    <a16:creationId xmlns:a16="http://schemas.microsoft.com/office/drawing/2014/main" id="{2CCBF271-35D5-8EEF-AB53-0E3670A86B93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4" name="直接连接符 44043">
                <a:extLst>
                  <a:ext uri="{FF2B5EF4-FFF2-40B4-BE49-F238E27FC236}">
                    <a16:creationId xmlns:a16="http://schemas.microsoft.com/office/drawing/2014/main" id="{05CB1B8D-EFEC-754B-60C0-430DE4E739C6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5" name="直接连接符 44044">
                <a:extLst>
                  <a:ext uri="{FF2B5EF4-FFF2-40B4-BE49-F238E27FC236}">
                    <a16:creationId xmlns:a16="http://schemas.microsoft.com/office/drawing/2014/main" id="{F6AA5C50-3C1C-D320-AF11-6716070185F8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6" name="直接连接符 44045">
                <a:extLst>
                  <a:ext uri="{FF2B5EF4-FFF2-40B4-BE49-F238E27FC236}">
                    <a16:creationId xmlns:a16="http://schemas.microsoft.com/office/drawing/2014/main" id="{78EC11F6-DFBB-3A71-6D98-D5B8ACD75ACD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7" name="直接连接符 44046">
                <a:extLst>
                  <a:ext uri="{FF2B5EF4-FFF2-40B4-BE49-F238E27FC236}">
                    <a16:creationId xmlns:a16="http://schemas.microsoft.com/office/drawing/2014/main" id="{9A3F21C8-287F-83A4-4E41-5FDA20700CD9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8" name="直接连接符 44047">
                <a:extLst>
                  <a:ext uri="{FF2B5EF4-FFF2-40B4-BE49-F238E27FC236}">
                    <a16:creationId xmlns:a16="http://schemas.microsoft.com/office/drawing/2014/main" id="{6F07CB37-8FE0-C535-5168-5421B74B315A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9" name="直接连接符 44048">
                <a:extLst>
                  <a:ext uri="{FF2B5EF4-FFF2-40B4-BE49-F238E27FC236}">
                    <a16:creationId xmlns:a16="http://schemas.microsoft.com/office/drawing/2014/main" id="{A3D6F96D-AA8D-EBB6-E688-90BC257FC226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0" name="直接连接符 44049">
                <a:extLst>
                  <a:ext uri="{FF2B5EF4-FFF2-40B4-BE49-F238E27FC236}">
                    <a16:creationId xmlns:a16="http://schemas.microsoft.com/office/drawing/2014/main" id="{D5BF1320-321A-E2FB-6FE8-EAEBFFCEA6AC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1" name="直接连接符 44050">
                <a:extLst>
                  <a:ext uri="{FF2B5EF4-FFF2-40B4-BE49-F238E27FC236}">
                    <a16:creationId xmlns:a16="http://schemas.microsoft.com/office/drawing/2014/main" id="{33065A7E-3E17-526E-AA41-5CF109C4A4BD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2" name="直接连接符 44051">
                <a:extLst>
                  <a:ext uri="{FF2B5EF4-FFF2-40B4-BE49-F238E27FC236}">
                    <a16:creationId xmlns:a16="http://schemas.microsoft.com/office/drawing/2014/main" id="{4F5AFD9D-AE91-5105-3B78-CC9C264835D5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3" name="直接连接符 44052">
                <a:extLst>
                  <a:ext uri="{FF2B5EF4-FFF2-40B4-BE49-F238E27FC236}">
                    <a16:creationId xmlns:a16="http://schemas.microsoft.com/office/drawing/2014/main" id="{B5EADD3D-2540-4166-9BBF-1842EBB32490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4" name="直接连接符 44053">
                <a:extLst>
                  <a:ext uri="{FF2B5EF4-FFF2-40B4-BE49-F238E27FC236}">
                    <a16:creationId xmlns:a16="http://schemas.microsoft.com/office/drawing/2014/main" id="{652177A2-4DBF-E162-7F70-A18A299D1D7C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5" name="直接连接符 44054">
                <a:extLst>
                  <a:ext uri="{FF2B5EF4-FFF2-40B4-BE49-F238E27FC236}">
                    <a16:creationId xmlns:a16="http://schemas.microsoft.com/office/drawing/2014/main" id="{555CFEE5-B979-FC20-8FDC-5966BFACA964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6" name="直接连接符 44055">
                <a:extLst>
                  <a:ext uri="{FF2B5EF4-FFF2-40B4-BE49-F238E27FC236}">
                    <a16:creationId xmlns:a16="http://schemas.microsoft.com/office/drawing/2014/main" id="{1D64DAC8-0BFF-8D3D-D93E-AE8E74FC71E9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7" name="直接连接符 44056">
                <a:extLst>
                  <a:ext uri="{FF2B5EF4-FFF2-40B4-BE49-F238E27FC236}">
                    <a16:creationId xmlns:a16="http://schemas.microsoft.com/office/drawing/2014/main" id="{7AD5F676-A5DA-AEA7-1005-7DF5D83DB5D7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8" name="直接连接符 44057">
                <a:extLst>
                  <a:ext uri="{FF2B5EF4-FFF2-40B4-BE49-F238E27FC236}">
                    <a16:creationId xmlns:a16="http://schemas.microsoft.com/office/drawing/2014/main" id="{2519D516-2583-4667-6764-AFE291E0B913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9" name="直接连接符 44058">
                <a:extLst>
                  <a:ext uri="{FF2B5EF4-FFF2-40B4-BE49-F238E27FC236}">
                    <a16:creationId xmlns:a16="http://schemas.microsoft.com/office/drawing/2014/main" id="{4DCF14FC-B2EB-6426-8015-C12FE52EB815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0" name="直接连接符 44059">
                <a:extLst>
                  <a:ext uri="{FF2B5EF4-FFF2-40B4-BE49-F238E27FC236}">
                    <a16:creationId xmlns:a16="http://schemas.microsoft.com/office/drawing/2014/main" id="{700B141A-597E-640C-4DBC-D99EE3E5D395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1" name="直接连接符 44060">
                <a:extLst>
                  <a:ext uri="{FF2B5EF4-FFF2-40B4-BE49-F238E27FC236}">
                    <a16:creationId xmlns:a16="http://schemas.microsoft.com/office/drawing/2014/main" id="{1CEC6720-E506-66A6-AC01-E6F87F5D3DBB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2" name="直接连接符 44061">
                <a:extLst>
                  <a:ext uri="{FF2B5EF4-FFF2-40B4-BE49-F238E27FC236}">
                    <a16:creationId xmlns:a16="http://schemas.microsoft.com/office/drawing/2014/main" id="{87B8E0AC-7336-F701-8E5D-B657A98BE6AC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3" name="直接连接符 44062">
                <a:extLst>
                  <a:ext uri="{FF2B5EF4-FFF2-40B4-BE49-F238E27FC236}">
                    <a16:creationId xmlns:a16="http://schemas.microsoft.com/office/drawing/2014/main" id="{AB6E0306-5F54-89E8-3787-75DD5B7664E1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4" name="直接连接符 44063">
                <a:extLst>
                  <a:ext uri="{FF2B5EF4-FFF2-40B4-BE49-F238E27FC236}">
                    <a16:creationId xmlns:a16="http://schemas.microsoft.com/office/drawing/2014/main" id="{7441E298-656D-D450-22A9-B31E110B651E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5" name="直接连接符 44064">
                <a:extLst>
                  <a:ext uri="{FF2B5EF4-FFF2-40B4-BE49-F238E27FC236}">
                    <a16:creationId xmlns:a16="http://schemas.microsoft.com/office/drawing/2014/main" id="{B5B451F8-7527-D9AC-D449-7E445A635A04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6" name="直接连接符 44065">
                <a:extLst>
                  <a:ext uri="{FF2B5EF4-FFF2-40B4-BE49-F238E27FC236}">
                    <a16:creationId xmlns:a16="http://schemas.microsoft.com/office/drawing/2014/main" id="{DE20B3E1-70DE-A7E9-4D32-235C5DCE5C35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7" name="直接连接符 44066">
                <a:extLst>
                  <a:ext uri="{FF2B5EF4-FFF2-40B4-BE49-F238E27FC236}">
                    <a16:creationId xmlns:a16="http://schemas.microsoft.com/office/drawing/2014/main" id="{80F6DE4E-F9F1-64DA-42D6-D7B7FC1B62FD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8" name="直接连接符 44067">
                <a:extLst>
                  <a:ext uri="{FF2B5EF4-FFF2-40B4-BE49-F238E27FC236}">
                    <a16:creationId xmlns:a16="http://schemas.microsoft.com/office/drawing/2014/main" id="{506DC5FB-DCFB-A51B-EC78-02DAC14E7F74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9" name="直接连接符 44068">
                <a:extLst>
                  <a:ext uri="{FF2B5EF4-FFF2-40B4-BE49-F238E27FC236}">
                    <a16:creationId xmlns:a16="http://schemas.microsoft.com/office/drawing/2014/main" id="{DEDF7166-41E8-41C8-4D6A-29F48939CABF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0" name="直接连接符 44069">
                <a:extLst>
                  <a:ext uri="{FF2B5EF4-FFF2-40B4-BE49-F238E27FC236}">
                    <a16:creationId xmlns:a16="http://schemas.microsoft.com/office/drawing/2014/main" id="{6396B078-6DEA-B490-4765-90638CF927F0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1" name="直接连接符 44070">
                <a:extLst>
                  <a:ext uri="{FF2B5EF4-FFF2-40B4-BE49-F238E27FC236}">
                    <a16:creationId xmlns:a16="http://schemas.microsoft.com/office/drawing/2014/main" id="{EBD09B4F-E64D-D380-710F-1AB3D5FC39AF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2" name="直接连接符 44071">
                <a:extLst>
                  <a:ext uri="{FF2B5EF4-FFF2-40B4-BE49-F238E27FC236}">
                    <a16:creationId xmlns:a16="http://schemas.microsoft.com/office/drawing/2014/main" id="{6DC57133-5F50-C73F-50D4-3673AC7473C0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3" name="直接连接符 44072">
                <a:extLst>
                  <a:ext uri="{FF2B5EF4-FFF2-40B4-BE49-F238E27FC236}">
                    <a16:creationId xmlns:a16="http://schemas.microsoft.com/office/drawing/2014/main" id="{AAA7E79B-8544-1C80-8D9E-989E177121DB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4" name="直接连接符 44073">
                <a:extLst>
                  <a:ext uri="{FF2B5EF4-FFF2-40B4-BE49-F238E27FC236}">
                    <a16:creationId xmlns:a16="http://schemas.microsoft.com/office/drawing/2014/main" id="{6086A9A3-A6DF-4995-38D5-8F7BA14CAF00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5" name="直接连接符 44074">
                <a:extLst>
                  <a:ext uri="{FF2B5EF4-FFF2-40B4-BE49-F238E27FC236}">
                    <a16:creationId xmlns:a16="http://schemas.microsoft.com/office/drawing/2014/main" id="{408CE2EA-527F-EFA1-E40E-A07685D2D193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6" name="直接连接符 44075">
                <a:extLst>
                  <a:ext uri="{FF2B5EF4-FFF2-40B4-BE49-F238E27FC236}">
                    <a16:creationId xmlns:a16="http://schemas.microsoft.com/office/drawing/2014/main" id="{F91F9CC4-BC54-694F-4828-A04D14219237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7" name="直接连接符 44076">
                <a:extLst>
                  <a:ext uri="{FF2B5EF4-FFF2-40B4-BE49-F238E27FC236}">
                    <a16:creationId xmlns:a16="http://schemas.microsoft.com/office/drawing/2014/main" id="{47789D6B-05A1-EFC4-2BB5-778CEE969C96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8" name="直接连接符 44077">
                <a:extLst>
                  <a:ext uri="{FF2B5EF4-FFF2-40B4-BE49-F238E27FC236}">
                    <a16:creationId xmlns:a16="http://schemas.microsoft.com/office/drawing/2014/main" id="{BD7406DF-789C-622A-605C-2A15EFAD5537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9" name="直接连接符 44078">
                <a:extLst>
                  <a:ext uri="{FF2B5EF4-FFF2-40B4-BE49-F238E27FC236}">
                    <a16:creationId xmlns:a16="http://schemas.microsoft.com/office/drawing/2014/main" id="{EC327329-5077-02F6-5681-862D2F4AAEC5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0" name="直接连接符 44079">
                <a:extLst>
                  <a:ext uri="{FF2B5EF4-FFF2-40B4-BE49-F238E27FC236}">
                    <a16:creationId xmlns:a16="http://schemas.microsoft.com/office/drawing/2014/main" id="{8BF78D94-741C-CF71-184B-864F6A382270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1" name="直接连接符 44080">
                <a:extLst>
                  <a:ext uri="{FF2B5EF4-FFF2-40B4-BE49-F238E27FC236}">
                    <a16:creationId xmlns:a16="http://schemas.microsoft.com/office/drawing/2014/main" id="{49AAA7D0-B6B4-3CA3-0D5C-2A6A68F5DC54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2" name="直接连接符 44081">
                <a:extLst>
                  <a:ext uri="{FF2B5EF4-FFF2-40B4-BE49-F238E27FC236}">
                    <a16:creationId xmlns:a16="http://schemas.microsoft.com/office/drawing/2014/main" id="{DDEFF948-3407-3377-A54A-6F1E8F638F9C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3" name="直接连接符 44082">
                <a:extLst>
                  <a:ext uri="{FF2B5EF4-FFF2-40B4-BE49-F238E27FC236}">
                    <a16:creationId xmlns:a16="http://schemas.microsoft.com/office/drawing/2014/main" id="{84B54257-D2C8-E76C-3B1B-0B00E7C5084E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4" name="直接连接符 44083">
                <a:extLst>
                  <a:ext uri="{FF2B5EF4-FFF2-40B4-BE49-F238E27FC236}">
                    <a16:creationId xmlns:a16="http://schemas.microsoft.com/office/drawing/2014/main" id="{71F57F56-57EF-2EFB-2A4C-2A35844F9667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5" name="直接连接符 44084">
                <a:extLst>
                  <a:ext uri="{FF2B5EF4-FFF2-40B4-BE49-F238E27FC236}">
                    <a16:creationId xmlns:a16="http://schemas.microsoft.com/office/drawing/2014/main" id="{11E9C314-A809-6BCF-E72E-B1C72B9D2AC3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6" name="直接连接符 44085">
                <a:extLst>
                  <a:ext uri="{FF2B5EF4-FFF2-40B4-BE49-F238E27FC236}">
                    <a16:creationId xmlns:a16="http://schemas.microsoft.com/office/drawing/2014/main" id="{160AD3B4-589E-8ABD-26F1-98187E427D35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7" name="直接连接符 44086">
                <a:extLst>
                  <a:ext uri="{FF2B5EF4-FFF2-40B4-BE49-F238E27FC236}">
                    <a16:creationId xmlns:a16="http://schemas.microsoft.com/office/drawing/2014/main" id="{B3925C05-F61A-13B4-CD04-7DA3C0BF05BC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8" name="直接连接符 44087">
                <a:extLst>
                  <a:ext uri="{FF2B5EF4-FFF2-40B4-BE49-F238E27FC236}">
                    <a16:creationId xmlns:a16="http://schemas.microsoft.com/office/drawing/2014/main" id="{01D82AB2-1BF9-33EB-AED1-D8B04FD20E67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9" name="直接连接符 44088">
                <a:extLst>
                  <a:ext uri="{FF2B5EF4-FFF2-40B4-BE49-F238E27FC236}">
                    <a16:creationId xmlns:a16="http://schemas.microsoft.com/office/drawing/2014/main" id="{67C63571-8CA7-5D6C-97C0-EED0ABF26C8B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0" name="直接连接符 44089">
                <a:extLst>
                  <a:ext uri="{FF2B5EF4-FFF2-40B4-BE49-F238E27FC236}">
                    <a16:creationId xmlns:a16="http://schemas.microsoft.com/office/drawing/2014/main" id="{A008D820-712C-754B-F443-270AA242A8B3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1" name="直接连接符 44090">
                <a:extLst>
                  <a:ext uri="{FF2B5EF4-FFF2-40B4-BE49-F238E27FC236}">
                    <a16:creationId xmlns:a16="http://schemas.microsoft.com/office/drawing/2014/main" id="{037DFA92-6396-74EE-0484-E7C76EF14BFA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2" name="直接连接符 44091">
                <a:extLst>
                  <a:ext uri="{FF2B5EF4-FFF2-40B4-BE49-F238E27FC236}">
                    <a16:creationId xmlns:a16="http://schemas.microsoft.com/office/drawing/2014/main" id="{70BB1177-DD61-31B0-6159-03B461DC44EC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3" name="直接连接符 44092">
                <a:extLst>
                  <a:ext uri="{FF2B5EF4-FFF2-40B4-BE49-F238E27FC236}">
                    <a16:creationId xmlns:a16="http://schemas.microsoft.com/office/drawing/2014/main" id="{AABAC5E9-6D7A-3FAE-867B-119C7EC287CD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4" name="直接连接符 44093">
                <a:extLst>
                  <a:ext uri="{FF2B5EF4-FFF2-40B4-BE49-F238E27FC236}">
                    <a16:creationId xmlns:a16="http://schemas.microsoft.com/office/drawing/2014/main" id="{DF63C960-419B-113E-BB6A-242295CB61AC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5" name="直接连接符 44094">
                <a:extLst>
                  <a:ext uri="{FF2B5EF4-FFF2-40B4-BE49-F238E27FC236}">
                    <a16:creationId xmlns:a16="http://schemas.microsoft.com/office/drawing/2014/main" id="{C6D53C7D-7ED8-0B1C-E175-23FFE783FFD6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6" name="直接连接符 44095">
                <a:extLst>
                  <a:ext uri="{FF2B5EF4-FFF2-40B4-BE49-F238E27FC236}">
                    <a16:creationId xmlns:a16="http://schemas.microsoft.com/office/drawing/2014/main" id="{FF48743F-4628-D4C7-E1FD-37DDADD929B7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7" name="直接连接符 44096">
                <a:extLst>
                  <a:ext uri="{FF2B5EF4-FFF2-40B4-BE49-F238E27FC236}">
                    <a16:creationId xmlns:a16="http://schemas.microsoft.com/office/drawing/2014/main" id="{DB0C2C96-2D04-4C36-3051-C2B035995171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8" name="直接连接符 44097">
                <a:extLst>
                  <a:ext uri="{FF2B5EF4-FFF2-40B4-BE49-F238E27FC236}">
                    <a16:creationId xmlns:a16="http://schemas.microsoft.com/office/drawing/2014/main" id="{1F5F8B8B-9294-22C4-5E4C-0FE9CD12AC17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9" name="直接连接符 44098">
                <a:extLst>
                  <a:ext uri="{FF2B5EF4-FFF2-40B4-BE49-F238E27FC236}">
                    <a16:creationId xmlns:a16="http://schemas.microsoft.com/office/drawing/2014/main" id="{82E3E9A9-C835-BE6B-5A82-B656D9A7F2DC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00" name="直接连接符 44099">
                <a:extLst>
                  <a:ext uri="{FF2B5EF4-FFF2-40B4-BE49-F238E27FC236}">
                    <a16:creationId xmlns:a16="http://schemas.microsoft.com/office/drawing/2014/main" id="{9AD9CA4D-EB76-673C-6B41-EE2CA606F6EC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01" name="直接连接符 44100">
                <a:extLst>
                  <a:ext uri="{FF2B5EF4-FFF2-40B4-BE49-F238E27FC236}">
                    <a16:creationId xmlns:a16="http://schemas.microsoft.com/office/drawing/2014/main" id="{E522E999-96F3-8509-4238-BD224EB4A002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02" name="直接连接符 44101">
                <a:extLst>
                  <a:ext uri="{FF2B5EF4-FFF2-40B4-BE49-F238E27FC236}">
                    <a16:creationId xmlns:a16="http://schemas.microsoft.com/office/drawing/2014/main" id="{B56E004B-7DFB-352E-140A-F141B52C60AC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03" name="直接连接符 44102">
                <a:extLst>
                  <a:ext uri="{FF2B5EF4-FFF2-40B4-BE49-F238E27FC236}">
                    <a16:creationId xmlns:a16="http://schemas.microsoft.com/office/drawing/2014/main" id="{6107A8AD-C36C-14E5-0AE0-94BB2C66EEF8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04" name="直接连接符 44103">
                <a:extLst>
                  <a:ext uri="{FF2B5EF4-FFF2-40B4-BE49-F238E27FC236}">
                    <a16:creationId xmlns:a16="http://schemas.microsoft.com/office/drawing/2014/main" id="{2139EFEF-5135-CFC1-1E68-F81DE3EFB7BC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D362A4E-53E2-BD75-0F1C-6BF0FC12D7E0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0A55E472-8401-95EB-3001-3BB78CDB378E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07F0B87B-F702-FF5D-810B-4F9E3624C90C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D52FF309-36CB-5087-0513-A7D9BE69618A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BD2E33E6-841D-C077-5F3E-E08B11073B5A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9CBD4605-C1B2-EF4D-1C22-D1D4163E0544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A819551D-5DA1-1EBA-B7CE-BB97963B004C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62E3D622-B058-DF13-8377-EB2F89565F7B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AB2925CE-AADD-5F5B-4D02-A93490FC0BED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C65CE4B-A40E-8929-E936-97C393CDF5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9A8936FA-CD0A-496F-9095-AD09566B2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3.6 有向无圈图与拓扑排序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6B1986D0-2289-4558-A8E7-C2B4FBB40C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8562" y="1737804"/>
            <a:ext cx="7886700" cy="460798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/>
              <a:t>有向图：</a:t>
            </a:r>
            <a:r>
              <a:rPr lang="zh-CN" altLang="en-US" sz="2800" dirty="0"/>
              <a:t>有向无圈图是一种有向图 </a:t>
            </a:r>
            <a:r>
              <a:rPr lang="en-US" altLang="zh-CN" sz="2800" dirty="0">
                <a:solidFill>
                  <a:schemeClr val="hlink"/>
                </a:solidFill>
              </a:rPr>
              <a:t>DAG</a:t>
            </a:r>
            <a:r>
              <a:rPr lang="en-US" altLang="zh-CN" sz="2800" dirty="0"/>
              <a:t>(Directed Acyclic Graphs):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不存在从某个顶点出发，沿着有向边经过若干个顶点后又回到该顶点的路径，即不存在有向环。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图中的所有有向边都按照一定的方向排列，不会形成一个封闭的回路。</a:t>
            </a:r>
          </a:p>
          <a:p>
            <a:pPr eaLnBrk="1" hangingPunct="1">
              <a:lnSpc>
                <a:spcPct val="150000"/>
              </a:lnSpc>
            </a:pPr>
            <a:endParaRPr lang="en-US" altLang="zh-CN" sz="2800" b="1" dirty="0"/>
          </a:p>
        </p:txBody>
      </p:sp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FA5D35FF-B24A-4876-BF97-261124EF5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7B939A-E384-4FDF-96AB-FB540A6B5796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8D85442-656B-32CD-7E31-7E91DDC1ACF7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BF0454D-8A1E-AB5E-8F58-47F4A3AF89D2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357CD068-AA77-823E-A15B-4F2E313D96F6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AF40908-6C45-C8E4-69E1-B8F8750EAD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8A20AAD-77FD-E361-E468-C362FF4EF98F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196D573-D7D9-3819-1655-AA493F6C1F33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2F3694C-6A2B-AF00-B8DC-A8882C10AC24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5C843169-E716-1B38-0E5E-7D2B8DA53DA6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72AFB078-B2F7-F3EE-E5AB-D152D254F9AE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D6DB0324-9BF2-F300-0DF9-F877D0091CC7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A4F5905E-14B9-8976-BBA1-50080C06C451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F49473D5-9C40-4F23-88A1-58CAEF582ED6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30720DAB-84EB-EE43-1D21-7781531D5DFD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36670344-D702-D09E-535C-7ED38A8ED821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DF720C63-775C-B3F0-5B56-670CAF0DBCAA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D3B37C42-F415-0845-02C1-FC7592599711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894BBA16-ECD6-96BB-245D-9DF7DB54EB0B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1CB479A-B86E-1866-61C0-857C5F974146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1CF96D76-2361-3D31-ABB2-DC0AA2535BC1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F2FB8DA2-6982-4975-962D-B7A48BAF8E49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A3CB648-E185-638C-BA5B-F19C5EAE2F72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52737486-E378-A27B-AC58-E5729986A97A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9D7CA5C9-FA48-4F80-31D9-C91105165B12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D36763FC-9843-F3AB-3B0B-11A8A9EC4410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439E7D5F-50E6-74DD-0C78-4A61C10AD622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D1E45767-7B03-C528-3C2D-75FACBD897A5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E5FC4007-5FAC-B409-5598-E5BBD45440FE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94EBF07A-308C-5A7F-E226-446B326D37A8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9EC2A539-3B9C-C067-89DB-141C45067DDE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C7C10EF4-22B4-C0CF-0042-33295731CAFF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04067FD8-25D8-9393-ECDE-9A22263EDBB6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5FA16D8D-D737-6447-89B6-7257D33EF68B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2B20A379-705A-0F99-B08C-161AABDBEF0D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B36BBDB7-BAC6-9896-4113-8F9625CEB457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8663A9FA-C070-273A-E1DF-FCF0DFC2D5E5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2A32CE00-16BD-1803-F961-6A4EDDF1DFC1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A73A1B52-E9D6-025A-F333-B3DD87DBE6BC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6CB7FC59-A083-A88B-CCF4-15FFB8BE1542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533105A8-B739-B112-4D99-59D01B09A523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382C6373-2261-D03A-4481-BA1B71067A84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4BD49879-AA76-EE28-74B9-38DE8391EFB5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62852321-4190-9EDB-8FEB-92D51AF8C345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2D3A14C2-733F-4856-C2E6-FB4BFA768B62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993FF328-625C-17DB-091A-BF6C056C45F1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4256033B-202D-F428-2C51-A844CF7894D6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B762F7A1-F3DA-D462-52D7-07B3958A4137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71CC24D1-0EA8-D9B9-1EC6-A5DB5532FED6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DAC2343F-EF3B-3FAA-DA18-BB46F58EDD21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7686DF91-7A00-A29B-3A34-B7B515E2FE44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D9BBB062-303B-E5AF-5A2A-B15FB30FB8B7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F43CE3E8-EE34-337B-EEAC-A5A4B76F4560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E271C184-1569-42D2-AA34-6868D8609849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56" name="直接连接符 45055">
                <a:extLst>
                  <a:ext uri="{FF2B5EF4-FFF2-40B4-BE49-F238E27FC236}">
                    <a16:creationId xmlns:a16="http://schemas.microsoft.com/office/drawing/2014/main" id="{4CE0F91B-AFE2-42F4-BA29-7D160C51D081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57" name="直接连接符 45056">
                <a:extLst>
                  <a:ext uri="{FF2B5EF4-FFF2-40B4-BE49-F238E27FC236}">
                    <a16:creationId xmlns:a16="http://schemas.microsoft.com/office/drawing/2014/main" id="{C2CE2AC5-BA8C-98F0-5F8F-EB4A1C0B8CAF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0" name="直接连接符 45059">
                <a:extLst>
                  <a:ext uri="{FF2B5EF4-FFF2-40B4-BE49-F238E27FC236}">
                    <a16:creationId xmlns:a16="http://schemas.microsoft.com/office/drawing/2014/main" id="{3B173295-2A5B-DBC7-8650-E14937320B46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1" name="直接连接符 45060">
                <a:extLst>
                  <a:ext uri="{FF2B5EF4-FFF2-40B4-BE49-F238E27FC236}">
                    <a16:creationId xmlns:a16="http://schemas.microsoft.com/office/drawing/2014/main" id="{D5BF55C4-6DAC-B70F-B6C6-A2F7D267FD3D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2" name="直接连接符 45061">
                <a:extLst>
                  <a:ext uri="{FF2B5EF4-FFF2-40B4-BE49-F238E27FC236}">
                    <a16:creationId xmlns:a16="http://schemas.microsoft.com/office/drawing/2014/main" id="{0B4C46A0-0D3B-8532-0100-358206210FB3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3" name="直接连接符 45062">
                <a:extLst>
                  <a:ext uri="{FF2B5EF4-FFF2-40B4-BE49-F238E27FC236}">
                    <a16:creationId xmlns:a16="http://schemas.microsoft.com/office/drawing/2014/main" id="{3067CB49-1B45-F500-E4DC-C92DF501DA80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4" name="直接连接符 45063">
                <a:extLst>
                  <a:ext uri="{FF2B5EF4-FFF2-40B4-BE49-F238E27FC236}">
                    <a16:creationId xmlns:a16="http://schemas.microsoft.com/office/drawing/2014/main" id="{6033563C-5A0C-24B0-7136-01B62B57A541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5" name="直接连接符 45064">
                <a:extLst>
                  <a:ext uri="{FF2B5EF4-FFF2-40B4-BE49-F238E27FC236}">
                    <a16:creationId xmlns:a16="http://schemas.microsoft.com/office/drawing/2014/main" id="{49A6982D-D4DD-8EFA-C39C-8634E2B576E9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6" name="直接连接符 45065">
                <a:extLst>
                  <a:ext uri="{FF2B5EF4-FFF2-40B4-BE49-F238E27FC236}">
                    <a16:creationId xmlns:a16="http://schemas.microsoft.com/office/drawing/2014/main" id="{3456F656-BDED-6071-E933-C22903FF0A43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7" name="直接连接符 45066">
                <a:extLst>
                  <a:ext uri="{FF2B5EF4-FFF2-40B4-BE49-F238E27FC236}">
                    <a16:creationId xmlns:a16="http://schemas.microsoft.com/office/drawing/2014/main" id="{D2064D98-87D1-3703-9513-D9B49C10176C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8" name="直接连接符 45067">
                <a:extLst>
                  <a:ext uri="{FF2B5EF4-FFF2-40B4-BE49-F238E27FC236}">
                    <a16:creationId xmlns:a16="http://schemas.microsoft.com/office/drawing/2014/main" id="{F04E6233-8C21-7097-BB48-B142178E67B4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9" name="直接连接符 45068">
                <a:extLst>
                  <a:ext uri="{FF2B5EF4-FFF2-40B4-BE49-F238E27FC236}">
                    <a16:creationId xmlns:a16="http://schemas.microsoft.com/office/drawing/2014/main" id="{F20156D0-C617-9F48-BB16-88DEFD2D2BB8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0" name="直接连接符 45069">
                <a:extLst>
                  <a:ext uri="{FF2B5EF4-FFF2-40B4-BE49-F238E27FC236}">
                    <a16:creationId xmlns:a16="http://schemas.microsoft.com/office/drawing/2014/main" id="{E8355BB8-4B66-E522-4123-E700AEF16FEE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1" name="直接连接符 45070">
                <a:extLst>
                  <a:ext uri="{FF2B5EF4-FFF2-40B4-BE49-F238E27FC236}">
                    <a16:creationId xmlns:a16="http://schemas.microsoft.com/office/drawing/2014/main" id="{C58FB7CF-5FE6-41A6-AAE3-0982461A2A5F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2" name="直接连接符 45071">
                <a:extLst>
                  <a:ext uri="{FF2B5EF4-FFF2-40B4-BE49-F238E27FC236}">
                    <a16:creationId xmlns:a16="http://schemas.microsoft.com/office/drawing/2014/main" id="{3D435499-9E02-551E-0756-6064FE375F85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3" name="直接连接符 45072">
                <a:extLst>
                  <a:ext uri="{FF2B5EF4-FFF2-40B4-BE49-F238E27FC236}">
                    <a16:creationId xmlns:a16="http://schemas.microsoft.com/office/drawing/2014/main" id="{64D8FCC8-523C-641B-B663-A3F92C8A30D0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4" name="直接连接符 45073">
                <a:extLst>
                  <a:ext uri="{FF2B5EF4-FFF2-40B4-BE49-F238E27FC236}">
                    <a16:creationId xmlns:a16="http://schemas.microsoft.com/office/drawing/2014/main" id="{C23C4CDF-57A7-9167-B5A3-D42F3058A243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5" name="直接连接符 45074">
                <a:extLst>
                  <a:ext uri="{FF2B5EF4-FFF2-40B4-BE49-F238E27FC236}">
                    <a16:creationId xmlns:a16="http://schemas.microsoft.com/office/drawing/2014/main" id="{7136C0E1-24E8-D06C-4EB1-B5512AFF98FC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6" name="直接连接符 45075">
                <a:extLst>
                  <a:ext uri="{FF2B5EF4-FFF2-40B4-BE49-F238E27FC236}">
                    <a16:creationId xmlns:a16="http://schemas.microsoft.com/office/drawing/2014/main" id="{142540D2-6E2E-EB00-D025-6C6007A082F1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7" name="直接连接符 45076">
                <a:extLst>
                  <a:ext uri="{FF2B5EF4-FFF2-40B4-BE49-F238E27FC236}">
                    <a16:creationId xmlns:a16="http://schemas.microsoft.com/office/drawing/2014/main" id="{0E5CF45B-42E6-FD12-ED57-89AD1545D48D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8" name="直接连接符 45077">
                <a:extLst>
                  <a:ext uri="{FF2B5EF4-FFF2-40B4-BE49-F238E27FC236}">
                    <a16:creationId xmlns:a16="http://schemas.microsoft.com/office/drawing/2014/main" id="{05663B66-D473-A631-3CC1-EC579DEB0362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9" name="直接连接符 45078">
                <a:extLst>
                  <a:ext uri="{FF2B5EF4-FFF2-40B4-BE49-F238E27FC236}">
                    <a16:creationId xmlns:a16="http://schemas.microsoft.com/office/drawing/2014/main" id="{8D816D7C-FE25-8CE3-A44C-E0DA37B8902C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0" name="直接连接符 45079">
                <a:extLst>
                  <a:ext uri="{FF2B5EF4-FFF2-40B4-BE49-F238E27FC236}">
                    <a16:creationId xmlns:a16="http://schemas.microsoft.com/office/drawing/2014/main" id="{42DEA521-9523-3C7B-C2F0-9629E4024F52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1" name="直接连接符 45080">
                <a:extLst>
                  <a:ext uri="{FF2B5EF4-FFF2-40B4-BE49-F238E27FC236}">
                    <a16:creationId xmlns:a16="http://schemas.microsoft.com/office/drawing/2014/main" id="{B93A82FA-D7ED-A6C1-B7B5-8283C6B4E367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2" name="直接连接符 45081">
                <a:extLst>
                  <a:ext uri="{FF2B5EF4-FFF2-40B4-BE49-F238E27FC236}">
                    <a16:creationId xmlns:a16="http://schemas.microsoft.com/office/drawing/2014/main" id="{DEA90D11-3A45-93A2-7EA2-A24DD1AABB4E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3" name="直接连接符 45082">
                <a:extLst>
                  <a:ext uri="{FF2B5EF4-FFF2-40B4-BE49-F238E27FC236}">
                    <a16:creationId xmlns:a16="http://schemas.microsoft.com/office/drawing/2014/main" id="{070E47D9-735A-8836-4D2C-1EB88ADD9AED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4" name="直接连接符 45083">
                <a:extLst>
                  <a:ext uri="{FF2B5EF4-FFF2-40B4-BE49-F238E27FC236}">
                    <a16:creationId xmlns:a16="http://schemas.microsoft.com/office/drawing/2014/main" id="{17854210-80ED-BFE5-21D2-199A3B1DE985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5" name="直接连接符 45084">
                <a:extLst>
                  <a:ext uri="{FF2B5EF4-FFF2-40B4-BE49-F238E27FC236}">
                    <a16:creationId xmlns:a16="http://schemas.microsoft.com/office/drawing/2014/main" id="{1DC11B5A-A512-99A1-727A-FEF6A19549DC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6" name="直接连接符 45085">
                <a:extLst>
                  <a:ext uri="{FF2B5EF4-FFF2-40B4-BE49-F238E27FC236}">
                    <a16:creationId xmlns:a16="http://schemas.microsoft.com/office/drawing/2014/main" id="{E0B9D36B-1993-5601-3D09-E31A41004CB9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7" name="直接连接符 45086">
                <a:extLst>
                  <a:ext uri="{FF2B5EF4-FFF2-40B4-BE49-F238E27FC236}">
                    <a16:creationId xmlns:a16="http://schemas.microsoft.com/office/drawing/2014/main" id="{158BA7E7-08E6-FA1D-F69E-DA19F6D7CB5F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8" name="直接连接符 45087">
                <a:extLst>
                  <a:ext uri="{FF2B5EF4-FFF2-40B4-BE49-F238E27FC236}">
                    <a16:creationId xmlns:a16="http://schemas.microsoft.com/office/drawing/2014/main" id="{21C0FED8-3429-0FB5-B663-9B7CFB20398F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9" name="直接连接符 45088">
                <a:extLst>
                  <a:ext uri="{FF2B5EF4-FFF2-40B4-BE49-F238E27FC236}">
                    <a16:creationId xmlns:a16="http://schemas.microsoft.com/office/drawing/2014/main" id="{C45EB22A-8293-9550-9823-6E5A0AE0627D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0" name="直接连接符 45089">
                <a:extLst>
                  <a:ext uri="{FF2B5EF4-FFF2-40B4-BE49-F238E27FC236}">
                    <a16:creationId xmlns:a16="http://schemas.microsoft.com/office/drawing/2014/main" id="{893C0C22-E286-07C4-7BED-141FA629CA90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1" name="直接连接符 45090">
                <a:extLst>
                  <a:ext uri="{FF2B5EF4-FFF2-40B4-BE49-F238E27FC236}">
                    <a16:creationId xmlns:a16="http://schemas.microsoft.com/office/drawing/2014/main" id="{0102C872-A44D-839B-92FB-D0849EEBF5E2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2" name="直接连接符 45091">
                <a:extLst>
                  <a:ext uri="{FF2B5EF4-FFF2-40B4-BE49-F238E27FC236}">
                    <a16:creationId xmlns:a16="http://schemas.microsoft.com/office/drawing/2014/main" id="{F5D84DA1-E69E-272F-FFFA-80BC914CABD6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3" name="直接连接符 45092">
                <a:extLst>
                  <a:ext uri="{FF2B5EF4-FFF2-40B4-BE49-F238E27FC236}">
                    <a16:creationId xmlns:a16="http://schemas.microsoft.com/office/drawing/2014/main" id="{B5278CE3-02CF-F0BC-FCD9-9881B61277B6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4" name="直接连接符 45093">
                <a:extLst>
                  <a:ext uri="{FF2B5EF4-FFF2-40B4-BE49-F238E27FC236}">
                    <a16:creationId xmlns:a16="http://schemas.microsoft.com/office/drawing/2014/main" id="{E34D4BF6-725F-8319-0FCB-EC348EB40154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5" name="直接连接符 45094">
                <a:extLst>
                  <a:ext uri="{FF2B5EF4-FFF2-40B4-BE49-F238E27FC236}">
                    <a16:creationId xmlns:a16="http://schemas.microsoft.com/office/drawing/2014/main" id="{0C8BC473-9355-B4A7-A181-208DF6E580EF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6" name="直接连接符 45095">
                <a:extLst>
                  <a:ext uri="{FF2B5EF4-FFF2-40B4-BE49-F238E27FC236}">
                    <a16:creationId xmlns:a16="http://schemas.microsoft.com/office/drawing/2014/main" id="{E2114B93-EF49-D75B-C2E0-51EEC895F351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7" name="直接连接符 45096">
                <a:extLst>
                  <a:ext uri="{FF2B5EF4-FFF2-40B4-BE49-F238E27FC236}">
                    <a16:creationId xmlns:a16="http://schemas.microsoft.com/office/drawing/2014/main" id="{21365DE0-09CA-40B3-7BCA-2A630602438A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8" name="直接连接符 45097">
                <a:extLst>
                  <a:ext uri="{FF2B5EF4-FFF2-40B4-BE49-F238E27FC236}">
                    <a16:creationId xmlns:a16="http://schemas.microsoft.com/office/drawing/2014/main" id="{F9499A9B-DEE2-6662-22D0-2A3E7EA020EE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9" name="直接连接符 45098">
                <a:extLst>
                  <a:ext uri="{FF2B5EF4-FFF2-40B4-BE49-F238E27FC236}">
                    <a16:creationId xmlns:a16="http://schemas.microsoft.com/office/drawing/2014/main" id="{DCAFA015-D465-20C3-958F-0FDC5C738D0C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0" name="直接连接符 45099">
                <a:extLst>
                  <a:ext uri="{FF2B5EF4-FFF2-40B4-BE49-F238E27FC236}">
                    <a16:creationId xmlns:a16="http://schemas.microsoft.com/office/drawing/2014/main" id="{5E82241A-9151-B7EB-CDFE-014B8DC137CD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1" name="直接连接符 45100">
                <a:extLst>
                  <a:ext uri="{FF2B5EF4-FFF2-40B4-BE49-F238E27FC236}">
                    <a16:creationId xmlns:a16="http://schemas.microsoft.com/office/drawing/2014/main" id="{22B07B11-CAFF-1E9B-A887-C2353197ADC6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2" name="直接连接符 45101">
                <a:extLst>
                  <a:ext uri="{FF2B5EF4-FFF2-40B4-BE49-F238E27FC236}">
                    <a16:creationId xmlns:a16="http://schemas.microsoft.com/office/drawing/2014/main" id="{6FB0879F-5062-F79A-7E2B-A9139BBF4535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3" name="直接连接符 45102">
                <a:extLst>
                  <a:ext uri="{FF2B5EF4-FFF2-40B4-BE49-F238E27FC236}">
                    <a16:creationId xmlns:a16="http://schemas.microsoft.com/office/drawing/2014/main" id="{1A7D4B67-EF61-7750-2451-B79EFB315098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4" name="直接连接符 45103">
                <a:extLst>
                  <a:ext uri="{FF2B5EF4-FFF2-40B4-BE49-F238E27FC236}">
                    <a16:creationId xmlns:a16="http://schemas.microsoft.com/office/drawing/2014/main" id="{255DEE08-7955-FD99-8D7A-79CCE1E77462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5" name="直接连接符 45104">
                <a:extLst>
                  <a:ext uri="{FF2B5EF4-FFF2-40B4-BE49-F238E27FC236}">
                    <a16:creationId xmlns:a16="http://schemas.microsoft.com/office/drawing/2014/main" id="{897884E6-096A-2071-B864-40F4F4912EB3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6" name="直接连接符 45105">
                <a:extLst>
                  <a:ext uri="{FF2B5EF4-FFF2-40B4-BE49-F238E27FC236}">
                    <a16:creationId xmlns:a16="http://schemas.microsoft.com/office/drawing/2014/main" id="{44FA9CB5-E09A-A607-299E-D64F22C91815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7" name="直接连接符 45106">
                <a:extLst>
                  <a:ext uri="{FF2B5EF4-FFF2-40B4-BE49-F238E27FC236}">
                    <a16:creationId xmlns:a16="http://schemas.microsoft.com/office/drawing/2014/main" id="{210377A9-7038-0886-415B-BB1589F57E18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8" name="直接连接符 45107">
                <a:extLst>
                  <a:ext uri="{FF2B5EF4-FFF2-40B4-BE49-F238E27FC236}">
                    <a16:creationId xmlns:a16="http://schemas.microsoft.com/office/drawing/2014/main" id="{AE5C1154-1658-322F-11AB-05F294072DBA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9" name="直接连接符 45108">
                <a:extLst>
                  <a:ext uri="{FF2B5EF4-FFF2-40B4-BE49-F238E27FC236}">
                    <a16:creationId xmlns:a16="http://schemas.microsoft.com/office/drawing/2014/main" id="{A47C4C8B-3DE8-4F44-5712-CADB6D0B3798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0" name="直接连接符 45109">
                <a:extLst>
                  <a:ext uri="{FF2B5EF4-FFF2-40B4-BE49-F238E27FC236}">
                    <a16:creationId xmlns:a16="http://schemas.microsoft.com/office/drawing/2014/main" id="{80587D41-C97A-3AE6-2559-021D81EAFE8D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1" name="直接连接符 45110">
                <a:extLst>
                  <a:ext uri="{FF2B5EF4-FFF2-40B4-BE49-F238E27FC236}">
                    <a16:creationId xmlns:a16="http://schemas.microsoft.com/office/drawing/2014/main" id="{C1A35932-5C1E-7A24-D41C-F94F22FA6138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2" name="直接连接符 45111">
                <a:extLst>
                  <a:ext uri="{FF2B5EF4-FFF2-40B4-BE49-F238E27FC236}">
                    <a16:creationId xmlns:a16="http://schemas.microsoft.com/office/drawing/2014/main" id="{2B746F72-185E-CF12-BBA3-E0DE98AB70A1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3" name="直接连接符 45112">
                <a:extLst>
                  <a:ext uri="{FF2B5EF4-FFF2-40B4-BE49-F238E27FC236}">
                    <a16:creationId xmlns:a16="http://schemas.microsoft.com/office/drawing/2014/main" id="{F94062E6-F286-1A48-5B35-71361DF29F69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4" name="直接连接符 45113">
                <a:extLst>
                  <a:ext uri="{FF2B5EF4-FFF2-40B4-BE49-F238E27FC236}">
                    <a16:creationId xmlns:a16="http://schemas.microsoft.com/office/drawing/2014/main" id="{A00A8D70-ECD7-A579-4A23-4EF2E1C48028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5" name="直接连接符 45114">
                <a:extLst>
                  <a:ext uri="{FF2B5EF4-FFF2-40B4-BE49-F238E27FC236}">
                    <a16:creationId xmlns:a16="http://schemas.microsoft.com/office/drawing/2014/main" id="{B0B9DCDD-B30A-EB98-A279-199DCE377AD9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6" name="直接连接符 45115">
                <a:extLst>
                  <a:ext uri="{FF2B5EF4-FFF2-40B4-BE49-F238E27FC236}">
                    <a16:creationId xmlns:a16="http://schemas.microsoft.com/office/drawing/2014/main" id="{D53075A7-E219-CA44-6E30-DA2DDA5101D6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7" name="直接连接符 45116">
                <a:extLst>
                  <a:ext uri="{FF2B5EF4-FFF2-40B4-BE49-F238E27FC236}">
                    <a16:creationId xmlns:a16="http://schemas.microsoft.com/office/drawing/2014/main" id="{6B2A7E7C-27B9-B9D6-9DB1-BB5947CBCF65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8" name="直接连接符 45117">
                <a:extLst>
                  <a:ext uri="{FF2B5EF4-FFF2-40B4-BE49-F238E27FC236}">
                    <a16:creationId xmlns:a16="http://schemas.microsoft.com/office/drawing/2014/main" id="{79ED999C-E168-F96A-F087-D0838FCAEA91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9" name="直接连接符 45118">
                <a:extLst>
                  <a:ext uri="{FF2B5EF4-FFF2-40B4-BE49-F238E27FC236}">
                    <a16:creationId xmlns:a16="http://schemas.microsoft.com/office/drawing/2014/main" id="{4C5A4624-2170-A098-586B-1BA91154F1BE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4" name="直接连接符 41983">
                <a:extLst>
                  <a:ext uri="{FF2B5EF4-FFF2-40B4-BE49-F238E27FC236}">
                    <a16:creationId xmlns:a16="http://schemas.microsoft.com/office/drawing/2014/main" id="{37EC1269-6718-516F-0BE7-7CF3C1F47A3C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5" name="直接连接符 41984">
                <a:extLst>
                  <a:ext uri="{FF2B5EF4-FFF2-40B4-BE49-F238E27FC236}">
                    <a16:creationId xmlns:a16="http://schemas.microsoft.com/office/drawing/2014/main" id="{7F370C2A-F5C1-A3E9-24A3-8B4ED945E33A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6" name="直接连接符 41985">
                <a:extLst>
                  <a:ext uri="{FF2B5EF4-FFF2-40B4-BE49-F238E27FC236}">
                    <a16:creationId xmlns:a16="http://schemas.microsoft.com/office/drawing/2014/main" id="{78025447-61BE-D9B8-3F2B-45D8896079DB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8" name="直接连接符 41987">
                <a:extLst>
                  <a:ext uri="{FF2B5EF4-FFF2-40B4-BE49-F238E27FC236}">
                    <a16:creationId xmlns:a16="http://schemas.microsoft.com/office/drawing/2014/main" id="{335E9F24-9155-D5C0-1DB9-8B13C43F0317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9" name="直接连接符 41988">
                <a:extLst>
                  <a:ext uri="{FF2B5EF4-FFF2-40B4-BE49-F238E27FC236}">
                    <a16:creationId xmlns:a16="http://schemas.microsoft.com/office/drawing/2014/main" id="{965ECBD7-757C-B967-DEE4-FEBD4EF8329F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0" name="直接连接符 41989">
                <a:extLst>
                  <a:ext uri="{FF2B5EF4-FFF2-40B4-BE49-F238E27FC236}">
                    <a16:creationId xmlns:a16="http://schemas.microsoft.com/office/drawing/2014/main" id="{D0BA8172-5590-718A-9DB3-23282532FDDB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1" name="直接连接符 41990">
                <a:extLst>
                  <a:ext uri="{FF2B5EF4-FFF2-40B4-BE49-F238E27FC236}">
                    <a16:creationId xmlns:a16="http://schemas.microsoft.com/office/drawing/2014/main" id="{A3E80895-23F9-5AD4-4D03-2288F3C4CF33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C5A8F72-1464-BCFA-04A5-94BC5063045B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B7EEC4BE-E66F-5C0F-2840-218EF33D10A6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4BB8EDA7-25FB-E37C-1F83-84B6AA116682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20A2817F-95FB-07B8-D0E3-ACC08728D9ED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86A949E5-678C-C75F-B4CF-269D2357543F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CE10F148-FE65-BFF6-AE91-E035A2CE9572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B8BE8954-EA7B-DD6B-759C-AA9FCD88D200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520E850A-6B8A-7133-F6EA-DCA98EEC24A6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2860C1D3-F1C8-8A7F-BB07-AFC56565B572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FB6E03C-EB12-0D74-C91F-15FB3246D1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9D0349C-D3E1-9280-B72C-2D6A68437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FCB5D58F-1574-0731-6AC6-18F27B1AE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3.6 有向无圈图与拓扑排序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906152B-1A30-C494-F184-79413CF3D1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1701" y="1418898"/>
            <a:ext cx="8183649" cy="530257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b="1" dirty="0"/>
              <a:t>特点：</a:t>
            </a:r>
            <a:endParaRPr lang="en-US" altLang="zh-CN" b="1" dirty="0"/>
          </a:p>
          <a:p>
            <a:pPr algn="just">
              <a:lnSpc>
                <a:spcPct val="150000"/>
              </a:lnSpc>
            </a:pPr>
            <a:r>
              <a:rPr lang="zh-CN" altLang="en-US" b="1" dirty="0"/>
              <a:t>拓扑有序性</a:t>
            </a:r>
            <a:r>
              <a:rPr lang="zh-CN" altLang="en-US" dirty="0"/>
              <a:t>：有向无圈图具有拓扑序，可以对图中的顶点进行排序，使得对于任意的有向边</a:t>
            </a:r>
            <a:r>
              <a:rPr lang="en-US" altLang="zh-CN" dirty="0"/>
              <a:t>(u, v)</a:t>
            </a:r>
            <a:r>
              <a:rPr lang="zh-CN" altLang="en-US" dirty="0"/>
              <a:t>，顶点</a:t>
            </a:r>
            <a:r>
              <a:rPr lang="en-US" altLang="zh-CN" dirty="0"/>
              <a:t>u</a:t>
            </a:r>
            <a:r>
              <a:rPr lang="zh-CN" altLang="en-US" dirty="0"/>
              <a:t>在排序中都出现在顶点</a:t>
            </a:r>
            <a:r>
              <a:rPr lang="en-US" altLang="zh-CN" dirty="0"/>
              <a:t>v</a:t>
            </a:r>
            <a:r>
              <a:rPr lang="zh-CN" altLang="en-US" dirty="0"/>
              <a:t>之前。无</a:t>
            </a:r>
            <a:endParaRPr lang="en-US" altLang="zh-CN" dirty="0"/>
          </a:p>
          <a:p>
            <a:pPr algn="just">
              <a:lnSpc>
                <a:spcPct val="150000"/>
              </a:lnSpc>
            </a:pPr>
            <a:r>
              <a:rPr lang="zh-CN" altLang="en-US" b="1" dirty="0"/>
              <a:t>环性</a:t>
            </a:r>
            <a:r>
              <a:rPr lang="zh-CN" altLang="en-US" dirty="0"/>
              <a:t>：这是有向无圈图最根本的特征，保证了图中的信息流或依赖关系是单向的，不会出现循环依赖的情况。</a:t>
            </a:r>
            <a:endParaRPr lang="en-US" altLang="zh-CN" dirty="0"/>
          </a:p>
          <a:p>
            <a:pPr algn="just">
              <a:lnSpc>
                <a:spcPct val="150000"/>
              </a:lnSpc>
            </a:pPr>
            <a:r>
              <a:rPr lang="zh-CN" altLang="en-US" b="1" dirty="0"/>
              <a:t>可表示偏序关系</a:t>
            </a:r>
            <a:r>
              <a:rPr lang="zh-CN" altLang="en-US" dirty="0"/>
              <a:t>：有向无圈图可以用来表示元素之间的偏序关系。如果存在从顶点</a:t>
            </a:r>
            <a:r>
              <a:rPr lang="en-US" altLang="zh-CN" dirty="0"/>
              <a:t>u</a:t>
            </a:r>
            <a:r>
              <a:rPr lang="zh-CN" altLang="en-US" dirty="0"/>
              <a:t>到顶点</a:t>
            </a:r>
            <a:r>
              <a:rPr lang="en-US" altLang="zh-CN" dirty="0"/>
              <a:t>v</a:t>
            </a:r>
            <a:r>
              <a:rPr lang="zh-CN" altLang="en-US" dirty="0"/>
              <a:t>的有向路径，则表示</a:t>
            </a:r>
            <a:r>
              <a:rPr lang="en-US" altLang="zh-CN" dirty="0"/>
              <a:t>u</a:t>
            </a:r>
            <a:r>
              <a:rPr lang="zh-CN" altLang="en-US" dirty="0"/>
              <a:t>在某种意义上 “先于”</a:t>
            </a:r>
            <a:r>
              <a:rPr lang="en-US" altLang="zh-CN" dirty="0"/>
              <a:t>v</a:t>
            </a:r>
            <a:r>
              <a:rPr lang="zh-CN" altLang="en-US" dirty="0"/>
              <a:t>，这种偏序关系在任务调度、数据依赖分析等场景中非常有用。</a:t>
            </a:r>
            <a:endParaRPr lang="en-US" altLang="zh-CN" dirty="0"/>
          </a:p>
        </p:txBody>
      </p:sp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DA4D0018-B107-A23C-EF6E-9B3CA4AA5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7B939A-E384-4FDF-96AB-FB540A6B5796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796B20D-A9AB-66B8-400D-292C435FE8D1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4CCD05B8-F5A5-001B-65D6-9E8B09A7AC1B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F259775D-ACFE-56BB-70FA-EC335D9A9F35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8B8E3FC-7437-478C-8E85-78DC3CFD03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AF37E23C-1C60-79F6-667C-AB3520581F2E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F6F157F-88E0-3365-0F73-E8A6506CC4AC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D6DFBEF-4FD7-4DE0-E6C7-742F4825B6F0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1F932310-A1C0-A59C-37D8-23AF5DAC1A1B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EBAC0529-7542-DC89-84AC-9914ECC876E9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42D33ED9-F68A-CABE-7EC4-46C3C48EC4D3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46C7973E-C02B-C60C-D61C-B1B939981BE4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F82A71AE-CA34-B87D-3BCE-5EA1BFD82264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4B7D1F39-0E48-0BFB-4240-CBCEEAB0ED19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34B51B93-BC8F-FD63-67CC-EC13171F2054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C6728F93-1A39-C4F1-8343-1BF5BFD9F602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471FAEA2-E0D0-58B7-C813-6D224BEE64C6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909EB2F2-79B1-42D9-A1F2-08115642FD46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B623FD6B-BF32-4BF0-323F-43103E574BE4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AB3F2F2C-456E-62E5-6079-82B4860CED77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4100426D-63F9-CDE4-2253-EA9017859436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37EDCD36-59DD-5E55-DAD8-D57C350818F1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27140F2F-A65E-6FF0-6823-4DC04B49827F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FE659183-67EF-2012-A6F3-C7DC306DE527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F4B92AA7-ADEC-3BD8-1B78-852DADFC4844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0C4AD934-82AE-9A33-9E16-A936A9DDB56E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03CC850-67F1-E1AA-45E5-9B98D0EE02CF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38B95E75-303A-10C0-98C1-D7AA30E28030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F09B9BA-1880-B7D3-3772-403DD8019841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1DF40E64-A165-EA10-7C21-9B0D0E858943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6A03AE5D-B481-916C-A52A-91DCB25ED7AF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E0750160-6B03-5FBF-676B-D482A230B275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EB4B817D-CF5B-E125-F87A-AFCB064D4F16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9FD19B3F-E715-67E1-D962-4BFFF1BFA65A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2BA1611D-5078-E645-5D01-00E6C6632038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37EA2B40-ED5B-280E-4EF8-189FAF008BD4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AF89F631-0BB9-877D-11EC-C05DFE748461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7820828A-246E-EDEE-72F1-5230B8AF4AF6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228E081C-DCDF-437E-8CA6-9116DAAAB956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E949ACD5-D953-1F4C-11D1-235867CA33E8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EAB44767-9505-4D91-2412-574B8124EC5C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54DD70CB-5AB2-591A-A8D7-0BBF3E9F628B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3EBF7DC6-490D-1147-6196-8D73794777D3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DFD5F063-00ED-166C-9C47-A80553B3A640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24621A68-0C16-1A6F-C011-9CE74F2B2F39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66DAED4-C60A-474C-2C79-6DA13895D2A1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D1292BF8-2E1A-EE5B-B576-2A282A2B0540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D1AC4359-0019-EE63-5FD6-428444B9A783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8B7C7DD2-EA39-FA44-1C75-D7CC92193345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3C75AE32-F82F-D811-EBA1-5D0FE9C52E7F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E707D7B4-FF10-197D-0526-FF044A958927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0B1FF71F-F983-E170-E639-2348BBE0E8A3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750ACC24-A325-1E7E-6795-1B5FB2354B18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56" name="直接连接符 45055">
                <a:extLst>
                  <a:ext uri="{FF2B5EF4-FFF2-40B4-BE49-F238E27FC236}">
                    <a16:creationId xmlns:a16="http://schemas.microsoft.com/office/drawing/2014/main" id="{DF2FE68E-6D44-8CE2-131E-FBA4B1DAEE08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57" name="直接连接符 45056">
                <a:extLst>
                  <a:ext uri="{FF2B5EF4-FFF2-40B4-BE49-F238E27FC236}">
                    <a16:creationId xmlns:a16="http://schemas.microsoft.com/office/drawing/2014/main" id="{089E4657-C124-1D0A-5631-121B1DDF242E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0" name="直接连接符 45059">
                <a:extLst>
                  <a:ext uri="{FF2B5EF4-FFF2-40B4-BE49-F238E27FC236}">
                    <a16:creationId xmlns:a16="http://schemas.microsoft.com/office/drawing/2014/main" id="{A82559A6-4C0D-6B89-D643-10030F4560D5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1" name="直接连接符 45060">
                <a:extLst>
                  <a:ext uri="{FF2B5EF4-FFF2-40B4-BE49-F238E27FC236}">
                    <a16:creationId xmlns:a16="http://schemas.microsoft.com/office/drawing/2014/main" id="{E494854E-195C-A6DC-F1D9-F3DD603043D0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2" name="直接连接符 45061">
                <a:extLst>
                  <a:ext uri="{FF2B5EF4-FFF2-40B4-BE49-F238E27FC236}">
                    <a16:creationId xmlns:a16="http://schemas.microsoft.com/office/drawing/2014/main" id="{3B1D1A94-5AE4-0B23-BEBD-DB8B1D41D609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3" name="直接连接符 45062">
                <a:extLst>
                  <a:ext uri="{FF2B5EF4-FFF2-40B4-BE49-F238E27FC236}">
                    <a16:creationId xmlns:a16="http://schemas.microsoft.com/office/drawing/2014/main" id="{C170BAAA-4170-1CDF-C3BE-7F070AA081DD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4" name="直接连接符 45063">
                <a:extLst>
                  <a:ext uri="{FF2B5EF4-FFF2-40B4-BE49-F238E27FC236}">
                    <a16:creationId xmlns:a16="http://schemas.microsoft.com/office/drawing/2014/main" id="{D03C2A4A-3C8F-4B86-1FC6-DDA524D8E4F1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5" name="直接连接符 45064">
                <a:extLst>
                  <a:ext uri="{FF2B5EF4-FFF2-40B4-BE49-F238E27FC236}">
                    <a16:creationId xmlns:a16="http://schemas.microsoft.com/office/drawing/2014/main" id="{57163E35-9589-12C0-659D-1760C86B137B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6" name="直接连接符 45065">
                <a:extLst>
                  <a:ext uri="{FF2B5EF4-FFF2-40B4-BE49-F238E27FC236}">
                    <a16:creationId xmlns:a16="http://schemas.microsoft.com/office/drawing/2014/main" id="{851E9B51-5C28-B1EE-D09E-FEB4C87F22A7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7" name="直接连接符 45066">
                <a:extLst>
                  <a:ext uri="{FF2B5EF4-FFF2-40B4-BE49-F238E27FC236}">
                    <a16:creationId xmlns:a16="http://schemas.microsoft.com/office/drawing/2014/main" id="{C3245663-6D5E-3AF3-5EE8-5ACA28F5DE61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8" name="直接连接符 45067">
                <a:extLst>
                  <a:ext uri="{FF2B5EF4-FFF2-40B4-BE49-F238E27FC236}">
                    <a16:creationId xmlns:a16="http://schemas.microsoft.com/office/drawing/2014/main" id="{A0875BFB-0C2F-A307-BD18-8B9D5C065178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9" name="直接连接符 45068">
                <a:extLst>
                  <a:ext uri="{FF2B5EF4-FFF2-40B4-BE49-F238E27FC236}">
                    <a16:creationId xmlns:a16="http://schemas.microsoft.com/office/drawing/2014/main" id="{E6F8361D-DF96-1483-21A3-75F2048D7A59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0" name="直接连接符 45069">
                <a:extLst>
                  <a:ext uri="{FF2B5EF4-FFF2-40B4-BE49-F238E27FC236}">
                    <a16:creationId xmlns:a16="http://schemas.microsoft.com/office/drawing/2014/main" id="{C1761A25-8867-E64D-5181-B6F6B487EDD2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1" name="直接连接符 45070">
                <a:extLst>
                  <a:ext uri="{FF2B5EF4-FFF2-40B4-BE49-F238E27FC236}">
                    <a16:creationId xmlns:a16="http://schemas.microsoft.com/office/drawing/2014/main" id="{741EEC84-6F49-CF81-984D-9056C03F3C2A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2" name="直接连接符 45071">
                <a:extLst>
                  <a:ext uri="{FF2B5EF4-FFF2-40B4-BE49-F238E27FC236}">
                    <a16:creationId xmlns:a16="http://schemas.microsoft.com/office/drawing/2014/main" id="{3711157D-856D-E924-4C89-5E6A5976E750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3" name="直接连接符 45072">
                <a:extLst>
                  <a:ext uri="{FF2B5EF4-FFF2-40B4-BE49-F238E27FC236}">
                    <a16:creationId xmlns:a16="http://schemas.microsoft.com/office/drawing/2014/main" id="{C7F79726-17F5-58BF-E7F7-098307E2B292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4" name="直接连接符 45073">
                <a:extLst>
                  <a:ext uri="{FF2B5EF4-FFF2-40B4-BE49-F238E27FC236}">
                    <a16:creationId xmlns:a16="http://schemas.microsoft.com/office/drawing/2014/main" id="{135C55F9-5246-3D68-39EB-ACF0AC1C983E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5" name="直接连接符 45074">
                <a:extLst>
                  <a:ext uri="{FF2B5EF4-FFF2-40B4-BE49-F238E27FC236}">
                    <a16:creationId xmlns:a16="http://schemas.microsoft.com/office/drawing/2014/main" id="{DF520C70-C701-7E44-F8C3-85719C774D32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6" name="直接连接符 45075">
                <a:extLst>
                  <a:ext uri="{FF2B5EF4-FFF2-40B4-BE49-F238E27FC236}">
                    <a16:creationId xmlns:a16="http://schemas.microsoft.com/office/drawing/2014/main" id="{E692C6C5-843B-1E0B-D84D-58391BB988FB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7" name="直接连接符 45076">
                <a:extLst>
                  <a:ext uri="{FF2B5EF4-FFF2-40B4-BE49-F238E27FC236}">
                    <a16:creationId xmlns:a16="http://schemas.microsoft.com/office/drawing/2014/main" id="{D4496D11-8F85-6124-653A-21B1435455C0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8" name="直接连接符 45077">
                <a:extLst>
                  <a:ext uri="{FF2B5EF4-FFF2-40B4-BE49-F238E27FC236}">
                    <a16:creationId xmlns:a16="http://schemas.microsoft.com/office/drawing/2014/main" id="{7423629A-2CE6-D637-6625-F7D8EEB247F8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9" name="直接连接符 45078">
                <a:extLst>
                  <a:ext uri="{FF2B5EF4-FFF2-40B4-BE49-F238E27FC236}">
                    <a16:creationId xmlns:a16="http://schemas.microsoft.com/office/drawing/2014/main" id="{9AC35423-C3BC-BCC2-7881-C00D1FC1D995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0" name="直接连接符 45079">
                <a:extLst>
                  <a:ext uri="{FF2B5EF4-FFF2-40B4-BE49-F238E27FC236}">
                    <a16:creationId xmlns:a16="http://schemas.microsoft.com/office/drawing/2014/main" id="{2E484D03-7355-7DB5-2E5D-5CFDE7975E01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1" name="直接连接符 45080">
                <a:extLst>
                  <a:ext uri="{FF2B5EF4-FFF2-40B4-BE49-F238E27FC236}">
                    <a16:creationId xmlns:a16="http://schemas.microsoft.com/office/drawing/2014/main" id="{463CD1BC-23E0-F197-58B6-94EDC050A8BE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2" name="直接连接符 45081">
                <a:extLst>
                  <a:ext uri="{FF2B5EF4-FFF2-40B4-BE49-F238E27FC236}">
                    <a16:creationId xmlns:a16="http://schemas.microsoft.com/office/drawing/2014/main" id="{7410C53C-14B3-E873-4237-7210454A74AB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3" name="直接连接符 45082">
                <a:extLst>
                  <a:ext uri="{FF2B5EF4-FFF2-40B4-BE49-F238E27FC236}">
                    <a16:creationId xmlns:a16="http://schemas.microsoft.com/office/drawing/2014/main" id="{F5AD255B-6449-7F75-6222-1EDC52A24AD7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4" name="直接连接符 45083">
                <a:extLst>
                  <a:ext uri="{FF2B5EF4-FFF2-40B4-BE49-F238E27FC236}">
                    <a16:creationId xmlns:a16="http://schemas.microsoft.com/office/drawing/2014/main" id="{91FF3B3E-E6A6-5978-B794-C311887D4F07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5" name="直接连接符 45084">
                <a:extLst>
                  <a:ext uri="{FF2B5EF4-FFF2-40B4-BE49-F238E27FC236}">
                    <a16:creationId xmlns:a16="http://schemas.microsoft.com/office/drawing/2014/main" id="{9AC4FDC3-CAAC-24AF-EBDB-E5734CD6015A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6" name="直接连接符 45085">
                <a:extLst>
                  <a:ext uri="{FF2B5EF4-FFF2-40B4-BE49-F238E27FC236}">
                    <a16:creationId xmlns:a16="http://schemas.microsoft.com/office/drawing/2014/main" id="{762A9BC9-5EF0-527D-6ABF-F910A75E13F1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7" name="直接连接符 45086">
                <a:extLst>
                  <a:ext uri="{FF2B5EF4-FFF2-40B4-BE49-F238E27FC236}">
                    <a16:creationId xmlns:a16="http://schemas.microsoft.com/office/drawing/2014/main" id="{56D6B339-631C-5F64-6BD7-27ADF7FDE36A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8" name="直接连接符 45087">
                <a:extLst>
                  <a:ext uri="{FF2B5EF4-FFF2-40B4-BE49-F238E27FC236}">
                    <a16:creationId xmlns:a16="http://schemas.microsoft.com/office/drawing/2014/main" id="{056E3BF1-043F-072C-F496-35D56AC5680A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9" name="直接连接符 45088">
                <a:extLst>
                  <a:ext uri="{FF2B5EF4-FFF2-40B4-BE49-F238E27FC236}">
                    <a16:creationId xmlns:a16="http://schemas.microsoft.com/office/drawing/2014/main" id="{415AF524-2FBE-A20D-2E0B-4C4B2E461B94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0" name="直接连接符 45089">
                <a:extLst>
                  <a:ext uri="{FF2B5EF4-FFF2-40B4-BE49-F238E27FC236}">
                    <a16:creationId xmlns:a16="http://schemas.microsoft.com/office/drawing/2014/main" id="{B672840A-3875-CCC9-1BAB-2FA9DB66843C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1" name="直接连接符 45090">
                <a:extLst>
                  <a:ext uri="{FF2B5EF4-FFF2-40B4-BE49-F238E27FC236}">
                    <a16:creationId xmlns:a16="http://schemas.microsoft.com/office/drawing/2014/main" id="{E1A493ED-2B95-DCD1-EE25-80269AF7640F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2" name="直接连接符 45091">
                <a:extLst>
                  <a:ext uri="{FF2B5EF4-FFF2-40B4-BE49-F238E27FC236}">
                    <a16:creationId xmlns:a16="http://schemas.microsoft.com/office/drawing/2014/main" id="{DFD93887-410C-F6D2-5C23-5A2B47DDE76B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3" name="直接连接符 45092">
                <a:extLst>
                  <a:ext uri="{FF2B5EF4-FFF2-40B4-BE49-F238E27FC236}">
                    <a16:creationId xmlns:a16="http://schemas.microsoft.com/office/drawing/2014/main" id="{6C07240D-0D29-DF40-A772-DB9758106077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4" name="直接连接符 45093">
                <a:extLst>
                  <a:ext uri="{FF2B5EF4-FFF2-40B4-BE49-F238E27FC236}">
                    <a16:creationId xmlns:a16="http://schemas.microsoft.com/office/drawing/2014/main" id="{C4BC5477-E898-2673-5064-C4FD373ABD65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5" name="直接连接符 45094">
                <a:extLst>
                  <a:ext uri="{FF2B5EF4-FFF2-40B4-BE49-F238E27FC236}">
                    <a16:creationId xmlns:a16="http://schemas.microsoft.com/office/drawing/2014/main" id="{25125428-DAAE-BCCB-E67B-B5C944417AAB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6" name="直接连接符 45095">
                <a:extLst>
                  <a:ext uri="{FF2B5EF4-FFF2-40B4-BE49-F238E27FC236}">
                    <a16:creationId xmlns:a16="http://schemas.microsoft.com/office/drawing/2014/main" id="{F161FEBF-30C8-7CD2-CD44-ADCC442BDD36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7" name="直接连接符 45096">
                <a:extLst>
                  <a:ext uri="{FF2B5EF4-FFF2-40B4-BE49-F238E27FC236}">
                    <a16:creationId xmlns:a16="http://schemas.microsoft.com/office/drawing/2014/main" id="{7D6804C8-5165-AEF8-8F98-6429CC049B82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8" name="直接连接符 45097">
                <a:extLst>
                  <a:ext uri="{FF2B5EF4-FFF2-40B4-BE49-F238E27FC236}">
                    <a16:creationId xmlns:a16="http://schemas.microsoft.com/office/drawing/2014/main" id="{0A9E86F5-364C-DF8B-3CA5-177E20A22690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9" name="直接连接符 45098">
                <a:extLst>
                  <a:ext uri="{FF2B5EF4-FFF2-40B4-BE49-F238E27FC236}">
                    <a16:creationId xmlns:a16="http://schemas.microsoft.com/office/drawing/2014/main" id="{5D216D97-0CD8-1EB5-F932-83485BF2E2EE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0" name="直接连接符 45099">
                <a:extLst>
                  <a:ext uri="{FF2B5EF4-FFF2-40B4-BE49-F238E27FC236}">
                    <a16:creationId xmlns:a16="http://schemas.microsoft.com/office/drawing/2014/main" id="{5FA31BA9-A0B2-A84F-1115-1B2461C6D9B3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1" name="直接连接符 45100">
                <a:extLst>
                  <a:ext uri="{FF2B5EF4-FFF2-40B4-BE49-F238E27FC236}">
                    <a16:creationId xmlns:a16="http://schemas.microsoft.com/office/drawing/2014/main" id="{CB2C35BB-98E7-1232-D886-F6E34EA02AD8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2" name="直接连接符 45101">
                <a:extLst>
                  <a:ext uri="{FF2B5EF4-FFF2-40B4-BE49-F238E27FC236}">
                    <a16:creationId xmlns:a16="http://schemas.microsoft.com/office/drawing/2014/main" id="{43EC7303-BA92-AAF2-A8D2-A9E187B98552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3" name="直接连接符 45102">
                <a:extLst>
                  <a:ext uri="{FF2B5EF4-FFF2-40B4-BE49-F238E27FC236}">
                    <a16:creationId xmlns:a16="http://schemas.microsoft.com/office/drawing/2014/main" id="{40F819D8-5591-E741-D820-ADB6F8ECF04B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4" name="直接连接符 45103">
                <a:extLst>
                  <a:ext uri="{FF2B5EF4-FFF2-40B4-BE49-F238E27FC236}">
                    <a16:creationId xmlns:a16="http://schemas.microsoft.com/office/drawing/2014/main" id="{1DBF49C9-A6D6-5D46-BC7F-33CA61B81118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5" name="直接连接符 45104">
                <a:extLst>
                  <a:ext uri="{FF2B5EF4-FFF2-40B4-BE49-F238E27FC236}">
                    <a16:creationId xmlns:a16="http://schemas.microsoft.com/office/drawing/2014/main" id="{1AD1217C-BE20-B93E-7707-B6FAA68D9E69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6" name="直接连接符 45105">
                <a:extLst>
                  <a:ext uri="{FF2B5EF4-FFF2-40B4-BE49-F238E27FC236}">
                    <a16:creationId xmlns:a16="http://schemas.microsoft.com/office/drawing/2014/main" id="{3E50DF56-ADE7-9840-26CB-E9A306D021BD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7" name="直接连接符 45106">
                <a:extLst>
                  <a:ext uri="{FF2B5EF4-FFF2-40B4-BE49-F238E27FC236}">
                    <a16:creationId xmlns:a16="http://schemas.microsoft.com/office/drawing/2014/main" id="{97E1ACB5-E258-8B9B-5599-8F90C0CF8891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8" name="直接连接符 45107">
                <a:extLst>
                  <a:ext uri="{FF2B5EF4-FFF2-40B4-BE49-F238E27FC236}">
                    <a16:creationId xmlns:a16="http://schemas.microsoft.com/office/drawing/2014/main" id="{D2D87090-B787-B610-7432-205AE5D843C5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9" name="直接连接符 45108">
                <a:extLst>
                  <a:ext uri="{FF2B5EF4-FFF2-40B4-BE49-F238E27FC236}">
                    <a16:creationId xmlns:a16="http://schemas.microsoft.com/office/drawing/2014/main" id="{2FE2DF08-18CD-BFA3-1369-0298C9503812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0" name="直接连接符 45109">
                <a:extLst>
                  <a:ext uri="{FF2B5EF4-FFF2-40B4-BE49-F238E27FC236}">
                    <a16:creationId xmlns:a16="http://schemas.microsoft.com/office/drawing/2014/main" id="{8B54DD2C-C56C-A38A-6D47-CC76FE14580F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1" name="直接连接符 45110">
                <a:extLst>
                  <a:ext uri="{FF2B5EF4-FFF2-40B4-BE49-F238E27FC236}">
                    <a16:creationId xmlns:a16="http://schemas.microsoft.com/office/drawing/2014/main" id="{3C5BFBA9-D0A5-DB08-9C6A-54A6E9853C19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2" name="直接连接符 45111">
                <a:extLst>
                  <a:ext uri="{FF2B5EF4-FFF2-40B4-BE49-F238E27FC236}">
                    <a16:creationId xmlns:a16="http://schemas.microsoft.com/office/drawing/2014/main" id="{12658917-0C13-DCBC-F08E-B0D079BB2F88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3" name="直接连接符 45112">
                <a:extLst>
                  <a:ext uri="{FF2B5EF4-FFF2-40B4-BE49-F238E27FC236}">
                    <a16:creationId xmlns:a16="http://schemas.microsoft.com/office/drawing/2014/main" id="{7BF6B081-DCEB-0796-7885-625F274DBF52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4" name="直接连接符 45113">
                <a:extLst>
                  <a:ext uri="{FF2B5EF4-FFF2-40B4-BE49-F238E27FC236}">
                    <a16:creationId xmlns:a16="http://schemas.microsoft.com/office/drawing/2014/main" id="{699EA7A8-DBBF-0CF3-876F-4A2E9EF87569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5" name="直接连接符 45114">
                <a:extLst>
                  <a:ext uri="{FF2B5EF4-FFF2-40B4-BE49-F238E27FC236}">
                    <a16:creationId xmlns:a16="http://schemas.microsoft.com/office/drawing/2014/main" id="{80C7B7EA-7C0B-B993-FECC-628D88766A9B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6" name="直接连接符 45115">
                <a:extLst>
                  <a:ext uri="{FF2B5EF4-FFF2-40B4-BE49-F238E27FC236}">
                    <a16:creationId xmlns:a16="http://schemas.microsoft.com/office/drawing/2014/main" id="{6D1C092D-1883-E8EC-233D-3C58181109E6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7" name="直接连接符 45116">
                <a:extLst>
                  <a:ext uri="{FF2B5EF4-FFF2-40B4-BE49-F238E27FC236}">
                    <a16:creationId xmlns:a16="http://schemas.microsoft.com/office/drawing/2014/main" id="{1A01770B-E40A-E0BB-74EC-836B4DA55741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8" name="直接连接符 45117">
                <a:extLst>
                  <a:ext uri="{FF2B5EF4-FFF2-40B4-BE49-F238E27FC236}">
                    <a16:creationId xmlns:a16="http://schemas.microsoft.com/office/drawing/2014/main" id="{1F3F9D52-3F6C-8131-EC72-277F73C9ABA6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9" name="直接连接符 45118">
                <a:extLst>
                  <a:ext uri="{FF2B5EF4-FFF2-40B4-BE49-F238E27FC236}">
                    <a16:creationId xmlns:a16="http://schemas.microsoft.com/office/drawing/2014/main" id="{E8D96038-C6AA-9D9B-43E4-06B7F17B84BD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4" name="直接连接符 41983">
                <a:extLst>
                  <a:ext uri="{FF2B5EF4-FFF2-40B4-BE49-F238E27FC236}">
                    <a16:creationId xmlns:a16="http://schemas.microsoft.com/office/drawing/2014/main" id="{C3EDDB7B-8083-DF6A-A7CB-C0C5B8B64C1C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5" name="直接连接符 41984">
                <a:extLst>
                  <a:ext uri="{FF2B5EF4-FFF2-40B4-BE49-F238E27FC236}">
                    <a16:creationId xmlns:a16="http://schemas.microsoft.com/office/drawing/2014/main" id="{5DAD2387-49D3-FA9F-2852-F74B4F05FCDF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6" name="直接连接符 41985">
                <a:extLst>
                  <a:ext uri="{FF2B5EF4-FFF2-40B4-BE49-F238E27FC236}">
                    <a16:creationId xmlns:a16="http://schemas.microsoft.com/office/drawing/2014/main" id="{A569C1E7-BE68-7848-C9DD-94A4748EF29E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8" name="直接连接符 41987">
                <a:extLst>
                  <a:ext uri="{FF2B5EF4-FFF2-40B4-BE49-F238E27FC236}">
                    <a16:creationId xmlns:a16="http://schemas.microsoft.com/office/drawing/2014/main" id="{40AD0AE2-58E1-8C20-0457-E6326D31703B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9" name="直接连接符 41988">
                <a:extLst>
                  <a:ext uri="{FF2B5EF4-FFF2-40B4-BE49-F238E27FC236}">
                    <a16:creationId xmlns:a16="http://schemas.microsoft.com/office/drawing/2014/main" id="{F1BC18BE-DC63-50B6-A7D4-5489718CC4E2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0" name="直接连接符 41989">
                <a:extLst>
                  <a:ext uri="{FF2B5EF4-FFF2-40B4-BE49-F238E27FC236}">
                    <a16:creationId xmlns:a16="http://schemas.microsoft.com/office/drawing/2014/main" id="{FC437E54-17E1-D591-1E93-ED03FA58978E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1" name="直接连接符 41990">
                <a:extLst>
                  <a:ext uri="{FF2B5EF4-FFF2-40B4-BE49-F238E27FC236}">
                    <a16:creationId xmlns:a16="http://schemas.microsoft.com/office/drawing/2014/main" id="{851E92EE-1EF6-12B6-BB2C-083294B66D2F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D9831B22-A349-E82F-5148-1C34890FB313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DBC7F954-4055-5AE6-D996-66F48B7B800E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85BB09AA-77B8-AF44-F431-7D6D73E8A9D4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78263A00-C356-FC13-FC11-EE656F71394F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82483592-B81F-609B-79B6-D9147A7C8DAD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2864D11-3A05-BAE3-963D-FEE27689701C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815802B-A695-864F-C53C-C36947E59E15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673DF983-8C80-F078-8387-29225BFBC83E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B92FFF80-6B6A-9B55-CC34-DA24B2989EBA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EEBB181-79A9-CE9D-B644-3052BDFA11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93611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88C6E52-4ACA-7F8E-2A91-61F424A42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2A233107-B0CD-43D1-403F-0E79FD465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3.6 有向无圈图与拓扑排序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F4252B6-E891-08FD-E355-C3A1CEF152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68982"/>
            <a:ext cx="7886700" cy="460798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/>
              <a:t>应用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任务调度</a:t>
            </a:r>
            <a:r>
              <a:rPr lang="zh-CN" altLang="en-US" sz="2000" dirty="0"/>
              <a:t>：在项目管理和操作系统的任务调度中，常常会使用有向无圈图来表示任务之间的依赖关系。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数据结构中的图算法</a:t>
            </a:r>
            <a:r>
              <a:rPr lang="zh-CN" altLang="en-US" sz="2000" dirty="0"/>
              <a:t>：许多图算法都是基于有向无圈图进行设计和优化的。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生物学</a:t>
            </a:r>
            <a:r>
              <a:rPr lang="zh-CN" altLang="en-US" sz="2000" dirty="0"/>
              <a:t>：在生物信息学中，有向无圈图可用于表示基因调控网络、蛋白质相互作用网络等。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编译原理</a:t>
            </a:r>
            <a:r>
              <a:rPr lang="zh-CN" altLang="en-US" sz="2000" dirty="0"/>
              <a:t>：在编译器中，有向无圈图可以用来表示程序的控制流图，帮助进行代码优化、变量作用域分析等。</a:t>
            </a:r>
            <a:endParaRPr lang="en-US" altLang="zh-CN" sz="2000" dirty="0"/>
          </a:p>
        </p:txBody>
      </p:sp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346C686A-0063-1769-23AE-F00495A5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7B939A-E384-4FDF-96AB-FB540A6B5796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27BBEF2-1D63-9DF3-AAAF-4BF77B40FEAE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41EDDFE-B1C2-AE38-5638-D385B2B864CD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C88FB9DF-BBB3-E5D4-4C96-26C60B5F7696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4BFEF20-6169-CC86-0730-4C430129B2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8E79E9A0-6FF6-C3C2-56A3-85C28ADA3A50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D43C474-7D3D-BAC5-2CC2-1A1E61141764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58C3B75-EE55-2A19-9A46-ABFE4F9D2202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E75FAFBE-3FD9-46FE-EB7A-D934FF255CAC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E8309E8D-94D8-F697-1D16-171C6047F0B2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C0467616-6343-7D6C-FF34-9988FA87BCA1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F6DCA0FE-3929-45A2-0D48-D2F4ED942277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9C095443-58A1-7C80-2F76-5659C29D1CFE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DA9D088C-1702-5552-7CB0-2ED8D3534055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A0D45D9E-3E8B-475A-6AE3-D8AAC3DBC1FC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5A00FF9B-B3D1-12E2-FEFB-65055258A7C3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437FC389-F1A1-811E-CC3A-626AD3268F21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D93702E9-E572-C721-54BB-C75B90EAB755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7EE993AB-0445-4035-1276-BE3037A13EE3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92A88E4D-7FAD-F2F5-0690-6087463D191C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7915EB93-87DC-C11F-247F-7CCE17B93554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37BC974E-659F-689A-7A30-7345416B909F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EE21F462-7780-37ED-1066-67EA3C4CE060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EC27FF25-C15B-7602-A79B-8768B8CFBE8E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AB708EED-E909-A941-B395-7331A562600F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DAD3EDAA-4B7B-BE10-3D60-418FD617736E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E5F1EC21-5D6E-3E10-CFCB-39625FBE6766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74609F84-C75D-D83A-55A0-B6461E820AAA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740C4B8D-6D79-F5FD-EF1C-379A5E04CBAB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25054313-161E-7C8E-9BC5-DC20099B1CD8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727263B4-5397-FC26-3B2F-0EE277063354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D7D52B5C-C5B3-E266-3127-A570EC0B4FBA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79C03A21-827B-B826-7BCA-989514329168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8252B26D-1D44-C4A5-06A6-D9DCCD8D93D5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A90D2C26-644F-CF94-8B8B-4BB6CEA4E32F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4D497259-781C-00D8-B307-772BFDEB333C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DD41A2FB-82FF-BDF5-152D-81237895AB33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CDA9A5A1-35E5-4AB0-F212-CFF7174270B1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9F7434B4-056F-1D83-2B55-07D067E801F3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7EC39C4F-ACC4-8A65-1EBF-16D3A4EA35B3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70FE8A18-465A-DD5D-030E-CE0E29C419E2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C0B070F9-6521-97CB-3933-E13094E141E7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913251A5-DBDA-E495-B7F7-29B8B26B63BD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6C3462A9-0104-BD4E-510C-40D28B2CFADB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87B4AC59-9186-666D-8202-C44F3F16C6F9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889CB062-1820-919B-302C-BFF88B114AC0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0415C61D-8627-A297-C474-CD95619D404E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D8F20E60-18C7-5FF3-9A68-D1868A2CD6E0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14E5C23-C07A-5302-641C-F119C98A44DA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ED7CD4BC-3949-AA49-0274-8DD39ECCC50B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8E87AA70-5E53-B204-020A-F167A8D92FCF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C93F011C-F96F-02A8-13B9-BCBCB8FCF6A6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8D716030-3708-8DCE-065F-766956807FCF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56" name="直接连接符 45055">
                <a:extLst>
                  <a:ext uri="{FF2B5EF4-FFF2-40B4-BE49-F238E27FC236}">
                    <a16:creationId xmlns:a16="http://schemas.microsoft.com/office/drawing/2014/main" id="{CF45F5ED-1EFE-1261-F8DB-8A21BB0E8307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57" name="直接连接符 45056">
                <a:extLst>
                  <a:ext uri="{FF2B5EF4-FFF2-40B4-BE49-F238E27FC236}">
                    <a16:creationId xmlns:a16="http://schemas.microsoft.com/office/drawing/2014/main" id="{45775BE3-22F0-E895-96BE-F563291A0223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0" name="直接连接符 45059">
                <a:extLst>
                  <a:ext uri="{FF2B5EF4-FFF2-40B4-BE49-F238E27FC236}">
                    <a16:creationId xmlns:a16="http://schemas.microsoft.com/office/drawing/2014/main" id="{BB8B7BCB-7059-8DF1-4882-8A7F6AE5474F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1" name="直接连接符 45060">
                <a:extLst>
                  <a:ext uri="{FF2B5EF4-FFF2-40B4-BE49-F238E27FC236}">
                    <a16:creationId xmlns:a16="http://schemas.microsoft.com/office/drawing/2014/main" id="{59A569FA-F549-8984-6881-B7B0BA9647E7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2" name="直接连接符 45061">
                <a:extLst>
                  <a:ext uri="{FF2B5EF4-FFF2-40B4-BE49-F238E27FC236}">
                    <a16:creationId xmlns:a16="http://schemas.microsoft.com/office/drawing/2014/main" id="{84F04D23-6461-C0A1-2343-5271ED0D5D2A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3" name="直接连接符 45062">
                <a:extLst>
                  <a:ext uri="{FF2B5EF4-FFF2-40B4-BE49-F238E27FC236}">
                    <a16:creationId xmlns:a16="http://schemas.microsoft.com/office/drawing/2014/main" id="{B73CEF62-4202-5E9A-067D-D358F4AC123E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4" name="直接连接符 45063">
                <a:extLst>
                  <a:ext uri="{FF2B5EF4-FFF2-40B4-BE49-F238E27FC236}">
                    <a16:creationId xmlns:a16="http://schemas.microsoft.com/office/drawing/2014/main" id="{44E24650-1F3F-2D07-7E0F-1408043B6117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5" name="直接连接符 45064">
                <a:extLst>
                  <a:ext uri="{FF2B5EF4-FFF2-40B4-BE49-F238E27FC236}">
                    <a16:creationId xmlns:a16="http://schemas.microsoft.com/office/drawing/2014/main" id="{DDCE0B97-DBF7-2045-433B-3752EDE7AF78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6" name="直接连接符 45065">
                <a:extLst>
                  <a:ext uri="{FF2B5EF4-FFF2-40B4-BE49-F238E27FC236}">
                    <a16:creationId xmlns:a16="http://schemas.microsoft.com/office/drawing/2014/main" id="{110F39D0-6A07-8ACD-9B48-BD6BB82145AB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7" name="直接连接符 45066">
                <a:extLst>
                  <a:ext uri="{FF2B5EF4-FFF2-40B4-BE49-F238E27FC236}">
                    <a16:creationId xmlns:a16="http://schemas.microsoft.com/office/drawing/2014/main" id="{9AC0F01B-C23B-B7E1-95D0-AE2A05FDE18A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8" name="直接连接符 45067">
                <a:extLst>
                  <a:ext uri="{FF2B5EF4-FFF2-40B4-BE49-F238E27FC236}">
                    <a16:creationId xmlns:a16="http://schemas.microsoft.com/office/drawing/2014/main" id="{BF7889FF-A05A-D950-4BC3-E0A01DDD53B7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9" name="直接连接符 45068">
                <a:extLst>
                  <a:ext uri="{FF2B5EF4-FFF2-40B4-BE49-F238E27FC236}">
                    <a16:creationId xmlns:a16="http://schemas.microsoft.com/office/drawing/2014/main" id="{5E43DA76-7C71-DE89-B660-2D003DCAC7E4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0" name="直接连接符 45069">
                <a:extLst>
                  <a:ext uri="{FF2B5EF4-FFF2-40B4-BE49-F238E27FC236}">
                    <a16:creationId xmlns:a16="http://schemas.microsoft.com/office/drawing/2014/main" id="{302B5663-185B-7921-66D4-DB838181EE31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1" name="直接连接符 45070">
                <a:extLst>
                  <a:ext uri="{FF2B5EF4-FFF2-40B4-BE49-F238E27FC236}">
                    <a16:creationId xmlns:a16="http://schemas.microsoft.com/office/drawing/2014/main" id="{9986049A-D5B9-54FB-B5B8-052E7466E9AA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2" name="直接连接符 45071">
                <a:extLst>
                  <a:ext uri="{FF2B5EF4-FFF2-40B4-BE49-F238E27FC236}">
                    <a16:creationId xmlns:a16="http://schemas.microsoft.com/office/drawing/2014/main" id="{7AACAD0C-16CD-F7D2-C681-D3CC1575B7A5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3" name="直接连接符 45072">
                <a:extLst>
                  <a:ext uri="{FF2B5EF4-FFF2-40B4-BE49-F238E27FC236}">
                    <a16:creationId xmlns:a16="http://schemas.microsoft.com/office/drawing/2014/main" id="{2765D67D-6240-A5FF-85D5-AB14C5740C69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4" name="直接连接符 45073">
                <a:extLst>
                  <a:ext uri="{FF2B5EF4-FFF2-40B4-BE49-F238E27FC236}">
                    <a16:creationId xmlns:a16="http://schemas.microsoft.com/office/drawing/2014/main" id="{42861068-EFDA-49DD-AE14-380641D1ADD0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5" name="直接连接符 45074">
                <a:extLst>
                  <a:ext uri="{FF2B5EF4-FFF2-40B4-BE49-F238E27FC236}">
                    <a16:creationId xmlns:a16="http://schemas.microsoft.com/office/drawing/2014/main" id="{B0BB918E-0950-04F8-C222-39518E6A1953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6" name="直接连接符 45075">
                <a:extLst>
                  <a:ext uri="{FF2B5EF4-FFF2-40B4-BE49-F238E27FC236}">
                    <a16:creationId xmlns:a16="http://schemas.microsoft.com/office/drawing/2014/main" id="{C93EA8C4-CF2D-B2A5-71EC-DD66821E49BC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7" name="直接连接符 45076">
                <a:extLst>
                  <a:ext uri="{FF2B5EF4-FFF2-40B4-BE49-F238E27FC236}">
                    <a16:creationId xmlns:a16="http://schemas.microsoft.com/office/drawing/2014/main" id="{9517AB98-36FE-73A6-9075-A4CDA2E4907C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8" name="直接连接符 45077">
                <a:extLst>
                  <a:ext uri="{FF2B5EF4-FFF2-40B4-BE49-F238E27FC236}">
                    <a16:creationId xmlns:a16="http://schemas.microsoft.com/office/drawing/2014/main" id="{C3FC4AD6-F527-D70F-7339-191B6A893A82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9" name="直接连接符 45078">
                <a:extLst>
                  <a:ext uri="{FF2B5EF4-FFF2-40B4-BE49-F238E27FC236}">
                    <a16:creationId xmlns:a16="http://schemas.microsoft.com/office/drawing/2014/main" id="{4FB9F72A-AD7C-3830-6793-A94E06AC661F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0" name="直接连接符 45079">
                <a:extLst>
                  <a:ext uri="{FF2B5EF4-FFF2-40B4-BE49-F238E27FC236}">
                    <a16:creationId xmlns:a16="http://schemas.microsoft.com/office/drawing/2014/main" id="{90F547E5-B03F-26DC-52B0-72520A64E49E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1" name="直接连接符 45080">
                <a:extLst>
                  <a:ext uri="{FF2B5EF4-FFF2-40B4-BE49-F238E27FC236}">
                    <a16:creationId xmlns:a16="http://schemas.microsoft.com/office/drawing/2014/main" id="{9EB43DD0-21B3-4938-F1C3-F32FB7EA6152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2" name="直接连接符 45081">
                <a:extLst>
                  <a:ext uri="{FF2B5EF4-FFF2-40B4-BE49-F238E27FC236}">
                    <a16:creationId xmlns:a16="http://schemas.microsoft.com/office/drawing/2014/main" id="{45B239D7-0034-ABB6-61E5-528DD6B311CA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3" name="直接连接符 45082">
                <a:extLst>
                  <a:ext uri="{FF2B5EF4-FFF2-40B4-BE49-F238E27FC236}">
                    <a16:creationId xmlns:a16="http://schemas.microsoft.com/office/drawing/2014/main" id="{93CF6BB0-CEBD-D902-D19B-8A992AEB48D8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4" name="直接连接符 45083">
                <a:extLst>
                  <a:ext uri="{FF2B5EF4-FFF2-40B4-BE49-F238E27FC236}">
                    <a16:creationId xmlns:a16="http://schemas.microsoft.com/office/drawing/2014/main" id="{9D7A029D-3608-B0DD-B030-0FD1D052D26D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5" name="直接连接符 45084">
                <a:extLst>
                  <a:ext uri="{FF2B5EF4-FFF2-40B4-BE49-F238E27FC236}">
                    <a16:creationId xmlns:a16="http://schemas.microsoft.com/office/drawing/2014/main" id="{D316E899-1C17-CA0D-4881-590E4F46CA94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6" name="直接连接符 45085">
                <a:extLst>
                  <a:ext uri="{FF2B5EF4-FFF2-40B4-BE49-F238E27FC236}">
                    <a16:creationId xmlns:a16="http://schemas.microsoft.com/office/drawing/2014/main" id="{963FF216-E65B-D870-573A-AFD92077C284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7" name="直接连接符 45086">
                <a:extLst>
                  <a:ext uri="{FF2B5EF4-FFF2-40B4-BE49-F238E27FC236}">
                    <a16:creationId xmlns:a16="http://schemas.microsoft.com/office/drawing/2014/main" id="{B42DF531-F0D0-F6F4-AFC9-137758BA83AF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8" name="直接连接符 45087">
                <a:extLst>
                  <a:ext uri="{FF2B5EF4-FFF2-40B4-BE49-F238E27FC236}">
                    <a16:creationId xmlns:a16="http://schemas.microsoft.com/office/drawing/2014/main" id="{093CA2DA-49E7-7EAD-5371-489FACE5CF82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9" name="直接连接符 45088">
                <a:extLst>
                  <a:ext uri="{FF2B5EF4-FFF2-40B4-BE49-F238E27FC236}">
                    <a16:creationId xmlns:a16="http://schemas.microsoft.com/office/drawing/2014/main" id="{9E80A742-6B05-8DB6-71A5-C01522671EA5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0" name="直接连接符 45089">
                <a:extLst>
                  <a:ext uri="{FF2B5EF4-FFF2-40B4-BE49-F238E27FC236}">
                    <a16:creationId xmlns:a16="http://schemas.microsoft.com/office/drawing/2014/main" id="{7FA82FD0-A4C1-DCAD-859E-791377A470C6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1" name="直接连接符 45090">
                <a:extLst>
                  <a:ext uri="{FF2B5EF4-FFF2-40B4-BE49-F238E27FC236}">
                    <a16:creationId xmlns:a16="http://schemas.microsoft.com/office/drawing/2014/main" id="{8D613616-C4A3-AE15-702C-72E190739B79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2" name="直接连接符 45091">
                <a:extLst>
                  <a:ext uri="{FF2B5EF4-FFF2-40B4-BE49-F238E27FC236}">
                    <a16:creationId xmlns:a16="http://schemas.microsoft.com/office/drawing/2014/main" id="{D86052D8-6719-B7DA-FF36-4370A77C4461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3" name="直接连接符 45092">
                <a:extLst>
                  <a:ext uri="{FF2B5EF4-FFF2-40B4-BE49-F238E27FC236}">
                    <a16:creationId xmlns:a16="http://schemas.microsoft.com/office/drawing/2014/main" id="{1187FBD7-7A33-A9E3-20FD-36B35DDCF498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4" name="直接连接符 45093">
                <a:extLst>
                  <a:ext uri="{FF2B5EF4-FFF2-40B4-BE49-F238E27FC236}">
                    <a16:creationId xmlns:a16="http://schemas.microsoft.com/office/drawing/2014/main" id="{D922EBAE-0542-DA35-FE82-64553121D3B6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5" name="直接连接符 45094">
                <a:extLst>
                  <a:ext uri="{FF2B5EF4-FFF2-40B4-BE49-F238E27FC236}">
                    <a16:creationId xmlns:a16="http://schemas.microsoft.com/office/drawing/2014/main" id="{1AD0494B-03EB-2896-1B47-38D20F5CC406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6" name="直接连接符 45095">
                <a:extLst>
                  <a:ext uri="{FF2B5EF4-FFF2-40B4-BE49-F238E27FC236}">
                    <a16:creationId xmlns:a16="http://schemas.microsoft.com/office/drawing/2014/main" id="{D4850AAF-7482-5C53-4929-CE5F586CB8CC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7" name="直接连接符 45096">
                <a:extLst>
                  <a:ext uri="{FF2B5EF4-FFF2-40B4-BE49-F238E27FC236}">
                    <a16:creationId xmlns:a16="http://schemas.microsoft.com/office/drawing/2014/main" id="{22E45AB0-592C-C6B0-9F91-EC691B0775D3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8" name="直接连接符 45097">
                <a:extLst>
                  <a:ext uri="{FF2B5EF4-FFF2-40B4-BE49-F238E27FC236}">
                    <a16:creationId xmlns:a16="http://schemas.microsoft.com/office/drawing/2014/main" id="{FAED972F-26EC-1668-B68B-D068E7E0A062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9" name="直接连接符 45098">
                <a:extLst>
                  <a:ext uri="{FF2B5EF4-FFF2-40B4-BE49-F238E27FC236}">
                    <a16:creationId xmlns:a16="http://schemas.microsoft.com/office/drawing/2014/main" id="{AD2F0079-8178-8933-2F5A-80F26546039C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0" name="直接连接符 45099">
                <a:extLst>
                  <a:ext uri="{FF2B5EF4-FFF2-40B4-BE49-F238E27FC236}">
                    <a16:creationId xmlns:a16="http://schemas.microsoft.com/office/drawing/2014/main" id="{F81B6DB3-7BBE-7844-FC07-0EB7A5D5CC13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1" name="直接连接符 45100">
                <a:extLst>
                  <a:ext uri="{FF2B5EF4-FFF2-40B4-BE49-F238E27FC236}">
                    <a16:creationId xmlns:a16="http://schemas.microsoft.com/office/drawing/2014/main" id="{70B2FFBE-9B9A-07AE-87B2-05A93CE941F3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2" name="直接连接符 45101">
                <a:extLst>
                  <a:ext uri="{FF2B5EF4-FFF2-40B4-BE49-F238E27FC236}">
                    <a16:creationId xmlns:a16="http://schemas.microsoft.com/office/drawing/2014/main" id="{D3A37B11-18B8-2419-AF7C-CF2F06336095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3" name="直接连接符 45102">
                <a:extLst>
                  <a:ext uri="{FF2B5EF4-FFF2-40B4-BE49-F238E27FC236}">
                    <a16:creationId xmlns:a16="http://schemas.microsoft.com/office/drawing/2014/main" id="{326939AC-9E6B-409D-E9A6-E7049A615FCD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4" name="直接连接符 45103">
                <a:extLst>
                  <a:ext uri="{FF2B5EF4-FFF2-40B4-BE49-F238E27FC236}">
                    <a16:creationId xmlns:a16="http://schemas.microsoft.com/office/drawing/2014/main" id="{BB51DB75-05C1-522D-E2AA-87E91F01CB49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5" name="直接连接符 45104">
                <a:extLst>
                  <a:ext uri="{FF2B5EF4-FFF2-40B4-BE49-F238E27FC236}">
                    <a16:creationId xmlns:a16="http://schemas.microsoft.com/office/drawing/2014/main" id="{03DD1A2F-3003-99B1-C51F-EDBE91F5FB66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6" name="直接连接符 45105">
                <a:extLst>
                  <a:ext uri="{FF2B5EF4-FFF2-40B4-BE49-F238E27FC236}">
                    <a16:creationId xmlns:a16="http://schemas.microsoft.com/office/drawing/2014/main" id="{591BF539-95DE-6E00-EAAB-646A35C2FBEA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7" name="直接连接符 45106">
                <a:extLst>
                  <a:ext uri="{FF2B5EF4-FFF2-40B4-BE49-F238E27FC236}">
                    <a16:creationId xmlns:a16="http://schemas.microsoft.com/office/drawing/2014/main" id="{15BD13B9-3984-FCC3-ED97-04D9666F6338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8" name="直接连接符 45107">
                <a:extLst>
                  <a:ext uri="{FF2B5EF4-FFF2-40B4-BE49-F238E27FC236}">
                    <a16:creationId xmlns:a16="http://schemas.microsoft.com/office/drawing/2014/main" id="{CE89289D-0B09-B4FE-9443-352192620AE4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9" name="直接连接符 45108">
                <a:extLst>
                  <a:ext uri="{FF2B5EF4-FFF2-40B4-BE49-F238E27FC236}">
                    <a16:creationId xmlns:a16="http://schemas.microsoft.com/office/drawing/2014/main" id="{459564B4-A3F6-7385-D32E-36C28E0FBC01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0" name="直接连接符 45109">
                <a:extLst>
                  <a:ext uri="{FF2B5EF4-FFF2-40B4-BE49-F238E27FC236}">
                    <a16:creationId xmlns:a16="http://schemas.microsoft.com/office/drawing/2014/main" id="{3E72F039-DBB4-754D-0404-5D257A0F7BF8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1" name="直接连接符 45110">
                <a:extLst>
                  <a:ext uri="{FF2B5EF4-FFF2-40B4-BE49-F238E27FC236}">
                    <a16:creationId xmlns:a16="http://schemas.microsoft.com/office/drawing/2014/main" id="{A67A6E9B-DBFE-A93F-CBED-FA246F94F50F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2" name="直接连接符 45111">
                <a:extLst>
                  <a:ext uri="{FF2B5EF4-FFF2-40B4-BE49-F238E27FC236}">
                    <a16:creationId xmlns:a16="http://schemas.microsoft.com/office/drawing/2014/main" id="{EE7530F8-643F-9369-E2C3-D336F82EB391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3" name="直接连接符 45112">
                <a:extLst>
                  <a:ext uri="{FF2B5EF4-FFF2-40B4-BE49-F238E27FC236}">
                    <a16:creationId xmlns:a16="http://schemas.microsoft.com/office/drawing/2014/main" id="{7AEAC5BD-1FD0-5AFA-5A08-B0EB6973FFF7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4" name="直接连接符 45113">
                <a:extLst>
                  <a:ext uri="{FF2B5EF4-FFF2-40B4-BE49-F238E27FC236}">
                    <a16:creationId xmlns:a16="http://schemas.microsoft.com/office/drawing/2014/main" id="{BCE49E6E-F7BA-A10B-9A60-0F7C67EA3FA0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5" name="直接连接符 45114">
                <a:extLst>
                  <a:ext uri="{FF2B5EF4-FFF2-40B4-BE49-F238E27FC236}">
                    <a16:creationId xmlns:a16="http://schemas.microsoft.com/office/drawing/2014/main" id="{388D00AF-91E2-A8B2-55D9-09A0C7E13F6C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6" name="直接连接符 45115">
                <a:extLst>
                  <a:ext uri="{FF2B5EF4-FFF2-40B4-BE49-F238E27FC236}">
                    <a16:creationId xmlns:a16="http://schemas.microsoft.com/office/drawing/2014/main" id="{3231B023-F77B-80BA-C55D-833CDEA14088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7" name="直接连接符 45116">
                <a:extLst>
                  <a:ext uri="{FF2B5EF4-FFF2-40B4-BE49-F238E27FC236}">
                    <a16:creationId xmlns:a16="http://schemas.microsoft.com/office/drawing/2014/main" id="{7434736A-C5E0-2F97-14C3-59CF07F6BE2F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8" name="直接连接符 45117">
                <a:extLst>
                  <a:ext uri="{FF2B5EF4-FFF2-40B4-BE49-F238E27FC236}">
                    <a16:creationId xmlns:a16="http://schemas.microsoft.com/office/drawing/2014/main" id="{20E37627-A6FC-BCEA-EA2D-C47C2808762E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9" name="直接连接符 45118">
                <a:extLst>
                  <a:ext uri="{FF2B5EF4-FFF2-40B4-BE49-F238E27FC236}">
                    <a16:creationId xmlns:a16="http://schemas.microsoft.com/office/drawing/2014/main" id="{73E01D9B-49F4-C1F5-4DAF-17A9B272BA49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4" name="直接连接符 41983">
                <a:extLst>
                  <a:ext uri="{FF2B5EF4-FFF2-40B4-BE49-F238E27FC236}">
                    <a16:creationId xmlns:a16="http://schemas.microsoft.com/office/drawing/2014/main" id="{FEAFDC93-E7D8-97FA-3BC7-D7FE3B1D28E1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5" name="直接连接符 41984">
                <a:extLst>
                  <a:ext uri="{FF2B5EF4-FFF2-40B4-BE49-F238E27FC236}">
                    <a16:creationId xmlns:a16="http://schemas.microsoft.com/office/drawing/2014/main" id="{F34134EF-5AC1-2018-7283-00EF7F4DDCD8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6" name="直接连接符 41985">
                <a:extLst>
                  <a:ext uri="{FF2B5EF4-FFF2-40B4-BE49-F238E27FC236}">
                    <a16:creationId xmlns:a16="http://schemas.microsoft.com/office/drawing/2014/main" id="{3AE3D58A-715D-04EB-33AC-40ECC644C3EE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8" name="直接连接符 41987">
                <a:extLst>
                  <a:ext uri="{FF2B5EF4-FFF2-40B4-BE49-F238E27FC236}">
                    <a16:creationId xmlns:a16="http://schemas.microsoft.com/office/drawing/2014/main" id="{A49FD812-C9C7-B4DE-337F-5560FCAA60D0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9" name="直接连接符 41988">
                <a:extLst>
                  <a:ext uri="{FF2B5EF4-FFF2-40B4-BE49-F238E27FC236}">
                    <a16:creationId xmlns:a16="http://schemas.microsoft.com/office/drawing/2014/main" id="{3BD97757-5BF2-A44E-AA03-CCDFA383CF92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0" name="直接连接符 41989">
                <a:extLst>
                  <a:ext uri="{FF2B5EF4-FFF2-40B4-BE49-F238E27FC236}">
                    <a16:creationId xmlns:a16="http://schemas.microsoft.com/office/drawing/2014/main" id="{333BC5D7-32B2-A985-F49E-C6E163BF6602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1" name="直接连接符 41990">
                <a:extLst>
                  <a:ext uri="{FF2B5EF4-FFF2-40B4-BE49-F238E27FC236}">
                    <a16:creationId xmlns:a16="http://schemas.microsoft.com/office/drawing/2014/main" id="{1B5D40DD-52D7-AAEF-7B83-E58C7137F821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6AB9016-4C29-FE32-3005-6299775AA981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6DD42C21-A8E5-2380-9F46-8E261EB6818B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86A85264-698F-0CAC-42A9-B694F4AE1BD7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35991DD1-340D-A9E5-54C0-69E88EAD3839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A175B650-A6F8-2F1B-A3A3-D93C1E71E2B5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715C5213-3552-7F94-2BC3-0017D53F5D0C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2D4977B3-BF40-AE64-A2A9-DC41E8D431F9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D4745B85-8847-4954-BEAD-0D27498599F2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F823C3EA-5813-0A27-065E-D4C8146EB5D4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C33A3DD-89BD-9D1A-67E8-2AC45A7F91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26229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628D609-2F97-1BD4-DBDB-37E7A9488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F056F305-54CF-414D-9B8E-C33457A05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3.6 有向无圈图与拓扑排序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222268D7-28DF-8A05-5F53-8F9C7658CE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68982"/>
            <a:ext cx="7886700" cy="460798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相关算法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拓扑排序算法</a:t>
            </a:r>
            <a:r>
              <a:rPr lang="zh-CN" altLang="en-US" sz="2400" dirty="0"/>
              <a:t>：用于对有向无圈图的顶点进行拓扑排序，常见的算法有基于深度优先搜索的算法。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最长路径算法</a:t>
            </a:r>
            <a:r>
              <a:rPr lang="zh-CN" altLang="en-US" sz="2400" dirty="0"/>
              <a:t>：在有向无圈图中，求解最长路径问题是一个常见的应用。</a:t>
            </a:r>
            <a:endParaRPr lang="en-US" altLang="zh-CN" sz="3200" b="1" dirty="0"/>
          </a:p>
        </p:txBody>
      </p:sp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919326D4-D013-9ECD-D292-33BFCF89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7B939A-E384-4FDF-96AB-FB540A6B5796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AEE76BF-DE01-6E75-C8AF-C75E46E4B7AE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9EE5C5B-10A9-8C3D-144E-CFC43A72FD63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3C80614-F24F-9391-8773-9BDB4CD7BB98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8B7E00D-C01B-4D2E-352E-3C244AA047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72381F7C-27C3-2BE3-9D1B-279C4A564CC9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0FE2A09-A895-8CED-6386-099BD3A193EF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C17F386-9D40-2EF5-1D91-4A7A6292217D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0C8103A1-2596-5CA4-CCAD-59E57E83DDD4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BFA3CC91-EC27-6C7B-598B-E203AFDD8466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CFEA6E0E-AB0D-5239-158F-4D5D77DC64A5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E1430489-9C58-84AA-0173-91FDB908563A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67BCEE64-7CE9-3130-2F0F-6B92779FC0EC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17F50EF3-E8D7-AB05-9524-5EE5E7B797FB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7D7F6F02-9E82-127B-464A-33BE19DA2F99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53D0F457-E26A-5442-95F7-AE3057DF0E74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835CD668-911D-5EAE-45CA-1D4141CCFFC6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B45335A3-4188-B372-3E09-414D67490198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48899D70-81DA-94FB-C308-F76366175F57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1DBDF085-DE8E-CE0A-AE63-82077ECF547E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F5E79EE4-CF25-6E73-36DE-AE4CEC8A9F21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9BD80334-4EA8-F201-CEC0-0196DA165A2D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80AD73E6-0709-6AFA-0031-6F573F880C0A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BD9984CE-C0FC-CF15-EE96-2168112E8C3F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29E39361-E09C-AAE5-A030-E2AF586546BC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7454519A-260B-E82C-6EDF-CC017864E9AC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45CAFEC6-65AC-F644-4F70-7BDFAB2A73DD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B55283A2-E934-9F24-9FCB-27D8C52ACA67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334A5D11-C9F2-00BF-B23B-6E27219CEA26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38873617-3C22-C73A-E459-29C66C53F1E9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4D2FBCAB-ED14-8B7E-2A02-D79CA6E868FD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B6F056B1-EC78-6297-6FBC-2C0FC308C8B1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32C07757-8F8B-CCA3-EDB2-141E4E11B2F7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71CE7415-FA3D-B5BA-02DE-D9C2A6BA4EFC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15478D62-44A9-841D-2434-9FDFE37F8A47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646ACEC2-87FA-972E-F76B-915995F532E2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98374111-6463-5B06-D126-60158CF73F38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7D5F25B4-33D9-5C2E-5898-3BF8F13A3994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2511CF38-7334-E6D0-1951-B1CE333C3E3F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35CF745E-D2E5-9D7E-CE21-956FE0DAF655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1DE28941-7205-0E7C-C844-71B181DBBCA7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C6F13065-A1B1-5496-6A27-7BBF92D4A2A4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EAA6B082-2753-8891-FDCF-8DBC85F0B731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EFBD9ED2-EE0F-15E3-DD88-2E60B9601F03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A414FCF9-B97C-1E71-9610-AA955E6D393B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115FC438-2878-C961-94CB-380920515442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F944EC51-2D7D-EDD1-E069-3FCC946A43CA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BDA4A051-03F2-4368-C12D-4BE9F87F78AF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ECED03A2-ED4D-B32A-BA80-11CC2F6F8C20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2FF117D2-FF1B-9F0C-AC92-F547ECE4A328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820C45A5-288F-83B8-9A20-856345497472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93528319-4241-9EBB-9813-E9E67B77CC36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F565E6A1-935E-9020-D30E-0AFAE1101CCB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56" name="直接连接符 45055">
                <a:extLst>
                  <a:ext uri="{FF2B5EF4-FFF2-40B4-BE49-F238E27FC236}">
                    <a16:creationId xmlns:a16="http://schemas.microsoft.com/office/drawing/2014/main" id="{39BF0035-5E27-16FB-C455-0B2D9B9BE718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57" name="直接连接符 45056">
                <a:extLst>
                  <a:ext uri="{FF2B5EF4-FFF2-40B4-BE49-F238E27FC236}">
                    <a16:creationId xmlns:a16="http://schemas.microsoft.com/office/drawing/2014/main" id="{D2F94766-4D1B-6796-91D9-D9D2AA2F68A3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0" name="直接连接符 45059">
                <a:extLst>
                  <a:ext uri="{FF2B5EF4-FFF2-40B4-BE49-F238E27FC236}">
                    <a16:creationId xmlns:a16="http://schemas.microsoft.com/office/drawing/2014/main" id="{C2FDD4B4-95F6-C3D5-228A-6E737F417DD4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1" name="直接连接符 45060">
                <a:extLst>
                  <a:ext uri="{FF2B5EF4-FFF2-40B4-BE49-F238E27FC236}">
                    <a16:creationId xmlns:a16="http://schemas.microsoft.com/office/drawing/2014/main" id="{28F985D5-2300-2341-6716-766BAFB39A22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2" name="直接连接符 45061">
                <a:extLst>
                  <a:ext uri="{FF2B5EF4-FFF2-40B4-BE49-F238E27FC236}">
                    <a16:creationId xmlns:a16="http://schemas.microsoft.com/office/drawing/2014/main" id="{B3D71969-DF6C-986C-7AD2-2C16E26DA4E2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3" name="直接连接符 45062">
                <a:extLst>
                  <a:ext uri="{FF2B5EF4-FFF2-40B4-BE49-F238E27FC236}">
                    <a16:creationId xmlns:a16="http://schemas.microsoft.com/office/drawing/2014/main" id="{A15B07AC-DC92-A661-EC27-D38913CDF445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4" name="直接连接符 45063">
                <a:extLst>
                  <a:ext uri="{FF2B5EF4-FFF2-40B4-BE49-F238E27FC236}">
                    <a16:creationId xmlns:a16="http://schemas.microsoft.com/office/drawing/2014/main" id="{7FD43D64-F3B9-329F-882F-0AFBCEEFC2C3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5" name="直接连接符 45064">
                <a:extLst>
                  <a:ext uri="{FF2B5EF4-FFF2-40B4-BE49-F238E27FC236}">
                    <a16:creationId xmlns:a16="http://schemas.microsoft.com/office/drawing/2014/main" id="{CA528E27-0759-7265-2442-07D2781B4E8E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6" name="直接连接符 45065">
                <a:extLst>
                  <a:ext uri="{FF2B5EF4-FFF2-40B4-BE49-F238E27FC236}">
                    <a16:creationId xmlns:a16="http://schemas.microsoft.com/office/drawing/2014/main" id="{131462B2-0345-B734-E757-C446C3A737F9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7" name="直接连接符 45066">
                <a:extLst>
                  <a:ext uri="{FF2B5EF4-FFF2-40B4-BE49-F238E27FC236}">
                    <a16:creationId xmlns:a16="http://schemas.microsoft.com/office/drawing/2014/main" id="{340A55BE-642E-5CB8-0E5E-C02FD701E0A6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8" name="直接连接符 45067">
                <a:extLst>
                  <a:ext uri="{FF2B5EF4-FFF2-40B4-BE49-F238E27FC236}">
                    <a16:creationId xmlns:a16="http://schemas.microsoft.com/office/drawing/2014/main" id="{960F48A7-D7E7-BC02-262E-81743BF27F34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9" name="直接连接符 45068">
                <a:extLst>
                  <a:ext uri="{FF2B5EF4-FFF2-40B4-BE49-F238E27FC236}">
                    <a16:creationId xmlns:a16="http://schemas.microsoft.com/office/drawing/2014/main" id="{C8F614D4-5F20-EFF5-B8A1-CCFA89B3AA65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0" name="直接连接符 45069">
                <a:extLst>
                  <a:ext uri="{FF2B5EF4-FFF2-40B4-BE49-F238E27FC236}">
                    <a16:creationId xmlns:a16="http://schemas.microsoft.com/office/drawing/2014/main" id="{28313F40-51F2-7ED0-9F37-59B2AD113E43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1" name="直接连接符 45070">
                <a:extLst>
                  <a:ext uri="{FF2B5EF4-FFF2-40B4-BE49-F238E27FC236}">
                    <a16:creationId xmlns:a16="http://schemas.microsoft.com/office/drawing/2014/main" id="{E0D2C6A8-B25F-C31D-C80F-513E1D0FF09F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2" name="直接连接符 45071">
                <a:extLst>
                  <a:ext uri="{FF2B5EF4-FFF2-40B4-BE49-F238E27FC236}">
                    <a16:creationId xmlns:a16="http://schemas.microsoft.com/office/drawing/2014/main" id="{2E5D1108-68EF-FD43-4F9C-DA4ECFBE6D83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3" name="直接连接符 45072">
                <a:extLst>
                  <a:ext uri="{FF2B5EF4-FFF2-40B4-BE49-F238E27FC236}">
                    <a16:creationId xmlns:a16="http://schemas.microsoft.com/office/drawing/2014/main" id="{382BCD9E-AECF-549C-2AAF-01C9E609E0D6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4" name="直接连接符 45073">
                <a:extLst>
                  <a:ext uri="{FF2B5EF4-FFF2-40B4-BE49-F238E27FC236}">
                    <a16:creationId xmlns:a16="http://schemas.microsoft.com/office/drawing/2014/main" id="{4F2F2B76-FAD5-7E18-60EC-A5C5B6DB61DA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5" name="直接连接符 45074">
                <a:extLst>
                  <a:ext uri="{FF2B5EF4-FFF2-40B4-BE49-F238E27FC236}">
                    <a16:creationId xmlns:a16="http://schemas.microsoft.com/office/drawing/2014/main" id="{678C103D-173F-E43A-DE5C-953392AD65C7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6" name="直接连接符 45075">
                <a:extLst>
                  <a:ext uri="{FF2B5EF4-FFF2-40B4-BE49-F238E27FC236}">
                    <a16:creationId xmlns:a16="http://schemas.microsoft.com/office/drawing/2014/main" id="{A68CE1F5-3075-BD1B-E775-006F7AA3E899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7" name="直接连接符 45076">
                <a:extLst>
                  <a:ext uri="{FF2B5EF4-FFF2-40B4-BE49-F238E27FC236}">
                    <a16:creationId xmlns:a16="http://schemas.microsoft.com/office/drawing/2014/main" id="{2A53A526-2F50-2F3E-2C05-6048B81F8F0B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8" name="直接连接符 45077">
                <a:extLst>
                  <a:ext uri="{FF2B5EF4-FFF2-40B4-BE49-F238E27FC236}">
                    <a16:creationId xmlns:a16="http://schemas.microsoft.com/office/drawing/2014/main" id="{E7BF5423-3FF2-A5DD-670E-0BD092BAA2F1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9" name="直接连接符 45078">
                <a:extLst>
                  <a:ext uri="{FF2B5EF4-FFF2-40B4-BE49-F238E27FC236}">
                    <a16:creationId xmlns:a16="http://schemas.microsoft.com/office/drawing/2014/main" id="{650B2C1C-BD7F-7B88-9581-FF48CC6747FD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0" name="直接连接符 45079">
                <a:extLst>
                  <a:ext uri="{FF2B5EF4-FFF2-40B4-BE49-F238E27FC236}">
                    <a16:creationId xmlns:a16="http://schemas.microsoft.com/office/drawing/2014/main" id="{FD6AAF6D-99D9-43E6-DF49-6446E7F0FB6F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1" name="直接连接符 45080">
                <a:extLst>
                  <a:ext uri="{FF2B5EF4-FFF2-40B4-BE49-F238E27FC236}">
                    <a16:creationId xmlns:a16="http://schemas.microsoft.com/office/drawing/2014/main" id="{7F236254-4C99-8FFF-28E8-8C6833F0D338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2" name="直接连接符 45081">
                <a:extLst>
                  <a:ext uri="{FF2B5EF4-FFF2-40B4-BE49-F238E27FC236}">
                    <a16:creationId xmlns:a16="http://schemas.microsoft.com/office/drawing/2014/main" id="{5EBE5E07-05D5-CC26-454B-62C7C752112F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3" name="直接连接符 45082">
                <a:extLst>
                  <a:ext uri="{FF2B5EF4-FFF2-40B4-BE49-F238E27FC236}">
                    <a16:creationId xmlns:a16="http://schemas.microsoft.com/office/drawing/2014/main" id="{61820E7E-274F-ED64-5F66-7EF65A9A9C8D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4" name="直接连接符 45083">
                <a:extLst>
                  <a:ext uri="{FF2B5EF4-FFF2-40B4-BE49-F238E27FC236}">
                    <a16:creationId xmlns:a16="http://schemas.microsoft.com/office/drawing/2014/main" id="{7A020AAF-A701-B399-3951-6C4F470ED4A2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5" name="直接连接符 45084">
                <a:extLst>
                  <a:ext uri="{FF2B5EF4-FFF2-40B4-BE49-F238E27FC236}">
                    <a16:creationId xmlns:a16="http://schemas.microsoft.com/office/drawing/2014/main" id="{ADA93BA6-11DE-7629-A975-582B31B857E2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6" name="直接连接符 45085">
                <a:extLst>
                  <a:ext uri="{FF2B5EF4-FFF2-40B4-BE49-F238E27FC236}">
                    <a16:creationId xmlns:a16="http://schemas.microsoft.com/office/drawing/2014/main" id="{7DAC8712-DE88-8070-B236-4DDE525A29BF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7" name="直接连接符 45086">
                <a:extLst>
                  <a:ext uri="{FF2B5EF4-FFF2-40B4-BE49-F238E27FC236}">
                    <a16:creationId xmlns:a16="http://schemas.microsoft.com/office/drawing/2014/main" id="{07464DED-48A1-BBB5-F989-A1B76A27A857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8" name="直接连接符 45087">
                <a:extLst>
                  <a:ext uri="{FF2B5EF4-FFF2-40B4-BE49-F238E27FC236}">
                    <a16:creationId xmlns:a16="http://schemas.microsoft.com/office/drawing/2014/main" id="{EC28C2C4-2B22-F244-0169-18990816B018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9" name="直接连接符 45088">
                <a:extLst>
                  <a:ext uri="{FF2B5EF4-FFF2-40B4-BE49-F238E27FC236}">
                    <a16:creationId xmlns:a16="http://schemas.microsoft.com/office/drawing/2014/main" id="{B37D0ACB-65EF-5BC2-52CC-7BD20E2DE582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0" name="直接连接符 45089">
                <a:extLst>
                  <a:ext uri="{FF2B5EF4-FFF2-40B4-BE49-F238E27FC236}">
                    <a16:creationId xmlns:a16="http://schemas.microsoft.com/office/drawing/2014/main" id="{7700AAE9-5D76-C8BC-1E45-467E3FFCA8E8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1" name="直接连接符 45090">
                <a:extLst>
                  <a:ext uri="{FF2B5EF4-FFF2-40B4-BE49-F238E27FC236}">
                    <a16:creationId xmlns:a16="http://schemas.microsoft.com/office/drawing/2014/main" id="{16CB4300-D49C-AEDD-33AF-5986703B8B28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2" name="直接连接符 45091">
                <a:extLst>
                  <a:ext uri="{FF2B5EF4-FFF2-40B4-BE49-F238E27FC236}">
                    <a16:creationId xmlns:a16="http://schemas.microsoft.com/office/drawing/2014/main" id="{E35F1D1F-C526-E39B-45A1-C5BA6265F52F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3" name="直接连接符 45092">
                <a:extLst>
                  <a:ext uri="{FF2B5EF4-FFF2-40B4-BE49-F238E27FC236}">
                    <a16:creationId xmlns:a16="http://schemas.microsoft.com/office/drawing/2014/main" id="{BB83C422-715C-A413-D1E7-E00BD92F423E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4" name="直接连接符 45093">
                <a:extLst>
                  <a:ext uri="{FF2B5EF4-FFF2-40B4-BE49-F238E27FC236}">
                    <a16:creationId xmlns:a16="http://schemas.microsoft.com/office/drawing/2014/main" id="{56C86DF2-0A68-FEF4-100A-7E9F1C17B4A1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5" name="直接连接符 45094">
                <a:extLst>
                  <a:ext uri="{FF2B5EF4-FFF2-40B4-BE49-F238E27FC236}">
                    <a16:creationId xmlns:a16="http://schemas.microsoft.com/office/drawing/2014/main" id="{E9575019-992B-08F2-0E7C-2A1D77C0ACC6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6" name="直接连接符 45095">
                <a:extLst>
                  <a:ext uri="{FF2B5EF4-FFF2-40B4-BE49-F238E27FC236}">
                    <a16:creationId xmlns:a16="http://schemas.microsoft.com/office/drawing/2014/main" id="{9D0C3AEE-C576-7A67-4111-7E7CE63ECC3A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7" name="直接连接符 45096">
                <a:extLst>
                  <a:ext uri="{FF2B5EF4-FFF2-40B4-BE49-F238E27FC236}">
                    <a16:creationId xmlns:a16="http://schemas.microsoft.com/office/drawing/2014/main" id="{725A4C53-ADCF-0462-2150-73555DFAAD2B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8" name="直接连接符 45097">
                <a:extLst>
                  <a:ext uri="{FF2B5EF4-FFF2-40B4-BE49-F238E27FC236}">
                    <a16:creationId xmlns:a16="http://schemas.microsoft.com/office/drawing/2014/main" id="{C69686C7-DFD5-F015-5655-5AC1B720B743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9" name="直接连接符 45098">
                <a:extLst>
                  <a:ext uri="{FF2B5EF4-FFF2-40B4-BE49-F238E27FC236}">
                    <a16:creationId xmlns:a16="http://schemas.microsoft.com/office/drawing/2014/main" id="{991D876D-A9BB-E84D-3BB3-808669E2F190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0" name="直接连接符 45099">
                <a:extLst>
                  <a:ext uri="{FF2B5EF4-FFF2-40B4-BE49-F238E27FC236}">
                    <a16:creationId xmlns:a16="http://schemas.microsoft.com/office/drawing/2014/main" id="{3EF982D7-5078-D8F9-D81D-AB525FCBE53C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1" name="直接连接符 45100">
                <a:extLst>
                  <a:ext uri="{FF2B5EF4-FFF2-40B4-BE49-F238E27FC236}">
                    <a16:creationId xmlns:a16="http://schemas.microsoft.com/office/drawing/2014/main" id="{FBDA5819-2990-7446-38A2-99CEE556C1FC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2" name="直接连接符 45101">
                <a:extLst>
                  <a:ext uri="{FF2B5EF4-FFF2-40B4-BE49-F238E27FC236}">
                    <a16:creationId xmlns:a16="http://schemas.microsoft.com/office/drawing/2014/main" id="{03742311-738C-113B-D9F2-9B14FE451F6A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3" name="直接连接符 45102">
                <a:extLst>
                  <a:ext uri="{FF2B5EF4-FFF2-40B4-BE49-F238E27FC236}">
                    <a16:creationId xmlns:a16="http://schemas.microsoft.com/office/drawing/2014/main" id="{F3AA340D-5150-6771-063A-62A69E74156B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4" name="直接连接符 45103">
                <a:extLst>
                  <a:ext uri="{FF2B5EF4-FFF2-40B4-BE49-F238E27FC236}">
                    <a16:creationId xmlns:a16="http://schemas.microsoft.com/office/drawing/2014/main" id="{0CCE03A1-431B-CE8A-417B-3DE61F48546C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5" name="直接连接符 45104">
                <a:extLst>
                  <a:ext uri="{FF2B5EF4-FFF2-40B4-BE49-F238E27FC236}">
                    <a16:creationId xmlns:a16="http://schemas.microsoft.com/office/drawing/2014/main" id="{AE98B558-D14B-3454-5AEB-4829DBC663C6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6" name="直接连接符 45105">
                <a:extLst>
                  <a:ext uri="{FF2B5EF4-FFF2-40B4-BE49-F238E27FC236}">
                    <a16:creationId xmlns:a16="http://schemas.microsoft.com/office/drawing/2014/main" id="{3070741D-BFA9-481A-7EC2-288B12AB2D2E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7" name="直接连接符 45106">
                <a:extLst>
                  <a:ext uri="{FF2B5EF4-FFF2-40B4-BE49-F238E27FC236}">
                    <a16:creationId xmlns:a16="http://schemas.microsoft.com/office/drawing/2014/main" id="{B71FCE70-D5B9-C706-BB6B-56863EE256CD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8" name="直接连接符 45107">
                <a:extLst>
                  <a:ext uri="{FF2B5EF4-FFF2-40B4-BE49-F238E27FC236}">
                    <a16:creationId xmlns:a16="http://schemas.microsoft.com/office/drawing/2014/main" id="{125B55EA-F3AE-5D6E-20EA-65E616CF284F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9" name="直接连接符 45108">
                <a:extLst>
                  <a:ext uri="{FF2B5EF4-FFF2-40B4-BE49-F238E27FC236}">
                    <a16:creationId xmlns:a16="http://schemas.microsoft.com/office/drawing/2014/main" id="{DFFA8A92-232F-B7D0-B158-7E1240447E88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0" name="直接连接符 45109">
                <a:extLst>
                  <a:ext uri="{FF2B5EF4-FFF2-40B4-BE49-F238E27FC236}">
                    <a16:creationId xmlns:a16="http://schemas.microsoft.com/office/drawing/2014/main" id="{72FB5A0C-5A88-3980-F4FF-BAFCDBEB983D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1" name="直接连接符 45110">
                <a:extLst>
                  <a:ext uri="{FF2B5EF4-FFF2-40B4-BE49-F238E27FC236}">
                    <a16:creationId xmlns:a16="http://schemas.microsoft.com/office/drawing/2014/main" id="{05F836FE-1B40-2DE1-DB09-56A944B91F33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2" name="直接连接符 45111">
                <a:extLst>
                  <a:ext uri="{FF2B5EF4-FFF2-40B4-BE49-F238E27FC236}">
                    <a16:creationId xmlns:a16="http://schemas.microsoft.com/office/drawing/2014/main" id="{A5FCDE49-92C2-F254-88AD-009EBDF5EBCB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3" name="直接连接符 45112">
                <a:extLst>
                  <a:ext uri="{FF2B5EF4-FFF2-40B4-BE49-F238E27FC236}">
                    <a16:creationId xmlns:a16="http://schemas.microsoft.com/office/drawing/2014/main" id="{CC086163-4D60-5726-AFED-277EE23F337E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4" name="直接连接符 45113">
                <a:extLst>
                  <a:ext uri="{FF2B5EF4-FFF2-40B4-BE49-F238E27FC236}">
                    <a16:creationId xmlns:a16="http://schemas.microsoft.com/office/drawing/2014/main" id="{B667B450-6B65-F0A9-47DF-540625633E49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5" name="直接连接符 45114">
                <a:extLst>
                  <a:ext uri="{FF2B5EF4-FFF2-40B4-BE49-F238E27FC236}">
                    <a16:creationId xmlns:a16="http://schemas.microsoft.com/office/drawing/2014/main" id="{692345DB-7DD5-F8B5-1FD5-67C99E1C71C9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6" name="直接连接符 45115">
                <a:extLst>
                  <a:ext uri="{FF2B5EF4-FFF2-40B4-BE49-F238E27FC236}">
                    <a16:creationId xmlns:a16="http://schemas.microsoft.com/office/drawing/2014/main" id="{E1F36FF1-2533-FB23-A091-D9B464A85FBA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7" name="直接连接符 45116">
                <a:extLst>
                  <a:ext uri="{FF2B5EF4-FFF2-40B4-BE49-F238E27FC236}">
                    <a16:creationId xmlns:a16="http://schemas.microsoft.com/office/drawing/2014/main" id="{BA6DE23E-A7F8-3013-073B-CCBCB50FE4F6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8" name="直接连接符 45117">
                <a:extLst>
                  <a:ext uri="{FF2B5EF4-FFF2-40B4-BE49-F238E27FC236}">
                    <a16:creationId xmlns:a16="http://schemas.microsoft.com/office/drawing/2014/main" id="{645E75B2-2A79-6FA0-144C-716C07D7A091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9" name="直接连接符 45118">
                <a:extLst>
                  <a:ext uri="{FF2B5EF4-FFF2-40B4-BE49-F238E27FC236}">
                    <a16:creationId xmlns:a16="http://schemas.microsoft.com/office/drawing/2014/main" id="{84D63662-82D8-D991-6F4E-D5FAFDA20CCC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4" name="直接连接符 41983">
                <a:extLst>
                  <a:ext uri="{FF2B5EF4-FFF2-40B4-BE49-F238E27FC236}">
                    <a16:creationId xmlns:a16="http://schemas.microsoft.com/office/drawing/2014/main" id="{3974D9B6-8BC6-B17A-40F9-41988D836792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5" name="直接连接符 41984">
                <a:extLst>
                  <a:ext uri="{FF2B5EF4-FFF2-40B4-BE49-F238E27FC236}">
                    <a16:creationId xmlns:a16="http://schemas.microsoft.com/office/drawing/2014/main" id="{C3678E8D-FFAF-F159-48ED-94B5FB72BEA2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6" name="直接连接符 41985">
                <a:extLst>
                  <a:ext uri="{FF2B5EF4-FFF2-40B4-BE49-F238E27FC236}">
                    <a16:creationId xmlns:a16="http://schemas.microsoft.com/office/drawing/2014/main" id="{0DB554D3-8F2A-4889-6D2E-05A8A05F8B40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8" name="直接连接符 41987">
                <a:extLst>
                  <a:ext uri="{FF2B5EF4-FFF2-40B4-BE49-F238E27FC236}">
                    <a16:creationId xmlns:a16="http://schemas.microsoft.com/office/drawing/2014/main" id="{0D7B372D-68EE-EA07-688B-BF3E52CE21D9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9" name="直接连接符 41988">
                <a:extLst>
                  <a:ext uri="{FF2B5EF4-FFF2-40B4-BE49-F238E27FC236}">
                    <a16:creationId xmlns:a16="http://schemas.microsoft.com/office/drawing/2014/main" id="{8AAB7BFE-F1EF-B4D1-CAC1-0339917549AC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0" name="直接连接符 41989">
                <a:extLst>
                  <a:ext uri="{FF2B5EF4-FFF2-40B4-BE49-F238E27FC236}">
                    <a16:creationId xmlns:a16="http://schemas.microsoft.com/office/drawing/2014/main" id="{46DE49F6-4C6E-F240-92A1-6D6BC365F9AD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1" name="直接连接符 41990">
                <a:extLst>
                  <a:ext uri="{FF2B5EF4-FFF2-40B4-BE49-F238E27FC236}">
                    <a16:creationId xmlns:a16="http://schemas.microsoft.com/office/drawing/2014/main" id="{EEFC13ED-6CE4-712C-D2BF-C48831A280B5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0965E57-9FA9-8EE1-16E5-31138638E39C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D4CA9BFB-00E0-05EF-CD0D-5C79114A54AC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BD6EED76-1E21-4561-8171-DB2AAEDA76AA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45B1D7CF-ECE4-BAB8-C2B2-AF25D190E9D5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AF8D945A-1F29-4504-D6AD-CABF45D05768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307DAD7-5599-015A-D53D-DB6996BE68FE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49CDAA8-2ECF-1FEC-1625-385B4261894D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70FD1BFC-9C12-EF56-976E-3AEF2A90BC90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67C9E93C-B173-CABE-AD76-E9130E633B95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162BB83-978A-7CBE-142E-097CBD3715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75497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380C154-A8E8-6828-62D2-81D794943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47EF5901-3D78-E9AC-A114-482070283A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3.6 有向无圈图与拓扑排序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1F4E2D1A-15D6-FAA7-BEF4-4790EEF925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443787"/>
            <a:ext cx="7886700" cy="460798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/>
              <a:t>拓扑排序</a:t>
            </a:r>
            <a:r>
              <a:rPr lang="zh-CN" altLang="en-US" sz="2800" dirty="0"/>
              <a:t>：是针对</a:t>
            </a:r>
            <a:r>
              <a:rPr lang="zh-CN" altLang="en-US" sz="2800" b="1" dirty="0"/>
              <a:t>有向无环图（</a:t>
            </a:r>
            <a:r>
              <a:rPr lang="en-US" altLang="zh-CN" sz="2800" b="1" dirty="0"/>
              <a:t>DAG</a:t>
            </a:r>
            <a:r>
              <a:rPr lang="zh-CN" altLang="en-US" sz="2800" b="1" dirty="0"/>
              <a:t>）</a:t>
            </a:r>
            <a:r>
              <a:rPr lang="zh-CN" altLang="en-US" sz="2800" dirty="0"/>
              <a:t>的一种</a:t>
            </a:r>
            <a:r>
              <a:rPr lang="zh-CN" altLang="en-US" sz="2800" b="1" dirty="0"/>
              <a:t>线性排序</a:t>
            </a:r>
            <a:r>
              <a:rPr lang="zh-CN" altLang="en-US" sz="2800" dirty="0"/>
              <a:t>方法。它要求如果图中存在一条从节点 </a:t>
            </a:r>
            <a:r>
              <a:rPr lang="en-US" altLang="zh-CN" sz="2800" dirty="0"/>
              <a:t>A </a:t>
            </a:r>
            <a:r>
              <a:rPr lang="zh-CN" altLang="en-US" sz="2800" dirty="0"/>
              <a:t>到节点 </a:t>
            </a:r>
            <a:r>
              <a:rPr lang="en-US" altLang="zh-CN" sz="2800" dirty="0"/>
              <a:t>B </a:t>
            </a:r>
            <a:r>
              <a:rPr lang="zh-CN" altLang="en-US" sz="2800" dirty="0"/>
              <a:t>的路径，那么在排序结果中，</a:t>
            </a:r>
            <a:r>
              <a:rPr lang="zh-CN" altLang="en-US" sz="2800" b="1" dirty="0"/>
              <a:t>节点 </a:t>
            </a:r>
            <a:r>
              <a:rPr lang="en-US" altLang="zh-CN" sz="2800" b="1" dirty="0"/>
              <a:t>A </a:t>
            </a:r>
            <a:r>
              <a:rPr lang="zh-CN" altLang="en-US" sz="2800" b="1" dirty="0"/>
              <a:t>必须排在节点 </a:t>
            </a:r>
            <a:r>
              <a:rPr lang="en-US" altLang="zh-CN" sz="2800" b="1" dirty="0"/>
              <a:t>B </a:t>
            </a:r>
            <a:r>
              <a:rPr lang="zh-CN" altLang="en-US" sz="2800" b="1" dirty="0"/>
              <a:t>的前</a:t>
            </a:r>
            <a:r>
              <a:rPr lang="zh-CN" altLang="en-US" sz="2800" dirty="0"/>
              <a:t>面。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应用场景</a:t>
            </a:r>
            <a:r>
              <a:rPr lang="zh-CN" altLang="en-US" sz="2400" dirty="0"/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任务调度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依赖关系分析（如编译器的依赖解析）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800" dirty="0"/>
          </a:p>
        </p:txBody>
      </p:sp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30E649A4-8B3B-0335-22F3-49F7CD9A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7B939A-E384-4FDF-96AB-FB540A6B5796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E22F688-AC03-F7F1-C4C1-9A94463E85C0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B6E84ECD-1A6C-B410-3495-2DBF7A31DDEE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3F86F8DA-2410-E86A-499C-F019CA4EB35B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936EBDB-2894-3190-7851-9413E30B26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184AD65C-C9B5-6D2E-A01F-61128C0021FB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EC15452-4E27-F3A5-49B1-44F5C8FEC91D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DF14C4C-75FF-E495-C3EC-647B6096C110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A098347E-7424-E458-A4C1-7CBDED1207EC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01807F86-3BDA-DC4F-3B32-388F5719CA33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AD5A0AF6-206C-93E4-37BD-A57E63A1F376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9660C06C-BE72-06FA-D358-746E956CB4F4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B5C92C85-A406-DFD8-8909-B509A866CD11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052E4000-39AB-E5BC-BC01-442860BC381E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E84668CD-892B-A463-A43B-ABC9AAFE0229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96146FD7-8C0B-3792-CD11-07CBCFC8140A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1CCF51F0-A751-868D-FC79-5BEFA7D22003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DC8742CD-BBC7-CDCC-6335-D5BE65A104D4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7C6C60E-803A-7367-09D5-F30FB56447D8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80051B0A-2375-FD78-DDE0-B70F81733094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166F967F-C800-053C-26B1-366DF4910481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A7D9ED63-7A5B-0AEB-FB69-1E1647795FFD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868A5EE1-D6F6-886D-A2EE-DA52EE31814D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76773C72-EBD5-6E40-352E-740043F92F32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CBEC42D6-F081-7C77-D200-A19A8F84BC66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8B0F7FE4-C7DD-E512-ECF7-C0BB46DCE264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8F90DDC7-3B84-046E-C7A9-60D34232FF14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F38C43A0-81A7-E706-E3AE-3B95C6315A87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3BC59D9A-3F45-F608-8042-2DCC469A5B45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23E54B85-B5CD-A81B-88EE-080D95BB17C0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6A041035-8E21-5AAD-799F-C3D72CA72EF6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B545AEB6-D6ED-B6EB-E5BE-A6A9513EDB37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36C31212-F004-CA3C-DDF7-606F4198A97F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9DD4C1B6-C282-E748-CDA4-F1EE7791B0C0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AE2E62C6-B80B-077C-44A0-2FCE8D3308AF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D7E56785-C839-1921-6A3C-4A295AF47C1E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77168DBA-B564-F961-9FFB-85CA0DBBEA0C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BC1110F7-71C9-89CE-CF19-F88C24EE467C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54675F1D-7930-9C8F-9481-4B3CA9CEBCCC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B9FCABE6-1ED1-641C-0B6B-E5D6311138B4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CCD034F0-2001-29AE-85AD-575602321549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3D05B78D-734A-28D5-7BAC-D47E4FA59C44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5D40DBC5-5F27-AD98-8CA3-954A391A22AF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9270BA36-C9F1-31D3-C255-2AA79BFBA537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AA6071A7-F433-FF28-F945-9B64B3B19179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56336456-9103-7BED-750E-0628AE385E55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49079FA0-9BBB-E73A-FB7F-2B0E1A5BFE74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5CFBD1A4-0051-C208-4FF1-C7B81B584184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DF622A53-8CC8-DB47-05D6-F9AAE4DBC365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22FC3694-E551-B640-A9BE-CEB69F2869AF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36697F05-FDE9-9AE0-AD66-25697A62DE56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1B5D4C67-28A3-D803-4031-21C61D6EF83C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574FF6BE-9492-4923-96F0-C234B7CEC9E9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56" name="直接连接符 45055">
                <a:extLst>
                  <a:ext uri="{FF2B5EF4-FFF2-40B4-BE49-F238E27FC236}">
                    <a16:creationId xmlns:a16="http://schemas.microsoft.com/office/drawing/2014/main" id="{41BBF525-7531-3FE1-6EC7-FA72B51E6ABA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57" name="直接连接符 45056">
                <a:extLst>
                  <a:ext uri="{FF2B5EF4-FFF2-40B4-BE49-F238E27FC236}">
                    <a16:creationId xmlns:a16="http://schemas.microsoft.com/office/drawing/2014/main" id="{EDB1C207-5AAD-6188-A129-D597E68CC560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0" name="直接连接符 45059">
                <a:extLst>
                  <a:ext uri="{FF2B5EF4-FFF2-40B4-BE49-F238E27FC236}">
                    <a16:creationId xmlns:a16="http://schemas.microsoft.com/office/drawing/2014/main" id="{A1312C9D-3E2E-CC6B-944C-5434598E4265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1" name="直接连接符 45060">
                <a:extLst>
                  <a:ext uri="{FF2B5EF4-FFF2-40B4-BE49-F238E27FC236}">
                    <a16:creationId xmlns:a16="http://schemas.microsoft.com/office/drawing/2014/main" id="{01B75138-BC07-B07D-C4F4-376637154AAB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2" name="直接连接符 45061">
                <a:extLst>
                  <a:ext uri="{FF2B5EF4-FFF2-40B4-BE49-F238E27FC236}">
                    <a16:creationId xmlns:a16="http://schemas.microsoft.com/office/drawing/2014/main" id="{6F2F0169-18F9-7800-4725-4CA04BDE556D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3" name="直接连接符 45062">
                <a:extLst>
                  <a:ext uri="{FF2B5EF4-FFF2-40B4-BE49-F238E27FC236}">
                    <a16:creationId xmlns:a16="http://schemas.microsoft.com/office/drawing/2014/main" id="{BB22C9B5-BF1A-C50F-671D-E7C2A97155A0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4" name="直接连接符 45063">
                <a:extLst>
                  <a:ext uri="{FF2B5EF4-FFF2-40B4-BE49-F238E27FC236}">
                    <a16:creationId xmlns:a16="http://schemas.microsoft.com/office/drawing/2014/main" id="{20E9BE6C-66A8-902B-7659-8ED8B4FD0F8C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5" name="直接连接符 45064">
                <a:extLst>
                  <a:ext uri="{FF2B5EF4-FFF2-40B4-BE49-F238E27FC236}">
                    <a16:creationId xmlns:a16="http://schemas.microsoft.com/office/drawing/2014/main" id="{E5465414-A602-5984-2896-CC212CFEC444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6" name="直接连接符 45065">
                <a:extLst>
                  <a:ext uri="{FF2B5EF4-FFF2-40B4-BE49-F238E27FC236}">
                    <a16:creationId xmlns:a16="http://schemas.microsoft.com/office/drawing/2014/main" id="{673D5FB9-BD22-42BC-BCD5-ABCBD581FE2A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7" name="直接连接符 45066">
                <a:extLst>
                  <a:ext uri="{FF2B5EF4-FFF2-40B4-BE49-F238E27FC236}">
                    <a16:creationId xmlns:a16="http://schemas.microsoft.com/office/drawing/2014/main" id="{DB5DE589-2CEB-6FD7-42A0-E7887AEB833E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8" name="直接连接符 45067">
                <a:extLst>
                  <a:ext uri="{FF2B5EF4-FFF2-40B4-BE49-F238E27FC236}">
                    <a16:creationId xmlns:a16="http://schemas.microsoft.com/office/drawing/2014/main" id="{282C52E3-157C-897D-5C6E-0B65A3FDCD78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9" name="直接连接符 45068">
                <a:extLst>
                  <a:ext uri="{FF2B5EF4-FFF2-40B4-BE49-F238E27FC236}">
                    <a16:creationId xmlns:a16="http://schemas.microsoft.com/office/drawing/2014/main" id="{F3237D7C-4ABD-C619-239A-30B38702247F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0" name="直接连接符 45069">
                <a:extLst>
                  <a:ext uri="{FF2B5EF4-FFF2-40B4-BE49-F238E27FC236}">
                    <a16:creationId xmlns:a16="http://schemas.microsoft.com/office/drawing/2014/main" id="{0CE8270A-7280-3688-FC61-31D5B40A7704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1" name="直接连接符 45070">
                <a:extLst>
                  <a:ext uri="{FF2B5EF4-FFF2-40B4-BE49-F238E27FC236}">
                    <a16:creationId xmlns:a16="http://schemas.microsoft.com/office/drawing/2014/main" id="{46A6F042-308B-7EA2-78BA-91472979C2CE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2" name="直接连接符 45071">
                <a:extLst>
                  <a:ext uri="{FF2B5EF4-FFF2-40B4-BE49-F238E27FC236}">
                    <a16:creationId xmlns:a16="http://schemas.microsoft.com/office/drawing/2014/main" id="{CC34E19C-78C4-DC0C-2E0B-19EDE3733BF2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3" name="直接连接符 45072">
                <a:extLst>
                  <a:ext uri="{FF2B5EF4-FFF2-40B4-BE49-F238E27FC236}">
                    <a16:creationId xmlns:a16="http://schemas.microsoft.com/office/drawing/2014/main" id="{23FF41DC-5AE8-E015-62A4-C7E827FE6328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4" name="直接连接符 45073">
                <a:extLst>
                  <a:ext uri="{FF2B5EF4-FFF2-40B4-BE49-F238E27FC236}">
                    <a16:creationId xmlns:a16="http://schemas.microsoft.com/office/drawing/2014/main" id="{8F03C05B-F0E8-C6AC-502C-2708D79D0188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5" name="直接连接符 45074">
                <a:extLst>
                  <a:ext uri="{FF2B5EF4-FFF2-40B4-BE49-F238E27FC236}">
                    <a16:creationId xmlns:a16="http://schemas.microsoft.com/office/drawing/2014/main" id="{10900F4A-A990-B523-0FFC-F643B8C0E5A7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6" name="直接连接符 45075">
                <a:extLst>
                  <a:ext uri="{FF2B5EF4-FFF2-40B4-BE49-F238E27FC236}">
                    <a16:creationId xmlns:a16="http://schemas.microsoft.com/office/drawing/2014/main" id="{1632EF53-5696-E1AA-43F3-0A8B9084B97E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7" name="直接连接符 45076">
                <a:extLst>
                  <a:ext uri="{FF2B5EF4-FFF2-40B4-BE49-F238E27FC236}">
                    <a16:creationId xmlns:a16="http://schemas.microsoft.com/office/drawing/2014/main" id="{85D03D81-2EB8-8C71-B4B4-5A14C145FA5F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8" name="直接连接符 45077">
                <a:extLst>
                  <a:ext uri="{FF2B5EF4-FFF2-40B4-BE49-F238E27FC236}">
                    <a16:creationId xmlns:a16="http://schemas.microsoft.com/office/drawing/2014/main" id="{7CCDB0EC-303E-5740-886E-7394338CCCCC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9" name="直接连接符 45078">
                <a:extLst>
                  <a:ext uri="{FF2B5EF4-FFF2-40B4-BE49-F238E27FC236}">
                    <a16:creationId xmlns:a16="http://schemas.microsoft.com/office/drawing/2014/main" id="{D63146FC-67D5-9F35-4E32-C3D46682828C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0" name="直接连接符 45079">
                <a:extLst>
                  <a:ext uri="{FF2B5EF4-FFF2-40B4-BE49-F238E27FC236}">
                    <a16:creationId xmlns:a16="http://schemas.microsoft.com/office/drawing/2014/main" id="{524A0105-81B6-FC23-5912-EB0808BF781B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1" name="直接连接符 45080">
                <a:extLst>
                  <a:ext uri="{FF2B5EF4-FFF2-40B4-BE49-F238E27FC236}">
                    <a16:creationId xmlns:a16="http://schemas.microsoft.com/office/drawing/2014/main" id="{773B79AF-2B6D-48B5-3473-943DFEE1085E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2" name="直接连接符 45081">
                <a:extLst>
                  <a:ext uri="{FF2B5EF4-FFF2-40B4-BE49-F238E27FC236}">
                    <a16:creationId xmlns:a16="http://schemas.microsoft.com/office/drawing/2014/main" id="{771C2419-673E-B718-906C-E9B2D5889221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3" name="直接连接符 45082">
                <a:extLst>
                  <a:ext uri="{FF2B5EF4-FFF2-40B4-BE49-F238E27FC236}">
                    <a16:creationId xmlns:a16="http://schemas.microsoft.com/office/drawing/2014/main" id="{B6E409E7-C846-4FB0-8FFB-727D6901531F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4" name="直接连接符 45083">
                <a:extLst>
                  <a:ext uri="{FF2B5EF4-FFF2-40B4-BE49-F238E27FC236}">
                    <a16:creationId xmlns:a16="http://schemas.microsoft.com/office/drawing/2014/main" id="{426FE84A-2A37-6720-B074-F2A42756386B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5" name="直接连接符 45084">
                <a:extLst>
                  <a:ext uri="{FF2B5EF4-FFF2-40B4-BE49-F238E27FC236}">
                    <a16:creationId xmlns:a16="http://schemas.microsoft.com/office/drawing/2014/main" id="{A2E7946F-0AFC-E283-48AC-BF54BC8A9C9F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6" name="直接连接符 45085">
                <a:extLst>
                  <a:ext uri="{FF2B5EF4-FFF2-40B4-BE49-F238E27FC236}">
                    <a16:creationId xmlns:a16="http://schemas.microsoft.com/office/drawing/2014/main" id="{CF6C024D-2228-7618-7E6A-47E684C0B02B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7" name="直接连接符 45086">
                <a:extLst>
                  <a:ext uri="{FF2B5EF4-FFF2-40B4-BE49-F238E27FC236}">
                    <a16:creationId xmlns:a16="http://schemas.microsoft.com/office/drawing/2014/main" id="{157F3C91-491A-FB1B-B5FE-DCD288CBDABB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8" name="直接连接符 45087">
                <a:extLst>
                  <a:ext uri="{FF2B5EF4-FFF2-40B4-BE49-F238E27FC236}">
                    <a16:creationId xmlns:a16="http://schemas.microsoft.com/office/drawing/2014/main" id="{A4FB545B-220A-333B-5FB2-8927FA6ED89F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9" name="直接连接符 45088">
                <a:extLst>
                  <a:ext uri="{FF2B5EF4-FFF2-40B4-BE49-F238E27FC236}">
                    <a16:creationId xmlns:a16="http://schemas.microsoft.com/office/drawing/2014/main" id="{90E7083D-9F3E-38E4-F3FD-4617EFAE9D81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0" name="直接连接符 45089">
                <a:extLst>
                  <a:ext uri="{FF2B5EF4-FFF2-40B4-BE49-F238E27FC236}">
                    <a16:creationId xmlns:a16="http://schemas.microsoft.com/office/drawing/2014/main" id="{184764B0-A3A6-8D59-0BC5-1650773133F8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1" name="直接连接符 45090">
                <a:extLst>
                  <a:ext uri="{FF2B5EF4-FFF2-40B4-BE49-F238E27FC236}">
                    <a16:creationId xmlns:a16="http://schemas.microsoft.com/office/drawing/2014/main" id="{7575DF85-30F5-1BD4-708C-42ABD6D0DFCD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2" name="直接连接符 45091">
                <a:extLst>
                  <a:ext uri="{FF2B5EF4-FFF2-40B4-BE49-F238E27FC236}">
                    <a16:creationId xmlns:a16="http://schemas.microsoft.com/office/drawing/2014/main" id="{D47D840C-FABB-0300-34B1-D14129D46412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3" name="直接连接符 45092">
                <a:extLst>
                  <a:ext uri="{FF2B5EF4-FFF2-40B4-BE49-F238E27FC236}">
                    <a16:creationId xmlns:a16="http://schemas.microsoft.com/office/drawing/2014/main" id="{B68035CF-7D09-4AB6-C6D3-6D4FA572B7BB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4" name="直接连接符 45093">
                <a:extLst>
                  <a:ext uri="{FF2B5EF4-FFF2-40B4-BE49-F238E27FC236}">
                    <a16:creationId xmlns:a16="http://schemas.microsoft.com/office/drawing/2014/main" id="{F99CC9CC-1F05-1FAC-6680-7B86A75A524E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5" name="直接连接符 45094">
                <a:extLst>
                  <a:ext uri="{FF2B5EF4-FFF2-40B4-BE49-F238E27FC236}">
                    <a16:creationId xmlns:a16="http://schemas.microsoft.com/office/drawing/2014/main" id="{4936FE35-94D3-03C8-7431-03FCB2E6792E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6" name="直接连接符 45095">
                <a:extLst>
                  <a:ext uri="{FF2B5EF4-FFF2-40B4-BE49-F238E27FC236}">
                    <a16:creationId xmlns:a16="http://schemas.microsoft.com/office/drawing/2014/main" id="{EC7EB18D-4152-B79F-30F4-2E9CC8F73E35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7" name="直接连接符 45096">
                <a:extLst>
                  <a:ext uri="{FF2B5EF4-FFF2-40B4-BE49-F238E27FC236}">
                    <a16:creationId xmlns:a16="http://schemas.microsoft.com/office/drawing/2014/main" id="{1789DCEE-0194-8B44-CCFF-B3B72D937E33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8" name="直接连接符 45097">
                <a:extLst>
                  <a:ext uri="{FF2B5EF4-FFF2-40B4-BE49-F238E27FC236}">
                    <a16:creationId xmlns:a16="http://schemas.microsoft.com/office/drawing/2014/main" id="{E3231119-8AB0-5B6C-963B-6D5B442C43F6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9" name="直接连接符 45098">
                <a:extLst>
                  <a:ext uri="{FF2B5EF4-FFF2-40B4-BE49-F238E27FC236}">
                    <a16:creationId xmlns:a16="http://schemas.microsoft.com/office/drawing/2014/main" id="{8B1AC21E-AE1D-C1DC-E06B-C334EBFCCF6F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0" name="直接连接符 45099">
                <a:extLst>
                  <a:ext uri="{FF2B5EF4-FFF2-40B4-BE49-F238E27FC236}">
                    <a16:creationId xmlns:a16="http://schemas.microsoft.com/office/drawing/2014/main" id="{642C2AFB-97BF-55F1-FD59-B3F5D11A18AE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1" name="直接连接符 45100">
                <a:extLst>
                  <a:ext uri="{FF2B5EF4-FFF2-40B4-BE49-F238E27FC236}">
                    <a16:creationId xmlns:a16="http://schemas.microsoft.com/office/drawing/2014/main" id="{DDDF01BB-EB8A-3352-B224-418EBE650F3C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2" name="直接连接符 45101">
                <a:extLst>
                  <a:ext uri="{FF2B5EF4-FFF2-40B4-BE49-F238E27FC236}">
                    <a16:creationId xmlns:a16="http://schemas.microsoft.com/office/drawing/2014/main" id="{A15344EB-F4AF-25D0-9CCC-6BA32CBA767F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3" name="直接连接符 45102">
                <a:extLst>
                  <a:ext uri="{FF2B5EF4-FFF2-40B4-BE49-F238E27FC236}">
                    <a16:creationId xmlns:a16="http://schemas.microsoft.com/office/drawing/2014/main" id="{15810EAF-E0A6-E103-19F7-995EB077AE2E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4" name="直接连接符 45103">
                <a:extLst>
                  <a:ext uri="{FF2B5EF4-FFF2-40B4-BE49-F238E27FC236}">
                    <a16:creationId xmlns:a16="http://schemas.microsoft.com/office/drawing/2014/main" id="{B54743F2-0043-79B9-A228-431F81A075EA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5" name="直接连接符 45104">
                <a:extLst>
                  <a:ext uri="{FF2B5EF4-FFF2-40B4-BE49-F238E27FC236}">
                    <a16:creationId xmlns:a16="http://schemas.microsoft.com/office/drawing/2014/main" id="{7F25BA6F-EF06-ECFE-F9CD-68FBC5E76246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6" name="直接连接符 45105">
                <a:extLst>
                  <a:ext uri="{FF2B5EF4-FFF2-40B4-BE49-F238E27FC236}">
                    <a16:creationId xmlns:a16="http://schemas.microsoft.com/office/drawing/2014/main" id="{5130D1A4-8E37-89F3-EE42-F5FECE08BEF9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7" name="直接连接符 45106">
                <a:extLst>
                  <a:ext uri="{FF2B5EF4-FFF2-40B4-BE49-F238E27FC236}">
                    <a16:creationId xmlns:a16="http://schemas.microsoft.com/office/drawing/2014/main" id="{E0C8C9AD-F698-A114-EB23-21A60122BB17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8" name="直接连接符 45107">
                <a:extLst>
                  <a:ext uri="{FF2B5EF4-FFF2-40B4-BE49-F238E27FC236}">
                    <a16:creationId xmlns:a16="http://schemas.microsoft.com/office/drawing/2014/main" id="{B43FDC11-241B-625F-5588-389C7E9392D6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9" name="直接连接符 45108">
                <a:extLst>
                  <a:ext uri="{FF2B5EF4-FFF2-40B4-BE49-F238E27FC236}">
                    <a16:creationId xmlns:a16="http://schemas.microsoft.com/office/drawing/2014/main" id="{52229101-3FEA-5E2F-E759-08FDE45A1F79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0" name="直接连接符 45109">
                <a:extLst>
                  <a:ext uri="{FF2B5EF4-FFF2-40B4-BE49-F238E27FC236}">
                    <a16:creationId xmlns:a16="http://schemas.microsoft.com/office/drawing/2014/main" id="{C7236A78-BD32-A0FB-9FB9-E361C7B72C83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1" name="直接连接符 45110">
                <a:extLst>
                  <a:ext uri="{FF2B5EF4-FFF2-40B4-BE49-F238E27FC236}">
                    <a16:creationId xmlns:a16="http://schemas.microsoft.com/office/drawing/2014/main" id="{74DA6DD6-7F37-E6A4-EFFD-7E8C1CE869DA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2" name="直接连接符 45111">
                <a:extLst>
                  <a:ext uri="{FF2B5EF4-FFF2-40B4-BE49-F238E27FC236}">
                    <a16:creationId xmlns:a16="http://schemas.microsoft.com/office/drawing/2014/main" id="{91673133-2D44-4C4E-70A7-A246FD5010CE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3" name="直接连接符 45112">
                <a:extLst>
                  <a:ext uri="{FF2B5EF4-FFF2-40B4-BE49-F238E27FC236}">
                    <a16:creationId xmlns:a16="http://schemas.microsoft.com/office/drawing/2014/main" id="{8892AB5C-5789-ED8F-7968-9803350F657C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4" name="直接连接符 45113">
                <a:extLst>
                  <a:ext uri="{FF2B5EF4-FFF2-40B4-BE49-F238E27FC236}">
                    <a16:creationId xmlns:a16="http://schemas.microsoft.com/office/drawing/2014/main" id="{C5F4588A-BC86-DF58-5211-2B82CADFF7E1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5" name="直接连接符 45114">
                <a:extLst>
                  <a:ext uri="{FF2B5EF4-FFF2-40B4-BE49-F238E27FC236}">
                    <a16:creationId xmlns:a16="http://schemas.microsoft.com/office/drawing/2014/main" id="{A1D74797-04D0-F129-8AFA-8A0236BB1155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6" name="直接连接符 45115">
                <a:extLst>
                  <a:ext uri="{FF2B5EF4-FFF2-40B4-BE49-F238E27FC236}">
                    <a16:creationId xmlns:a16="http://schemas.microsoft.com/office/drawing/2014/main" id="{A945F051-4134-E83B-BCBC-2DD2ED11FC26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7" name="直接连接符 45116">
                <a:extLst>
                  <a:ext uri="{FF2B5EF4-FFF2-40B4-BE49-F238E27FC236}">
                    <a16:creationId xmlns:a16="http://schemas.microsoft.com/office/drawing/2014/main" id="{596C3D2B-50F6-A894-C18E-11AF58506E09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8" name="直接连接符 45117">
                <a:extLst>
                  <a:ext uri="{FF2B5EF4-FFF2-40B4-BE49-F238E27FC236}">
                    <a16:creationId xmlns:a16="http://schemas.microsoft.com/office/drawing/2014/main" id="{E238BAE4-84B1-6C5A-8B21-AD5E2EC1EAFB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9" name="直接连接符 45118">
                <a:extLst>
                  <a:ext uri="{FF2B5EF4-FFF2-40B4-BE49-F238E27FC236}">
                    <a16:creationId xmlns:a16="http://schemas.microsoft.com/office/drawing/2014/main" id="{92F3EF25-83C8-FA6E-DB8A-A29F2E9DAFF9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4" name="直接连接符 41983">
                <a:extLst>
                  <a:ext uri="{FF2B5EF4-FFF2-40B4-BE49-F238E27FC236}">
                    <a16:creationId xmlns:a16="http://schemas.microsoft.com/office/drawing/2014/main" id="{FCFB7A9E-96D7-701C-4EF2-B68559E94250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5" name="直接连接符 41984">
                <a:extLst>
                  <a:ext uri="{FF2B5EF4-FFF2-40B4-BE49-F238E27FC236}">
                    <a16:creationId xmlns:a16="http://schemas.microsoft.com/office/drawing/2014/main" id="{7FDF6C46-4DCE-6669-3C46-DA0771D4D8FD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6" name="直接连接符 41985">
                <a:extLst>
                  <a:ext uri="{FF2B5EF4-FFF2-40B4-BE49-F238E27FC236}">
                    <a16:creationId xmlns:a16="http://schemas.microsoft.com/office/drawing/2014/main" id="{BCD4E4BA-A377-5213-7D45-76B403446F54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8" name="直接连接符 41987">
                <a:extLst>
                  <a:ext uri="{FF2B5EF4-FFF2-40B4-BE49-F238E27FC236}">
                    <a16:creationId xmlns:a16="http://schemas.microsoft.com/office/drawing/2014/main" id="{DE8AEFB3-A74B-1DD2-4836-6BB1ED079543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9" name="直接连接符 41988">
                <a:extLst>
                  <a:ext uri="{FF2B5EF4-FFF2-40B4-BE49-F238E27FC236}">
                    <a16:creationId xmlns:a16="http://schemas.microsoft.com/office/drawing/2014/main" id="{74EE87F7-33F7-345C-3BE1-52703BA6DE40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0" name="直接连接符 41989">
                <a:extLst>
                  <a:ext uri="{FF2B5EF4-FFF2-40B4-BE49-F238E27FC236}">
                    <a16:creationId xmlns:a16="http://schemas.microsoft.com/office/drawing/2014/main" id="{B8EDC6B6-2488-3A22-7582-E1DB179502D8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1" name="直接连接符 41990">
                <a:extLst>
                  <a:ext uri="{FF2B5EF4-FFF2-40B4-BE49-F238E27FC236}">
                    <a16:creationId xmlns:a16="http://schemas.microsoft.com/office/drawing/2014/main" id="{340E7D75-AB77-1F77-91E3-A6B223D4BD57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744B520F-98A1-FD11-3A96-758DE6A0A2A9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F576217E-F405-88D6-2C95-80A9E4C347DA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C8EE777D-E5DA-3818-AAA0-FF1CA95E357F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6A9B5906-036A-F103-BAE5-5D49628C8886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78AD5A56-E937-ACEB-5250-DEA5D9179A3F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BE1B8BAB-1251-7DF0-A625-7B607770866B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B7C74FA-1FC3-6D0C-FB66-65D83090B3EC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07078D7-C448-74FF-3444-87E289FB5AA7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51F4010D-A11E-2F91-873A-1AF8F2BBD331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94C41BCA-5DB9-93D7-FB3E-939DCC9DB7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98651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71AA639-8014-BBA4-AFCD-65921583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7C396EF2-9C8C-2530-8111-BEC59404A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3.6 有向无圈图与拓扑排序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46680A5-6361-2308-8244-106AAAC76E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68982"/>
            <a:ext cx="7886700" cy="4607981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问题背景</a:t>
            </a:r>
            <a:r>
              <a:rPr lang="zh-CN" altLang="en-US" sz="2800" dirty="0"/>
              <a:t>：存在标记为{1,2,</a:t>
            </a:r>
            <a:r>
              <a:rPr lang="zh-CN" altLang="en-US" sz="2800" dirty="0">
                <a:latin typeface="Comic Sans MS" panose="030F0702030302020204" pitchFamily="66" charset="0"/>
              </a:rPr>
              <a:t>…</a:t>
            </a:r>
            <a:r>
              <a:rPr lang="zh-CN" altLang="en-US" sz="2800" dirty="0"/>
              <a:t>,</a:t>
            </a:r>
            <a:r>
              <a:rPr lang="en-US" altLang="zh-CN" sz="2800" dirty="0"/>
              <a:t>n</a:t>
            </a:r>
            <a:r>
              <a:rPr lang="zh-CN" altLang="en-US" sz="2800" dirty="0"/>
              <a:t>任务集，之间存在先后的依赖性，是否存在一个有效的执行任务的次序？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有向图</a:t>
            </a:r>
            <a:r>
              <a:rPr lang="en-US" altLang="zh-CN" sz="2800" dirty="0"/>
              <a:t>G = (V, E)</a:t>
            </a:r>
            <a:r>
              <a:rPr lang="zh-CN" altLang="en-US" sz="2800" dirty="0"/>
              <a:t>的一个</a:t>
            </a:r>
            <a:r>
              <a:rPr lang="zh-CN" altLang="en-US" sz="2800" dirty="0">
                <a:solidFill>
                  <a:schemeClr val="hlink"/>
                </a:solidFill>
              </a:rPr>
              <a:t>拓扑排序</a:t>
            </a:r>
            <a:r>
              <a:rPr lang="zh-CN" altLang="en-US" sz="2800" dirty="0"/>
              <a:t>是它的结点作为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</a:t>
            </a:r>
            <a:r>
              <a:rPr lang="en-US" altLang="zh-CN" sz="2800" dirty="0">
                <a:latin typeface="Comic Sans MS" panose="030F0702030302020204" pitchFamily="66" charset="0"/>
              </a:rPr>
              <a:t>…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n</a:t>
            </a:r>
            <a:r>
              <a:rPr lang="zh-CN" altLang="en-US" sz="2800" dirty="0"/>
              <a:t>的一个排序，</a:t>
            </a:r>
            <a:r>
              <a:rPr lang="zh-CN" altLang="en-US" sz="2800" b="1" dirty="0"/>
              <a:t>对每条边</a:t>
            </a:r>
            <a:r>
              <a:rPr lang="en-US" altLang="zh-CN" sz="2800" b="1" dirty="0"/>
              <a:t>(v</a:t>
            </a:r>
            <a:r>
              <a:rPr lang="en-US" altLang="zh-CN" sz="2800" b="1" baseline="-25000" dirty="0"/>
              <a:t>i</a:t>
            </a:r>
            <a:r>
              <a:rPr lang="en-US" altLang="zh-CN" sz="2800" b="1" dirty="0"/>
              <a:t>, </a:t>
            </a:r>
            <a:r>
              <a:rPr lang="en-US" altLang="zh-CN" sz="2800" b="1" dirty="0" err="1"/>
              <a:t>v</a:t>
            </a:r>
            <a:r>
              <a:rPr lang="en-US" altLang="zh-CN" sz="2800" b="1" baseline="-25000" dirty="0" err="1"/>
              <a:t>j</a:t>
            </a:r>
            <a:r>
              <a:rPr lang="en-US" altLang="zh-CN" sz="2800" b="1" dirty="0"/>
              <a:t>) ，</a:t>
            </a:r>
            <a:r>
              <a:rPr lang="zh-CN" altLang="en-US" sz="2800" b="1" dirty="0"/>
              <a:t>都有 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 &lt; j.</a:t>
            </a:r>
          </a:p>
        </p:txBody>
      </p:sp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5986715C-8EF2-D6F7-3650-D3B0C3F53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7B939A-E384-4FDF-96AB-FB540A6B5796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DF8AA06-6543-E1BE-8EF1-4268503E1D73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4EB364E7-5FA6-0313-343E-7F7C9DC8DDEE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90F5CEB9-A544-C833-1A78-8FA51BD8A8B3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780C17F-9B7B-4999-C46C-64438C2C9B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0314C029-AD3F-F3F2-39E2-DD4A5898814F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694A7E0-5793-2700-0C66-5FF2195B0DFF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E44FA86-965F-B96E-F54B-8BA9C2D2F38E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101728AB-D46A-C5C0-47B3-16587554B53E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F8ED7919-0D5F-6FAF-9F56-D8D6971A387D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1ACA3599-B935-33DD-69BE-66727D2CD226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15D23C12-F396-8371-13A7-B2905C50AA1F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4E2C5B6-F020-B6B0-1D23-A003B3B3C754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A083DFA5-A1CD-D98A-3B63-7B49A99C3F7C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2DD7D778-340C-6EB3-3B98-BBD18CE90AF3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D1B9CE02-7308-AE06-4174-32CF06BBDF28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3379EB99-8ECD-0944-71DE-701C36CF28D6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B5D27879-FF58-5E3C-10F0-9A53BAB2A0EF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DCA59B36-F005-B9F5-F4CE-7E610560BC42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AD335C2D-984F-12A6-3F38-879BBCB5FBB5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778B1900-8FDE-B885-A988-FE6A18C1A926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A0D16FA5-6BA4-27CB-5E44-B1DC0236F68E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BEE0B78-4A24-A9CA-EA87-FACC296D4A4D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EEDC0D9A-92BA-79A8-FDFB-E0BC40F047B4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0061AE66-0BCC-C44B-69FF-A87215A9DD63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8BE7F7C7-6D20-2D71-B48F-F440D64A7329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CEB4D825-C15B-A1BE-D8CC-9AC3E9BDCB3F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E9F9B53C-48AC-5332-208D-B45315AA1636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AD18A548-FF1A-8288-D222-11ECFF69BE6B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00A9BECE-7581-83CC-070A-10E954BBF2DC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20FA9853-92AC-9FF2-A1A1-224B084EA41E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023567A0-C159-312F-28DF-F697A8001B8F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61C6C777-D508-4B7F-0283-77E6E43B353D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16FDEF39-25C9-CE69-3173-8B0DDF1156AD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339F370E-1D86-460E-ED1F-BB09421DF717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CB59B374-06E4-2370-22FB-233C392E116E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4AF1DB49-31CB-9FA2-D4A6-345446C2CB30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F534E340-4D7C-EC8F-E5BA-43C3BB3619C1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645CBF4A-3EC8-FB2F-EA8F-ECA2F535D0D1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73CFFD86-C3AD-1D1B-83E9-3BBD06978545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F7729103-0A2E-481F-98F3-505190FEC65A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D4C9C82D-A962-BD5D-266C-A6E1BC8F83F5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6A63A9DD-4D91-693E-C24F-BE757F6D771B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A75D005D-F262-E795-28A1-0578A5DC71B6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9CED092C-0775-5793-3034-F2AC18C8C1DA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FD6726A4-0267-D9A0-F2F8-F02F3190DFFA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504FEA22-0891-1DD3-A1FF-59C57575FD32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2DAC0592-AF37-E097-70AF-51DE69F8FFB3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BAC3DE15-D9C3-F4BB-DB85-4966AEE8F9DA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3AB41932-0CAE-1A42-C72E-832EC3BEA4CF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A5814AE0-7035-4EBF-6D8F-5F97983B188F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4B88422F-D321-FECE-F52D-C5AC6FFF3489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72F8772B-EBED-A96B-37E8-7E00D740B707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56" name="直接连接符 45055">
                <a:extLst>
                  <a:ext uri="{FF2B5EF4-FFF2-40B4-BE49-F238E27FC236}">
                    <a16:creationId xmlns:a16="http://schemas.microsoft.com/office/drawing/2014/main" id="{EAB102BB-D206-6523-B6C3-1939AB233415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57" name="直接连接符 45056">
                <a:extLst>
                  <a:ext uri="{FF2B5EF4-FFF2-40B4-BE49-F238E27FC236}">
                    <a16:creationId xmlns:a16="http://schemas.microsoft.com/office/drawing/2014/main" id="{E3CCD955-02A6-0BAC-6B56-5BC352185207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0" name="直接连接符 45059">
                <a:extLst>
                  <a:ext uri="{FF2B5EF4-FFF2-40B4-BE49-F238E27FC236}">
                    <a16:creationId xmlns:a16="http://schemas.microsoft.com/office/drawing/2014/main" id="{952F02CE-3814-AB17-82A2-DADF8C7DB3F6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1" name="直接连接符 45060">
                <a:extLst>
                  <a:ext uri="{FF2B5EF4-FFF2-40B4-BE49-F238E27FC236}">
                    <a16:creationId xmlns:a16="http://schemas.microsoft.com/office/drawing/2014/main" id="{680E4CE1-CF5C-7DFD-48FB-259C3FCE0E46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2" name="直接连接符 45061">
                <a:extLst>
                  <a:ext uri="{FF2B5EF4-FFF2-40B4-BE49-F238E27FC236}">
                    <a16:creationId xmlns:a16="http://schemas.microsoft.com/office/drawing/2014/main" id="{ACFDEA62-6087-81C1-A0E0-3470A5FAE290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3" name="直接连接符 45062">
                <a:extLst>
                  <a:ext uri="{FF2B5EF4-FFF2-40B4-BE49-F238E27FC236}">
                    <a16:creationId xmlns:a16="http://schemas.microsoft.com/office/drawing/2014/main" id="{A7B60493-B769-ED50-F04A-1CF6C54E35E6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4" name="直接连接符 45063">
                <a:extLst>
                  <a:ext uri="{FF2B5EF4-FFF2-40B4-BE49-F238E27FC236}">
                    <a16:creationId xmlns:a16="http://schemas.microsoft.com/office/drawing/2014/main" id="{DF98977D-AF11-9C46-4C74-F4174CF45993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5" name="直接连接符 45064">
                <a:extLst>
                  <a:ext uri="{FF2B5EF4-FFF2-40B4-BE49-F238E27FC236}">
                    <a16:creationId xmlns:a16="http://schemas.microsoft.com/office/drawing/2014/main" id="{05080FE6-8FC2-83EE-3A7D-A635FAFF3180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6" name="直接连接符 45065">
                <a:extLst>
                  <a:ext uri="{FF2B5EF4-FFF2-40B4-BE49-F238E27FC236}">
                    <a16:creationId xmlns:a16="http://schemas.microsoft.com/office/drawing/2014/main" id="{A1400234-9F90-E47D-F68C-7F467B6D45B8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7" name="直接连接符 45066">
                <a:extLst>
                  <a:ext uri="{FF2B5EF4-FFF2-40B4-BE49-F238E27FC236}">
                    <a16:creationId xmlns:a16="http://schemas.microsoft.com/office/drawing/2014/main" id="{F4F63572-4517-8787-25EA-BD6970DBFEB2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8" name="直接连接符 45067">
                <a:extLst>
                  <a:ext uri="{FF2B5EF4-FFF2-40B4-BE49-F238E27FC236}">
                    <a16:creationId xmlns:a16="http://schemas.microsoft.com/office/drawing/2014/main" id="{39CF4B94-BE4F-2C73-3265-0D21B9B063DD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69" name="直接连接符 45068">
                <a:extLst>
                  <a:ext uri="{FF2B5EF4-FFF2-40B4-BE49-F238E27FC236}">
                    <a16:creationId xmlns:a16="http://schemas.microsoft.com/office/drawing/2014/main" id="{17489AD4-B3CE-BAAC-8459-F8D9DD29E7D5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0" name="直接连接符 45069">
                <a:extLst>
                  <a:ext uri="{FF2B5EF4-FFF2-40B4-BE49-F238E27FC236}">
                    <a16:creationId xmlns:a16="http://schemas.microsoft.com/office/drawing/2014/main" id="{7DB05660-8DE5-DC11-B477-3046CB93AD10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1" name="直接连接符 45070">
                <a:extLst>
                  <a:ext uri="{FF2B5EF4-FFF2-40B4-BE49-F238E27FC236}">
                    <a16:creationId xmlns:a16="http://schemas.microsoft.com/office/drawing/2014/main" id="{9E7B87D5-1C9D-5665-DE7F-EB728EFF89EF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2" name="直接连接符 45071">
                <a:extLst>
                  <a:ext uri="{FF2B5EF4-FFF2-40B4-BE49-F238E27FC236}">
                    <a16:creationId xmlns:a16="http://schemas.microsoft.com/office/drawing/2014/main" id="{7F58F5BF-FD73-EBD7-538D-6002277C3C25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3" name="直接连接符 45072">
                <a:extLst>
                  <a:ext uri="{FF2B5EF4-FFF2-40B4-BE49-F238E27FC236}">
                    <a16:creationId xmlns:a16="http://schemas.microsoft.com/office/drawing/2014/main" id="{A5A30837-B85E-724F-A80B-968E944C377D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4" name="直接连接符 45073">
                <a:extLst>
                  <a:ext uri="{FF2B5EF4-FFF2-40B4-BE49-F238E27FC236}">
                    <a16:creationId xmlns:a16="http://schemas.microsoft.com/office/drawing/2014/main" id="{0190DE11-F298-BC58-F878-D4E3D25A34AD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5" name="直接连接符 45074">
                <a:extLst>
                  <a:ext uri="{FF2B5EF4-FFF2-40B4-BE49-F238E27FC236}">
                    <a16:creationId xmlns:a16="http://schemas.microsoft.com/office/drawing/2014/main" id="{32235C3E-C7E5-84D5-43D3-0A8EA772BBF7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6" name="直接连接符 45075">
                <a:extLst>
                  <a:ext uri="{FF2B5EF4-FFF2-40B4-BE49-F238E27FC236}">
                    <a16:creationId xmlns:a16="http://schemas.microsoft.com/office/drawing/2014/main" id="{CC3000CB-BE07-1AF0-842D-51FE87C7A320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7" name="直接连接符 45076">
                <a:extLst>
                  <a:ext uri="{FF2B5EF4-FFF2-40B4-BE49-F238E27FC236}">
                    <a16:creationId xmlns:a16="http://schemas.microsoft.com/office/drawing/2014/main" id="{9609C04F-9970-1055-2E4E-4FD912BD65AE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8" name="直接连接符 45077">
                <a:extLst>
                  <a:ext uri="{FF2B5EF4-FFF2-40B4-BE49-F238E27FC236}">
                    <a16:creationId xmlns:a16="http://schemas.microsoft.com/office/drawing/2014/main" id="{D4422B50-B8A0-AB13-0B90-F534C14D9829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79" name="直接连接符 45078">
                <a:extLst>
                  <a:ext uri="{FF2B5EF4-FFF2-40B4-BE49-F238E27FC236}">
                    <a16:creationId xmlns:a16="http://schemas.microsoft.com/office/drawing/2014/main" id="{71ED35CC-9B68-1498-A81A-011029A99268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0" name="直接连接符 45079">
                <a:extLst>
                  <a:ext uri="{FF2B5EF4-FFF2-40B4-BE49-F238E27FC236}">
                    <a16:creationId xmlns:a16="http://schemas.microsoft.com/office/drawing/2014/main" id="{65E99990-6DAB-831E-9123-53CAE1A5B3A9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1" name="直接连接符 45080">
                <a:extLst>
                  <a:ext uri="{FF2B5EF4-FFF2-40B4-BE49-F238E27FC236}">
                    <a16:creationId xmlns:a16="http://schemas.microsoft.com/office/drawing/2014/main" id="{899C49CD-02C3-5376-48E7-714DD9F0D876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2" name="直接连接符 45081">
                <a:extLst>
                  <a:ext uri="{FF2B5EF4-FFF2-40B4-BE49-F238E27FC236}">
                    <a16:creationId xmlns:a16="http://schemas.microsoft.com/office/drawing/2014/main" id="{65F5848A-FD0D-E655-C369-AF66EF90F1FE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3" name="直接连接符 45082">
                <a:extLst>
                  <a:ext uri="{FF2B5EF4-FFF2-40B4-BE49-F238E27FC236}">
                    <a16:creationId xmlns:a16="http://schemas.microsoft.com/office/drawing/2014/main" id="{5354AD84-E062-6AF6-8284-E9AC28AD4E51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4" name="直接连接符 45083">
                <a:extLst>
                  <a:ext uri="{FF2B5EF4-FFF2-40B4-BE49-F238E27FC236}">
                    <a16:creationId xmlns:a16="http://schemas.microsoft.com/office/drawing/2014/main" id="{14AFA859-B247-22DF-6BA8-0A1260FB007E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5" name="直接连接符 45084">
                <a:extLst>
                  <a:ext uri="{FF2B5EF4-FFF2-40B4-BE49-F238E27FC236}">
                    <a16:creationId xmlns:a16="http://schemas.microsoft.com/office/drawing/2014/main" id="{32943379-ED91-EC52-E3BE-21E29E7CB505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6" name="直接连接符 45085">
                <a:extLst>
                  <a:ext uri="{FF2B5EF4-FFF2-40B4-BE49-F238E27FC236}">
                    <a16:creationId xmlns:a16="http://schemas.microsoft.com/office/drawing/2014/main" id="{E8E95711-E079-5041-3333-12931E5D4DC7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7" name="直接连接符 45086">
                <a:extLst>
                  <a:ext uri="{FF2B5EF4-FFF2-40B4-BE49-F238E27FC236}">
                    <a16:creationId xmlns:a16="http://schemas.microsoft.com/office/drawing/2014/main" id="{4A1D49CF-345A-0296-6ADC-D79CADD4F9EE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8" name="直接连接符 45087">
                <a:extLst>
                  <a:ext uri="{FF2B5EF4-FFF2-40B4-BE49-F238E27FC236}">
                    <a16:creationId xmlns:a16="http://schemas.microsoft.com/office/drawing/2014/main" id="{A8E86F86-3CA7-C585-BA67-A12D84506A3E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89" name="直接连接符 45088">
                <a:extLst>
                  <a:ext uri="{FF2B5EF4-FFF2-40B4-BE49-F238E27FC236}">
                    <a16:creationId xmlns:a16="http://schemas.microsoft.com/office/drawing/2014/main" id="{1D512CD9-4A94-7B25-4DB1-2209E1906644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0" name="直接连接符 45089">
                <a:extLst>
                  <a:ext uri="{FF2B5EF4-FFF2-40B4-BE49-F238E27FC236}">
                    <a16:creationId xmlns:a16="http://schemas.microsoft.com/office/drawing/2014/main" id="{1EB45923-5BA3-2ABD-CB9E-8EF685E42EAF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1" name="直接连接符 45090">
                <a:extLst>
                  <a:ext uri="{FF2B5EF4-FFF2-40B4-BE49-F238E27FC236}">
                    <a16:creationId xmlns:a16="http://schemas.microsoft.com/office/drawing/2014/main" id="{FF534EF4-2C9D-0F83-5143-92F4C4044382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2" name="直接连接符 45091">
                <a:extLst>
                  <a:ext uri="{FF2B5EF4-FFF2-40B4-BE49-F238E27FC236}">
                    <a16:creationId xmlns:a16="http://schemas.microsoft.com/office/drawing/2014/main" id="{709BE14A-6D89-37E3-C6F5-EE62A191FD73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3" name="直接连接符 45092">
                <a:extLst>
                  <a:ext uri="{FF2B5EF4-FFF2-40B4-BE49-F238E27FC236}">
                    <a16:creationId xmlns:a16="http://schemas.microsoft.com/office/drawing/2014/main" id="{995FA059-30C1-FD46-8D5E-7655AAE10B10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4" name="直接连接符 45093">
                <a:extLst>
                  <a:ext uri="{FF2B5EF4-FFF2-40B4-BE49-F238E27FC236}">
                    <a16:creationId xmlns:a16="http://schemas.microsoft.com/office/drawing/2014/main" id="{123C7EB7-F754-2010-498E-D43C6011AB4C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5" name="直接连接符 45094">
                <a:extLst>
                  <a:ext uri="{FF2B5EF4-FFF2-40B4-BE49-F238E27FC236}">
                    <a16:creationId xmlns:a16="http://schemas.microsoft.com/office/drawing/2014/main" id="{6EC2D09F-E723-2125-7B37-52B8ABF8AB46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6" name="直接连接符 45095">
                <a:extLst>
                  <a:ext uri="{FF2B5EF4-FFF2-40B4-BE49-F238E27FC236}">
                    <a16:creationId xmlns:a16="http://schemas.microsoft.com/office/drawing/2014/main" id="{E51DB675-CDC5-5CC3-2115-6CD67528FD68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7" name="直接连接符 45096">
                <a:extLst>
                  <a:ext uri="{FF2B5EF4-FFF2-40B4-BE49-F238E27FC236}">
                    <a16:creationId xmlns:a16="http://schemas.microsoft.com/office/drawing/2014/main" id="{D2E4ACE5-A917-162C-30C0-4B364FC129D4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8" name="直接连接符 45097">
                <a:extLst>
                  <a:ext uri="{FF2B5EF4-FFF2-40B4-BE49-F238E27FC236}">
                    <a16:creationId xmlns:a16="http://schemas.microsoft.com/office/drawing/2014/main" id="{365DAA26-B2E3-B719-4E01-141FC38F75D0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9" name="直接连接符 45098">
                <a:extLst>
                  <a:ext uri="{FF2B5EF4-FFF2-40B4-BE49-F238E27FC236}">
                    <a16:creationId xmlns:a16="http://schemas.microsoft.com/office/drawing/2014/main" id="{128F2224-8502-F504-3803-5B43FC4BE838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0" name="直接连接符 45099">
                <a:extLst>
                  <a:ext uri="{FF2B5EF4-FFF2-40B4-BE49-F238E27FC236}">
                    <a16:creationId xmlns:a16="http://schemas.microsoft.com/office/drawing/2014/main" id="{02FE4A3A-D823-A61A-4F7F-14A9960853A0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1" name="直接连接符 45100">
                <a:extLst>
                  <a:ext uri="{FF2B5EF4-FFF2-40B4-BE49-F238E27FC236}">
                    <a16:creationId xmlns:a16="http://schemas.microsoft.com/office/drawing/2014/main" id="{AC270839-E44B-5E75-6A65-E5301AF19F3C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2" name="直接连接符 45101">
                <a:extLst>
                  <a:ext uri="{FF2B5EF4-FFF2-40B4-BE49-F238E27FC236}">
                    <a16:creationId xmlns:a16="http://schemas.microsoft.com/office/drawing/2014/main" id="{87690AE9-1815-819E-D80B-A40455BE01BC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3" name="直接连接符 45102">
                <a:extLst>
                  <a:ext uri="{FF2B5EF4-FFF2-40B4-BE49-F238E27FC236}">
                    <a16:creationId xmlns:a16="http://schemas.microsoft.com/office/drawing/2014/main" id="{E4B903A2-716C-CD70-D026-D8B7256C0868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4" name="直接连接符 45103">
                <a:extLst>
                  <a:ext uri="{FF2B5EF4-FFF2-40B4-BE49-F238E27FC236}">
                    <a16:creationId xmlns:a16="http://schemas.microsoft.com/office/drawing/2014/main" id="{62815971-DA54-50D0-9E9C-425C1414D739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5" name="直接连接符 45104">
                <a:extLst>
                  <a:ext uri="{FF2B5EF4-FFF2-40B4-BE49-F238E27FC236}">
                    <a16:creationId xmlns:a16="http://schemas.microsoft.com/office/drawing/2014/main" id="{2D429AC6-867E-6337-6E60-4B47CB20645C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6" name="直接连接符 45105">
                <a:extLst>
                  <a:ext uri="{FF2B5EF4-FFF2-40B4-BE49-F238E27FC236}">
                    <a16:creationId xmlns:a16="http://schemas.microsoft.com/office/drawing/2014/main" id="{0BAA53A5-BA3E-8559-29D8-00CE093AE4A6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7" name="直接连接符 45106">
                <a:extLst>
                  <a:ext uri="{FF2B5EF4-FFF2-40B4-BE49-F238E27FC236}">
                    <a16:creationId xmlns:a16="http://schemas.microsoft.com/office/drawing/2014/main" id="{DC74BAAA-77A6-51AF-FED2-A57EB57A9C28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8" name="直接连接符 45107">
                <a:extLst>
                  <a:ext uri="{FF2B5EF4-FFF2-40B4-BE49-F238E27FC236}">
                    <a16:creationId xmlns:a16="http://schemas.microsoft.com/office/drawing/2014/main" id="{0EEEDC90-C23F-F730-ED8A-7AD68451D276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9" name="直接连接符 45108">
                <a:extLst>
                  <a:ext uri="{FF2B5EF4-FFF2-40B4-BE49-F238E27FC236}">
                    <a16:creationId xmlns:a16="http://schemas.microsoft.com/office/drawing/2014/main" id="{E824633A-FD84-1085-255F-06ABDA5F1A1A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0" name="直接连接符 45109">
                <a:extLst>
                  <a:ext uri="{FF2B5EF4-FFF2-40B4-BE49-F238E27FC236}">
                    <a16:creationId xmlns:a16="http://schemas.microsoft.com/office/drawing/2014/main" id="{841BEA5E-BA08-DE53-665A-82C622CA7120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1" name="直接连接符 45110">
                <a:extLst>
                  <a:ext uri="{FF2B5EF4-FFF2-40B4-BE49-F238E27FC236}">
                    <a16:creationId xmlns:a16="http://schemas.microsoft.com/office/drawing/2014/main" id="{4FF7AB9D-DC20-49CD-E300-0D39B24A7480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2" name="直接连接符 45111">
                <a:extLst>
                  <a:ext uri="{FF2B5EF4-FFF2-40B4-BE49-F238E27FC236}">
                    <a16:creationId xmlns:a16="http://schemas.microsoft.com/office/drawing/2014/main" id="{CD92DB73-F965-A7E0-2665-B4255DDA7ACE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3" name="直接连接符 45112">
                <a:extLst>
                  <a:ext uri="{FF2B5EF4-FFF2-40B4-BE49-F238E27FC236}">
                    <a16:creationId xmlns:a16="http://schemas.microsoft.com/office/drawing/2014/main" id="{2424A4D6-713C-A91C-7B69-A21B2F099BDD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4" name="直接连接符 45113">
                <a:extLst>
                  <a:ext uri="{FF2B5EF4-FFF2-40B4-BE49-F238E27FC236}">
                    <a16:creationId xmlns:a16="http://schemas.microsoft.com/office/drawing/2014/main" id="{4BC04565-F3DE-3037-1186-AD0C4BB56E58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5" name="直接连接符 45114">
                <a:extLst>
                  <a:ext uri="{FF2B5EF4-FFF2-40B4-BE49-F238E27FC236}">
                    <a16:creationId xmlns:a16="http://schemas.microsoft.com/office/drawing/2014/main" id="{B6BD39CB-AA4D-A2EA-EB2A-B0EA9323D57D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6" name="直接连接符 45115">
                <a:extLst>
                  <a:ext uri="{FF2B5EF4-FFF2-40B4-BE49-F238E27FC236}">
                    <a16:creationId xmlns:a16="http://schemas.microsoft.com/office/drawing/2014/main" id="{4407FCA0-B747-1D23-D43B-352923EF0C39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7" name="直接连接符 45116">
                <a:extLst>
                  <a:ext uri="{FF2B5EF4-FFF2-40B4-BE49-F238E27FC236}">
                    <a16:creationId xmlns:a16="http://schemas.microsoft.com/office/drawing/2014/main" id="{1A7BDE15-0C60-A03F-8F37-909D4D6DA59C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8" name="直接连接符 45117">
                <a:extLst>
                  <a:ext uri="{FF2B5EF4-FFF2-40B4-BE49-F238E27FC236}">
                    <a16:creationId xmlns:a16="http://schemas.microsoft.com/office/drawing/2014/main" id="{A4E2FE60-DCA1-62BC-7EE9-DD2F187CAF91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9" name="直接连接符 45118">
                <a:extLst>
                  <a:ext uri="{FF2B5EF4-FFF2-40B4-BE49-F238E27FC236}">
                    <a16:creationId xmlns:a16="http://schemas.microsoft.com/office/drawing/2014/main" id="{A17D2959-D72C-13A4-3DE3-8B709422037D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4" name="直接连接符 41983">
                <a:extLst>
                  <a:ext uri="{FF2B5EF4-FFF2-40B4-BE49-F238E27FC236}">
                    <a16:creationId xmlns:a16="http://schemas.microsoft.com/office/drawing/2014/main" id="{6723186B-B67C-173D-EAED-EC74026EA457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5" name="直接连接符 41984">
                <a:extLst>
                  <a:ext uri="{FF2B5EF4-FFF2-40B4-BE49-F238E27FC236}">
                    <a16:creationId xmlns:a16="http://schemas.microsoft.com/office/drawing/2014/main" id="{215548A8-30B6-CEC0-0E80-EB3187671B69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6" name="直接连接符 41985">
                <a:extLst>
                  <a:ext uri="{FF2B5EF4-FFF2-40B4-BE49-F238E27FC236}">
                    <a16:creationId xmlns:a16="http://schemas.microsoft.com/office/drawing/2014/main" id="{26FDF7A6-1022-F13E-1401-5A1BB2F6640B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8" name="直接连接符 41987">
                <a:extLst>
                  <a:ext uri="{FF2B5EF4-FFF2-40B4-BE49-F238E27FC236}">
                    <a16:creationId xmlns:a16="http://schemas.microsoft.com/office/drawing/2014/main" id="{2E775AD8-859F-2BB3-73A2-DE6C6D8AB991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89" name="直接连接符 41988">
                <a:extLst>
                  <a:ext uri="{FF2B5EF4-FFF2-40B4-BE49-F238E27FC236}">
                    <a16:creationId xmlns:a16="http://schemas.microsoft.com/office/drawing/2014/main" id="{0C12C36F-5D15-60D3-50C9-E86B23B42F84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0" name="直接连接符 41989">
                <a:extLst>
                  <a:ext uri="{FF2B5EF4-FFF2-40B4-BE49-F238E27FC236}">
                    <a16:creationId xmlns:a16="http://schemas.microsoft.com/office/drawing/2014/main" id="{C5F6C539-2120-8404-8204-4441FCCE4D31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91" name="直接连接符 41990">
                <a:extLst>
                  <a:ext uri="{FF2B5EF4-FFF2-40B4-BE49-F238E27FC236}">
                    <a16:creationId xmlns:a16="http://schemas.microsoft.com/office/drawing/2014/main" id="{4A11B6CE-04FC-364B-37F3-B853C6FA3306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7A7AB1A4-E715-08D1-E6B0-88442EB13C37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83AF4327-BD90-75E7-8D15-2F7E2916FB4A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959401DE-9C19-3CF5-7FEB-4D74BC9678DD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B4234FD1-9D4F-2288-482D-51201A28F338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456E8ED2-0A08-325B-D916-145B2362923A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27E12794-32BB-63A7-2A14-0BF172F2C257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D589B3B7-A399-B29C-FE1C-F1C57DCC49CA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234C895-EB52-2B87-A9C9-4CB1FCBFEF71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1E46D221-4A52-E295-07FC-668CFCAFC1AD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2531E41-6FBB-8D03-3A27-E5BE346C43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63346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>
            <a:extLst>
              <a:ext uri="{FF2B5EF4-FFF2-40B4-BE49-F238E27FC236}">
                <a16:creationId xmlns:a16="http://schemas.microsoft.com/office/drawing/2014/main" id="{1B09F9FC-ED68-4F2B-B12E-338B43FD0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拓扑排序</a:t>
            </a:r>
          </a:p>
        </p:txBody>
      </p:sp>
      <p:pic>
        <p:nvPicPr>
          <p:cNvPr id="46084" name="Picture 4">
            <a:extLst>
              <a:ext uri="{FF2B5EF4-FFF2-40B4-BE49-F238E27FC236}">
                <a16:creationId xmlns:a16="http://schemas.microsoft.com/office/drawing/2014/main" id="{B9B006EF-4DE1-44CB-BD05-07FC8A4E0A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481" y="2819963"/>
            <a:ext cx="8734425" cy="3336516"/>
          </a:xfrm>
          <a:noFill/>
        </p:spPr>
      </p:pic>
      <p:sp>
        <p:nvSpPr>
          <p:cNvPr id="46082" name="灯片编号占位符 5">
            <a:extLst>
              <a:ext uri="{FF2B5EF4-FFF2-40B4-BE49-F238E27FC236}">
                <a16:creationId xmlns:a16="http://schemas.microsoft.com/office/drawing/2014/main" id="{12DC4170-7010-482A-953D-1BFE6AC7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BD3B1B-166F-43B2-AC0A-60E70C232E6C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1C2824D-956C-988D-9373-16E1917D2DD6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15EBE6FF-E343-6508-1237-A9681B851508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238769FA-55EF-C2F3-C42D-3B8199F867E1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A119B64-C345-C5F5-E328-69B7559B39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750E079-E4AE-D0E2-5AD8-FABF5B68945E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D8FB410-CAEA-7733-A8BA-374E6E6828AA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8163478-12E3-DD38-7D64-5C8B08BF5B38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4D8B122A-934F-58F6-4DAE-8DA1C5624B53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9FBFC77-3829-778D-6632-4CD1403924FA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FCB933B5-1776-DA75-2626-2B6D70CADA4A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AC3182B3-85D0-8254-A34D-6F1E2453B860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50EAE373-E5A5-9FD1-B8F9-B1ED57CC58F6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77CC1D3C-B79B-DD6B-2EA5-11A02686F96E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9E46D46E-C372-F4C8-4A4A-29A8610E5F8E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28333629-9184-7E7C-67A6-7F546384B008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15917FA8-0D66-1532-E065-FCE2D0F8D81B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68527445-9AF5-037A-9BF5-913F85918DA1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984597C-9A33-6179-2379-838F72BB1BB4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745BE419-877B-86DC-5067-7ED868D286F7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9CF7BB54-3255-3BDA-5CF0-9E9DCEC642CA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91D15BDA-A79D-0305-FA58-48B8132F7E41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A478B623-84A1-A14D-B6C2-7079CC0329D2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D79A56A5-C46E-59D4-AFB3-3D1191BADDC2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15512C06-5254-4971-B0BF-980BDD1DC18D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3E7ED578-4C4A-7C74-CB60-501C7A7679D2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E8C6F9E4-3980-3141-5A77-7E09C3C4001E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6227B4C1-CDC4-9249-EDCB-A71F3CB0BAA8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17BF22EB-2CC2-8B9D-D97C-732460EF1CEA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27D8394D-1A9A-EEFB-3E35-CCA6AE0F675C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E0B64A02-054B-9BE4-1A94-5DF3792CF1A8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DF687EFE-58FE-9BE8-4561-565C04978F58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52B3227E-DF15-5758-E60F-30C19B47754D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5D5D330D-1BE1-2BAB-9448-8FC996F17A53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FC90B83E-C12E-ADCD-9463-9A99314CE1BF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029B40FD-DB9D-EC32-7511-61B4B2B0B11F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182051D8-7151-A026-510A-EF5E0DF775D2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C989AA2C-02AD-80BC-7DED-F129AC912A0E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968FC7A8-F014-04DC-0B71-6BF650FDC970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9A4A42E7-F9AB-9EF4-5EF7-9839E63F0A8B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7BD7E6E0-BE37-0806-E30E-878EF01E1F5E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16B99555-7E4C-3391-EA26-C0DBB28B6714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52351A49-90CE-E5D8-0FC7-4D451B455C6B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527A30A7-7D3D-EEC3-5FC6-B983B5492478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CB448012-3361-DA53-3129-2A5CE20F1BA1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DD1F67CA-75EE-FC6C-907B-8D00BB3322D6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0449EE7A-CDEC-D879-D414-A583D9F15DBC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379F6E61-5205-5401-9F6E-AFF2111D9565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C04B9555-EFFC-30AE-ABDC-BA414ACFCA0A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72DDD8C1-8C4B-1410-A398-26E600C82C57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7704454B-B9C0-6424-1349-73E846D7BE95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921EF7D1-642A-716A-89ED-D90EB5F05B5A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43B6981E-B3BE-854F-ECE4-D33D05D21C3F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0" name="直接连接符 46079">
                <a:extLst>
                  <a:ext uri="{FF2B5EF4-FFF2-40B4-BE49-F238E27FC236}">
                    <a16:creationId xmlns:a16="http://schemas.microsoft.com/office/drawing/2014/main" id="{7389B12A-9D26-2471-9447-B93FB793CD9F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1" name="直接连接符 46080">
                <a:extLst>
                  <a:ext uri="{FF2B5EF4-FFF2-40B4-BE49-F238E27FC236}">
                    <a16:creationId xmlns:a16="http://schemas.microsoft.com/office/drawing/2014/main" id="{7AD1CDA6-9D74-6F73-D2DB-9B0141C8F3C5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5" name="直接连接符 46084">
                <a:extLst>
                  <a:ext uri="{FF2B5EF4-FFF2-40B4-BE49-F238E27FC236}">
                    <a16:creationId xmlns:a16="http://schemas.microsoft.com/office/drawing/2014/main" id="{C1B1DF42-DF07-DEC0-859F-1CF3FBA7A4C7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6" name="直接连接符 46085">
                <a:extLst>
                  <a:ext uri="{FF2B5EF4-FFF2-40B4-BE49-F238E27FC236}">
                    <a16:creationId xmlns:a16="http://schemas.microsoft.com/office/drawing/2014/main" id="{4E7BB709-E987-53E0-8A9D-929F4EDCE9A2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7" name="直接连接符 46086">
                <a:extLst>
                  <a:ext uri="{FF2B5EF4-FFF2-40B4-BE49-F238E27FC236}">
                    <a16:creationId xmlns:a16="http://schemas.microsoft.com/office/drawing/2014/main" id="{8082EB1B-6CDA-AEB6-EF0A-34CCF28B9FFF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8" name="直接连接符 46087">
                <a:extLst>
                  <a:ext uri="{FF2B5EF4-FFF2-40B4-BE49-F238E27FC236}">
                    <a16:creationId xmlns:a16="http://schemas.microsoft.com/office/drawing/2014/main" id="{9C7FFD23-D119-8D62-C651-5542020FEDC7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9" name="直接连接符 46088">
                <a:extLst>
                  <a:ext uri="{FF2B5EF4-FFF2-40B4-BE49-F238E27FC236}">
                    <a16:creationId xmlns:a16="http://schemas.microsoft.com/office/drawing/2014/main" id="{42526CA9-6F90-E451-CF65-8EEA191DD74F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0" name="直接连接符 46089">
                <a:extLst>
                  <a:ext uri="{FF2B5EF4-FFF2-40B4-BE49-F238E27FC236}">
                    <a16:creationId xmlns:a16="http://schemas.microsoft.com/office/drawing/2014/main" id="{F2E48AEC-037D-5EE6-0292-7F9A6CE2058C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1" name="直接连接符 46090">
                <a:extLst>
                  <a:ext uri="{FF2B5EF4-FFF2-40B4-BE49-F238E27FC236}">
                    <a16:creationId xmlns:a16="http://schemas.microsoft.com/office/drawing/2014/main" id="{213FC8D3-B29A-985D-108D-92D748838DCA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2" name="直接连接符 46091">
                <a:extLst>
                  <a:ext uri="{FF2B5EF4-FFF2-40B4-BE49-F238E27FC236}">
                    <a16:creationId xmlns:a16="http://schemas.microsoft.com/office/drawing/2014/main" id="{9BEB5B2F-12A3-8F5A-D510-A1298FBEA2A4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3" name="直接连接符 46092">
                <a:extLst>
                  <a:ext uri="{FF2B5EF4-FFF2-40B4-BE49-F238E27FC236}">
                    <a16:creationId xmlns:a16="http://schemas.microsoft.com/office/drawing/2014/main" id="{3AF21591-0536-E713-B2A0-BDA617F2AC2A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4" name="直接连接符 46093">
                <a:extLst>
                  <a:ext uri="{FF2B5EF4-FFF2-40B4-BE49-F238E27FC236}">
                    <a16:creationId xmlns:a16="http://schemas.microsoft.com/office/drawing/2014/main" id="{96966CF5-0532-7613-BF87-47833C406432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5" name="直接连接符 46094">
                <a:extLst>
                  <a:ext uri="{FF2B5EF4-FFF2-40B4-BE49-F238E27FC236}">
                    <a16:creationId xmlns:a16="http://schemas.microsoft.com/office/drawing/2014/main" id="{C75AB182-D9E9-8C2D-C161-C872148CC3D4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6" name="直接连接符 46095">
                <a:extLst>
                  <a:ext uri="{FF2B5EF4-FFF2-40B4-BE49-F238E27FC236}">
                    <a16:creationId xmlns:a16="http://schemas.microsoft.com/office/drawing/2014/main" id="{5F81C572-B330-F31C-C7C6-BF329FB24524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7" name="直接连接符 46096">
                <a:extLst>
                  <a:ext uri="{FF2B5EF4-FFF2-40B4-BE49-F238E27FC236}">
                    <a16:creationId xmlns:a16="http://schemas.microsoft.com/office/drawing/2014/main" id="{97E2E9E2-8666-F2C4-1EE0-CC2607ACF1CC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8" name="直接连接符 46097">
                <a:extLst>
                  <a:ext uri="{FF2B5EF4-FFF2-40B4-BE49-F238E27FC236}">
                    <a16:creationId xmlns:a16="http://schemas.microsoft.com/office/drawing/2014/main" id="{67BEE79A-E37A-7D66-C8C8-1F60CFF00EF3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9" name="直接连接符 46098">
                <a:extLst>
                  <a:ext uri="{FF2B5EF4-FFF2-40B4-BE49-F238E27FC236}">
                    <a16:creationId xmlns:a16="http://schemas.microsoft.com/office/drawing/2014/main" id="{C93DD4F5-2BEE-76C8-97E0-D6A4967B3F66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00" name="直接连接符 46099">
                <a:extLst>
                  <a:ext uri="{FF2B5EF4-FFF2-40B4-BE49-F238E27FC236}">
                    <a16:creationId xmlns:a16="http://schemas.microsoft.com/office/drawing/2014/main" id="{0446BAE1-FF53-3C53-B003-FAFB557234AA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01" name="直接连接符 46100">
                <a:extLst>
                  <a:ext uri="{FF2B5EF4-FFF2-40B4-BE49-F238E27FC236}">
                    <a16:creationId xmlns:a16="http://schemas.microsoft.com/office/drawing/2014/main" id="{DA819487-91B1-44B1-AD2B-F65A7A6A4D07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02" name="直接连接符 46101">
                <a:extLst>
                  <a:ext uri="{FF2B5EF4-FFF2-40B4-BE49-F238E27FC236}">
                    <a16:creationId xmlns:a16="http://schemas.microsoft.com/office/drawing/2014/main" id="{31DA6F95-0559-973D-1E43-D74A393A4F89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03" name="直接连接符 46102">
                <a:extLst>
                  <a:ext uri="{FF2B5EF4-FFF2-40B4-BE49-F238E27FC236}">
                    <a16:creationId xmlns:a16="http://schemas.microsoft.com/office/drawing/2014/main" id="{6F6BA97D-BFAF-6EE5-7B8E-2F23E1077FD0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04" name="直接连接符 46103">
                <a:extLst>
                  <a:ext uri="{FF2B5EF4-FFF2-40B4-BE49-F238E27FC236}">
                    <a16:creationId xmlns:a16="http://schemas.microsoft.com/office/drawing/2014/main" id="{1BEA1430-6329-9F9B-FFDD-08C71811F82E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05" name="直接连接符 46104">
                <a:extLst>
                  <a:ext uri="{FF2B5EF4-FFF2-40B4-BE49-F238E27FC236}">
                    <a16:creationId xmlns:a16="http://schemas.microsoft.com/office/drawing/2014/main" id="{3CFADEE4-6E29-F4DF-D515-000D84E6444A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06" name="直接连接符 46105">
                <a:extLst>
                  <a:ext uri="{FF2B5EF4-FFF2-40B4-BE49-F238E27FC236}">
                    <a16:creationId xmlns:a16="http://schemas.microsoft.com/office/drawing/2014/main" id="{E3A44023-AF1D-3601-70CA-4952056485B7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07" name="直接连接符 46106">
                <a:extLst>
                  <a:ext uri="{FF2B5EF4-FFF2-40B4-BE49-F238E27FC236}">
                    <a16:creationId xmlns:a16="http://schemas.microsoft.com/office/drawing/2014/main" id="{9276EE79-0999-9270-BE64-DFF153A585D8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08" name="直接连接符 46107">
                <a:extLst>
                  <a:ext uri="{FF2B5EF4-FFF2-40B4-BE49-F238E27FC236}">
                    <a16:creationId xmlns:a16="http://schemas.microsoft.com/office/drawing/2014/main" id="{3D30F9C8-ED9F-AE3E-84B1-2987F9DBB446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09" name="直接连接符 46108">
                <a:extLst>
                  <a:ext uri="{FF2B5EF4-FFF2-40B4-BE49-F238E27FC236}">
                    <a16:creationId xmlns:a16="http://schemas.microsoft.com/office/drawing/2014/main" id="{AAE0E3C1-619A-B438-95A1-52900629A4DA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10" name="直接连接符 46109">
                <a:extLst>
                  <a:ext uri="{FF2B5EF4-FFF2-40B4-BE49-F238E27FC236}">
                    <a16:creationId xmlns:a16="http://schemas.microsoft.com/office/drawing/2014/main" id="{898E7AEE-4CF0-09FA-74DD-E7E6A43B0D04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11" name="直接连接符 46110">
                <a:extLst>
                  <a:ext uri="{FF2B5EF4-FFF2-40B4-BE49-F238E27FC236}">
                    <a16:creationId xmlns:a16="http://schemas.microsoft.com/office/drawing/2014/main" id="{561543E8-E4A0-2F21-8EBF-AFC73E7E8D13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12" name="直接连接符 46111">
                <a:extLst>
                  <a:ext uri="{FF2B5EF4-FFF2-40B4-BE49-F238E27FC236}">
                    <a16:creationId xmlns:a16="http://schemas.microsoft.com/office/drawing/2014/main" id="{7D0E11E1-D633-1FA9-65A2-5FC6E005504E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13" name="直接连接符 46112">
                <a:extLst>
                  <a:ext uri="{FF2B5EF4-FFF2-40B4-BE49-F238E27FC236}">
                    <a16:creationId xmlns:a16="http://schemas.microsoft.com/office/drawing/2014/main" id="{2CCEA180-B1E6-08BF-3BB4-11CE3E987311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14" name="直接连接符 46113">
                <a:extLst>
                  <a:ext uri="{FF2B5EF4-FFF2-40B4-BE49-F238E27FC236}">
                    <a16:creationId xmlns:a16="http://schemas.microsoft.com/office/drawing/2014/main" id="{24362A97-1654-5B30-66B8-96CF3A67C564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15" name="直接连接符 46114">
                <a:extLst>
                  <a:ext uri="{FF2B5EF4-FFF2-40B4-BE49-F238E27FC236}">
                    <a16:creationId xmlns:a16="http://schemas.microsoft.com/office/drawing/2014/main" id="{C0D441CA-519F-1E57-A006-A042DD163ADE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16" name="直接连接符 46115">
                <a:extLst>
                  <a:ext uri="{FF2B5EF4-FFF2-40B4-BE49-F238E27FC236}">
                    <a16:creationId xmlns:a16="http://schemas.microsoft.com/office/drawing/2014/main" id="{098C133A-C22F-58A8-B213-E9BAF77D89EA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17" name="直接连接符 46116">
                <a:extLst>
                  <a:ext uri="{FF2B5EF4-FFF2-40B4-BE49-F238E27FC236}">
                    <a16:creationId xmlns:a16="http://schemas.microsoft.com/office/drawing/2014/main" id="{9B6332B6-6ADF-35B0-CF48-E7CBEBDBBA1A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18" name="直接连接符 46117">
                <a:extLst>
                  <a:ext uri="{FF2B5EF4-FFF2-40B4-BE49-F238E27FC236}">
                    <a16:creationId xmlns:a16="http://schemas.microsoft.com/office/drawing/2014/main" id="{795DCB97-446C-93F5-5380-64582AADB2F3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19" name="直接连接符 46118">
                <a:extLst>
                  <a:ext uri="{FF2B5EF4-FFF2-40B4-BE49-F238E27FC236}">
                    <a16:creationId xmlns:a16="http://schemas.microsoft.com/office/drawing/2014/main" id="{492FCBD8-F757-DA49-1B99-93D9986D9ED9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20" name="直接连接符 46119">
                <a:extLst>
                  <a:ext uri="{FF2B5EF4-FFF2-40B4-BE49-F238E27FC236}">
                    <a16:creationId xmlns:a16="http://schemas.microsoft.com/office/drawing/2014/main" id="{2AA590A9-273C-25E5-575C-7972BF398095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21" name="直接连接符 46120">
                <a:extLst>
                  <a:ext uri="{FF2B5EF4-FFF2-40B4-BE49-F238E27FC236}">
                    <a16:creationId xmlns:a16="http://schemas.microsoft.com/office/drawing/2014/main" id="{7DC10573-052D-3F69-EBC8-E0DFBDFED84B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22" name="直接连接符 46121">
                <a:extLst>
                  <a:ext uri="{FF2B5EF4-FFF2-40B4-BE49-F238E27FC236}">
                    <a16:creationId xmlns:a16="http://schemas.microsoft.com/office/drawing/2014/main" id="{09B695C4-7983-9C2D-2097-B243524FD98F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23" name="直接连接符 46122">
                <a:extLst>
                  <a:ext uri="{FF2B5EF4-FFF2-40B4-BE49-F238E27FC236}">
                    <a16:creationId xmlns:a16="http://schemas.microsoft.com/office/drawing/2014/main" id="{180D6BED-2B93-C21F-3CF3-580DFF6590E9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24" name="直接连接符 46123">
                <a:extLst>
                  <a:ext uri="{FF2B5EF4-FFF2-40B4-BE49-F238E27FC236}">
                    <a16:creationId xmlns:a16="http://schemas.microsoft.com/office/drawing/2014/main" id="{BE018930-651D-E861-E3F0-D6D8E94FCA86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25" name="直接连接符 46124">
                <a:extLst>
                  <a:ext uri="{FF2B5EF4-FFF2-40B4-BE49-F238E27FC236}">
                    <a16:creationId xmlns:a16="http://schemas.microsoft.com/office/drawing/2014/main" id="{19CBE7F8-E5F6-5B12-1486-75F53B409FBF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26" name="直接连接符 46125">
                <a:extLst>
                  <a:ext uri="{FF2B5EF4-FFF2-40B4-BE49-F238E27FC236}">
                    <a16:creationId xmlns:a16="http://schemas.microsoft.com/office/drawing/2014/main" id="{F7B82AFB-8975-C5D1-91CC-EBAE70A81161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27" name="直接连接符 46126">
                <a:extLst>
                  <a:ext uri="{FF2B5EF4-FFF2-40B4-BE49-F238E27FC236}">
                    <a16:creationId xmlns:a16="http://schemas.microsoft.com/office/drawing/2014/main" id="{BB3228D9-865D-1047-3B81-ADB2ABFE8CBB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28" name="直接连接符 46127">
                <a:extLst>
                  <a:ext uri="{FF2B5EF4-FFF2-40B4-BE49-F238E27FC236}">
                    <a16:creationId xmlns:a16="http://schemas.microsoft.com/office/drawing/2014/main" id="{30249318-B889-6ABF-A9C5-DED9264BD317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29" name="直接连接符 46128">
                <a:extLst>
                  <a:ext uri="{FF2B5EF4-FFF2-40B4-BE49-F238E27FC236}">
                    <a16:creationId xmlns:a16="http://schemas.microsoft.com/office/drawing/2014/main" id="{E66BEB1E-C177-9D18-A592-A5CA95B3A89A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30" name="直接连接符 46129">
                <a:extLst>
                  <a:ext uri="{FF2B5EF4-FFF2-40B4-BE49-F238E27FC236}">
                    <a16:creationId xmlns:a16="http://schemas.microsoft.com/office/drawing/2014/main" id="{02E8AA6C-097C-7938-1152-8E528960743E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31" name="直接连接符 46130">
                <a:extLst>
                  <a:ext uri="{FF2B5EF4-FFF2-40B4-BE49-F238E27FC236}">
                    <a16:creationId xmlns:a16="http://schemas.microsoft.com/office/drawing/2014/main" id="{6A6C840D-329A-F027-16F4-3EDC084BFD58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32" name="直接连接符 46131">
                <a:extLst>
                  <a:ext uri="{FF2B5EF4-FFF2-40B4-BE49-F238E27FC236}">
                    <a16:creationId xmlns:a16="http://schemas.microsoft.com/office/drawing/2014/main" id="{926D9D01-ABF3-D280-FFF2-4DBD96D1F659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33" name="直接连接符 46132">
                <a:extLst>
                  <a:ext uri="{FF2B5EF4-FFF2-40B4-BE49-F238E27FC236}">
                    <a16:creationId xmlns:a16="http://schemas.microsoft.com/office/drawing/2014/main" id="{5D2EB7BD-BB83-C7CF-CC7D-46D96D85D58D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34" name="直接连接符 46133">
                <a:extLst>
                  <a:ext uri="{FF2B5EF4-FFF2-40B4-BE49-F238E27FC236}">
                    <a16:creationId xmlns:a16="http://schemas.microsoft.com/office/drawing/2014/main" id="{C1D9169A-44AB-285D-C09A-1FC205EAEA2C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35" name="直接连接符 46134">
                <a:extLst>
                  <a:ext uri="{FF2B5EF4-FFF2-40B4-BE49-F238E27FC236}">
                    <a16:creationId xmlns:a16="http://schemas.microsoft.com/office/drawing/2014/main" id="{531B18FF-FAA2-28AD-43DD-B8A4BBC08635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36" name="直接连接符 46135">
                <a:extLst>
                  <a:ext uri="{FF2B5EF4-FFF2-40B4-BE49-F238E27FC236}">
                    <a16:creationId xmlns:a16="http://schemas.microsoft.com/office/drawing/2014/main" id="{6CBC05A7-9555-C24F-FB72-E03092915F25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37" name="直接连接符 46136">
                <a:extLst>
                  <a:ext uri="{FF2B5EF4-FFF2-40B4-BE49-F238E27FC236}">
                    <a16:creationId xmlns:a16="http://schemas.microsoft.com/office/drawing/2014/main" id="{07FA7B63-A2BD-208D-0E09-2790AD7BD441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38" name="直接连接符 46137">
                <a:extLst>
                  <a:ext uri="{FF2B5EF4-FFF2-40B4-BE49-F238E27FC236}">
                    <a16:creationId xmlns:a16="http://schemas.microsoft.com/office/drawing/2014/main" id="{9D30978B-8707-FD59-D2E7-322253C42351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39" name="直接连接符 46138">
                <a:extLst>
                  <a:ext uri="{FF2B5EF4-FFF2-40B4-BE49-F238E27FC236}">
                    <a16:creationId xmlns:a16="http://schemas.microsoft.com/office/drawing/2014/main" id="{E7212476-E8D8-4D44-7BD3-EAAF8159C777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40" name="直接连接符 46139">
                <a:extLst>
                  <a:ext uri="{FF2B5EF4-FFF2-40B4-BE49-F238E27FC236}">
                    <a16:creationId xmlns:a16="http://schemas.microsoft.com/office/drawing/2014/main" id="{DEA69419-6301-DBEE-4D37-50CAECF02FB4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41" name="直接连接符 46140">
                <a:extLst>
                  <a:ext uri="{FF2B5EF4-FFF2-40B4-BE49-F238E27FC236}">
                    <a16:creationId xmlns:a16="http://schemas.microsoft.com/office/drawing/2014/main" id="{D9EBBDF4-A6D6-FA14-1F75-8A0C9430B5D1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42" name="直接连接符 46141">
                <a:extLst>
                  <a:ext uri="{FF2B5EF4-FFF2-40B4-BE49-F238E27FC236}">
                    <a16:creationId xmlns:a16="http://schemas.microsoft.com/office/drawing/2014/main" id="{D30BBA0A-45D4-7769-AA05-CBCA7FAAE3AD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43" name="直接连接符 46142">
                <a:extLst>
                  <a:ext uri="{FF2B5EF4-FFF2-40B4-BE49-F238E27FC236}">
                    <a16:creationId xmlns:a16="http://schemas.microsoft.com/office/drawing/2014/main" id="{61243298-211C-8034-E382-03DFDC1FC15F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44" name="直接连接符 46143">
                <a:extLst>
                  <a:ext uri="{FF2B5EF4-FFF2-40B4-BE49-F238E27FC236}">
                    <a16:creationId xmlns:a16="http://schemas.microsoft.com/office/drawing/2014/main" id="{92B96A26-5656-EDD7-48A6-5D500C05C00B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45" name="直接连接符 46144">
                <a:extLst>
                  <a:ext uri="{FF2B5EF4-FFF2-40B4-BE49-F238E27FC236}">
                    <a16:creationId xmlns:a16="http://schemas.microsoft.com/office/drawing/2014/main" id="{D4D29F3E-7612-5D3A-E80C-08BB9577DCE2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46" name="直接连接符 46145">
                <a:extLst>
                  <a:ext uri="{FF2B5EF4-FFF2-40B4-BE49-F238E27FC236}">
                    <a16:creationId xmlns:a16="http://schemas.microsoft.com/office/drawing/2014/main" id="{3F43C9FF-9EC0-F91D-E766-C82BF853F1E9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47" name="直接连接符 46146">
                <a:extLst>
                  <a:ext uri="{FF2B5EF4-FFF2-40B4-BE49-F238E27FC236}">
                    <a16:creationId xmlns:a16="http://schemas.microsoft.com/office/drawing/2014/main" id="{9705FF54-5401-8CC0-F960-0CB7CD949538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48" name="直接连接符 46147">
                <a:extLst>
                  <a:ext uri="{FF2B5EF4-FFF2-40B4-BE49-F238E27FC236}">
                    <a16:creationId xmlns:a16="http://schemas.microsoft.com/office/drawing/2014/main" id="{EED7B8A6-4DF1-BE0F-4F3C-B5682E0914C8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49" name="直接连接符 46148">
                <a:extLst>
                  <a:ext uri="{FF2B5EF4-FFF2-40B4-BE49-F238E27FC236}">
                    <a16:creationId xmlns:a16="http://schemas.microsoft.com/office/drawing/2014/main" id="{2F98E35F-D4BD-203C-5F56-18E3F8820668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50" name="直接连接符 46149">
                <a:extLst>
                  <a:ext uri="{FF2B5EF4-FFF2-40B4-BE49-F238E27FC236}">
                    <a16:creationId xmlns:a16="http://schemas.microsoft.com/office/drawing/2014/main" id="{83553C21-7269-80C9-88FA-C4E89E2850CF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51" name="直接连接符 46150">
                <a:extLst>
                  <a:ext uri="{FF2B5EF4-FFF2-40B4-BE49-F238E27FC236}">
                    <a16:creationId xmlns:a16="http://schemas.microsoft.com/office/drawing/2014/main" id="{725BB490-0460-9E6B-AA48-9DF9309F3FD3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8CC750E-44B7-0C70-E408-391D705449CE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DD7E3127-4CC6-FD5A-974B-72847D0E7275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9CD83BC4-467E-8B88-6475-F1551631C0CF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7B090FE7-E7CE-900C-DBE8-7EE36F4A3B22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2DCBF5FE-7A87-7527-7BEE-97BCAE8BBDEE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31AACB07-083D-2F9D-75AB-B6FA18B6ADD6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F014DCB4-E1C7-6D06-B426-298CD994FEFF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BF8B7287-80BB-78F5-E9F1-74BC6B944170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236A8E86-A8D1-24B2-5A76-A98BEC702C38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EAA3680-F756-8930-DD96-DD12243B08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  <p:sp>
        <p:nvSpPr>
          <p:cNvPr id="46152" name="文本框 46151">
            <a:extLst>
              <a:ext uri="{FF2B5EF4-FFF2-40B4-BE49-F238E27FC236}">
                <a16:creationId xmlns:a16="http://schemas.microsoft.com/office/drawing/2014/main" id="{09062E6C-E7D7-4FF4-383B-28F88D787F64}"/>
              </a:ext>
            </a:extLst>
          </p:cNvPr>
          <p:cNvSpPr txBox="1"/>
          <p:nvPr/>
        </p:nvSpPr>
        <p:spPr>
          <a:xfrm>
            <a:off x="628650" y="1774301"/>
            <a:ext cx="26277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一个</a:t>
            </a:r>
            <a:r>
              <a:rPr lang="en-US" altLang="zh-CN" sz="2800" dirty="0"/>
              <a:t>DAG</a:t>
            </a:r>
            <a:r>
              <a:rPr lang="zh-CN" altLang="en-US" sz="2800" dirty="0"/>
              <a:t>的例子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>
            <a:extLst>
              <a:ext uri="{FF2B5EF4-FFF2-40B4-BE49-F238E27FC236}">
                <a16:creationId xmlns:a16="http://schemas.microsoft.com/office/drawing/2014/main" id="{83D1B938-B009-4AA6-9E71-A75CA1D0F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有向无圈图与拓扑排序</a:t>
            </a:r>
          </a:p>
        </p:txBody>
      </p:sp>
      <p:sp>
        <p:nvSpPr>
          <p:cNvPr id="47109" name="Rectangle 8">
            <a:extLst>
              <a:ext uri="{FF2B5EF4-FFF2-40B4-BE49-F238E27FC236}">
                <a16:creationId xmlns:a16="http://schemas.microsoft.com/office/drawing/2014/main" id="{983A3D80-CCB5-4041-B93A-0F4B011FD4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8844" y="1640129"/>
            <a:ext cx="77724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dirty="0"/>
              <a:t>Def. </a:t>
            </a:r>
            <a:r>
              <a:rPr lang="en-US" altLang="zh-CN" sz="2800" dirty="0">
                <a:solidFill>
                  <a:schemeClr val="hlink"/>
                </a:solidFill>
              </a:rPr>
              <a:t>DAG</a:t>
            </a:r>
            <a:r>
              <a:rPr lang="en-US" altLang="zh-CN" sz="2800" dirty="0"/>
              <a:t>(Directed Acyclic Graphs):</a:t>
            </a:r>
            <a:r>
              <a:rPr lang="zh-CN" altLang="en-US" sz="2800" dirty="0"/>
              <a:t>有向图没有圈</a:t>
            </a:r>
          </a:p>
        </p:txBody>
      </p:sp>
      <p:sp>
        <p:nvSpPr>
          <p:cNvPr id="47106" name="灯片编号占位符 5">
            <a:extLst>
              <a:ext uri="{FF2B5EF4-FFF2-40B4-BE49-F238E27FC236}">
                <a16:creationId xmlns:a16="http://schemas.microsoft.com/office/drawing/2014/main" id="{20FCBF21-CB2C-453C-8A01-46268691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21888-B085-4A6C-B17E-6E0EA39F04F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kumimoji="0" lang="en-US" altLang="zh-CN" sz="1400"/>
          </a:p>
        </p:txBody>
      </p:sp>
      <p:grpSp>
        <p:nvGrpSpPr>
          <p:cNvPr id="43017" name="Group 9">
            <a:extLst>
              <a:ext uri="{FF2B5EF4-FFF2-40B4-BE49-F238E27FC236}">
                <a16:creationId xmlns:a16="http://schemas.microsoft.com/office/drawing/2014/main" id="{F75E40FF-25EC-4A0F-B419-2EC5FDBBE02C}"/>
              </a:ext>
            </a:extLst>
          </p:cNvPr>
          <p:cNvGrpSpPr>
            <a:grpSpLocks/>
          </p:cNvGrpSpPr>
          <p:nvPr/>
        </p:nvGrpSpPr>
        <p:grpSpPr bwMode="auto">
          <a:xfrm>
            <a:off x="710662" y="2337322"/>
            <a:ext cx="7482521" cy="2993090"/>
            <a:chOff x="495" y="1929"/>
            <a:chExt cx="4621" cy="1774"/>
          </a:xfrm>
        </p:grpSpPr>
        <p:sp>
          <p:nvSpPr>
            <p:cNvPr id="47110" name="Text Box 4">
              <a:extLst>
                <a:ext uri="{FF2B5EF4-FFF2-40B4-BE49-F238E27FC236}">
                  <a16:creationId xmlns:a16="http://schemas.microsoft.com/office/drawing/2014/main" id="{85A23FB2-7028-4B4D-9B2D-0BC3FA96E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" y="1929"/>
              <a:ext cx="432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定理</a:t>
              </a:r>
              <a:r>
                <a:rPr lang="zh-CN" altLang="en-US" sz="2400" dirty="0"/>
                <a:t>： 如果</a:t>
              </a:r>
              <a:r>
                <a:rPr lang="en-US" altLang="zh-CN" sz="2400" dirty="0"/>
                <a:t>G</a:t>
              </a:r>
              <a:r>
                <a:rPr lang="zh-CN" altLang="en-US" sz="2400" dirty="0"/>
                <a:t>有一个拓扑排序，那么</a:t>
              </a:r>
              <a:r>
                <a:rPr lang="en-US" altLang="zh-CN" sz="2400" dirty="0"/>
                <a:t>G</a:t>
              </a:r>
              <a:r>
                <a:rPr lang="zh-CN" altLang="en-US" sz="2400" dirty="0"/>
                <a:t>是一个</a:t>
              </a:r>
              <a:r>
                <a:rPr lang="en-US" altLang="zh-CN" sz="2400" dirty="0"/>
                <a:t>DAG.</a:t>
              </a:r>
            </a:p>
          </p:txBody>
        </p:sp>
        <p:pic>
          <p:nvPicPr>
            <p:cNvPr id="47111" name="Picture 5">
              <a:extLst>
                <a:ext uri="{FF2B5EF4-FFF2-40B4-BE49-F238E27FC236}">
                  <a16:creationId xmlns:a16="http://schemas.microsoft.com/office/drawing/2014/main" id="{6AC563EB-D7A1-4C1C-A701-BF92C77007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8" y="2617"/>
              <a:ext cx="3828" cy="10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3687AA6C-432C-AD9C-9C3C-1935EE8DF662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0B47472-B1C3-B44D-0156-A7775BF6E4AA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B674EC94-8107-E640-6930-016F5EA21A88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51EBF80-9498-5888-A1DE-487096C88A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DE1EDA78-DA51-20C6-3784-8FBFD4AE472C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B46E84D-F126-9CA7-34E1-FDC08E3A3461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D3BD919-35C3-E854-4216-11AC8010F301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A37A9EE2-2163-2970-EA0C-046F10325F7D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555A540A-4551-C6B5-657C-09852BF17E34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6DF68009-8ACC-281B-05BC-08DCBA96FE81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2DF2A2BB-65D3-EB33-880F-E7CA2A8F14C0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FF01FFD-9EBE-CE07-4A09-0F975C2FED33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B52015F2-6F45-D30F-1144-F6B03944923C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C50C070-AE92-9084-5946-27FE37BB5C18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42006A28-5ADF-F464-CC8D-DEA1026414DC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103EF11B-63F2-DE4C-74CF-787486EDEBE4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D6EC0DF5-4D92-B470-FE3F-87C4903D0557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90F0188D-AF87-EF25-C57E-14782C51B9AF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4AB623EE-CBB0-3F77-E34C-FDC1BFD3B992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6E9011A-4075-48BB-791A-518C40B5B83C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5F0F174E-E28C-1560-0118-D8FF4832DA18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800829B0-231C-A41B-1BBB-6783B655B9CB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61F07674-AFDF-0998-1536-4F3B9F433F74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18F3C514-CF1D-C396-2561-0CD40E391DD3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B444D180-EC57-CE32-9D05-6762DA304991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9314D892-062F-BBC5-6F58-E5192C4D7541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7BC3C323-402F-F41C-CABC-50D5FB81D7F2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98C6B9D5-729D-D077-0EBB-495A67A8A795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C45309C7-C100-E1AD-1A25-456AC5D2F00B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6D6F84B6-6821-C872-705D-5EA41008C6C8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8C4206A4-F52D-C9AB-7899-40035005022F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4E4E6BF8-0C63-FE19-4180-7CB693D13DF0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D329F700-F7AD-402F-AE40-C0929F0F8A6C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EC0CEE92-8A7E-0CC0-D7F1-7D36DA4E1EB1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6BB81B90-0D13-5B17-089C-4BA1FEFAC22B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07DA2A6F-0A11-841E-BE71-6B6D97F38C8E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68F8C5D4-9B57-3127-3E65-26D7D82862ED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FF054AED-215F-9C1F-C213-10AED50CA6E3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6115D0A5-58D3-D3BF-4CD4-555FE7E391C5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CE85AB78-E6EA-888C-9C4B-9DF923A47BBC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17702314-4F47-6752-BE74-9D1D4DA21F0B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0E964396-EF6B-8D66-89E3-A48C52281DF1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6D0BE07F-2B96-DB05-DCF6-8CE01A6B0508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50410A44-0B26-44CB-F29B-72C13ED14037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FA8E74D8-0887-5912-B797-136A47AC9CE9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11D13B62-C56C-D4E7-5390-E287DA4B260D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E10D9D91-C2F7-A44A-83BB-FCCEA6E24B8A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A07E3CAE-9ADA-B6BF-92BB-C664027C8931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D6FA8457-B64B-8532-8F60-F76ABB793C91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E9768460-E91E-87DB-8DC3-55641F88FD5C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9719A40A-D306-0189-CCB1-F02082845817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46A5B12A-74C1-72E6-D388-E7F5C85F63E6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8" name="直接连接符 43007">
                <a:extLst>
                  <a:ext uri="{FF2B5EF4-FFF2-40B4-BE49-F238E27FC236}">
                    <a16:creationId xmlns:a16="http://schemas.microsoft.com/office/drawing/2014/main" id="{1F8F5405-74EE-8187-EE8C-429013A1EF23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9" name="直接连接符 43008">
                <a:extLst>
                  <a:ext uri="{FF2B5EF4-FFF2-40B4-BE49-F238E27FC236}">
                    <a16:creationId xmlns:a16="http://schemas.microsoft.com/office/drawing/2014/main" id="{5594AFD8-8D9E-667E-E9D5-5603249A01D7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0" name="直接连接符 43009">
                <a:extLst>
                  <a:ext uri="{FF2B5EF4-FFF2-40B4-BE49-F238E27FC236}">
                    <a16:creationId xmlns:a16="http://schemas.microsoft.com/office/drawing/2014/main" id="{A8F9855E-FF40-5EA1-73B0-4A99F85046FB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1" name="直接连接符 43010">
                <a:extLst>
                  <a:ext uri="{FF2B5EF4-FFF2-40B4-BE49-F238E27FC236}">
                    <a16:creationId xmlns:a16="http://schemas.microsoft.com/office/drawing/2014/main" id="{1482A069-D259-892D-4CD0-EA5275A39240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2" name="直接连接符 43011">
                <a:extLst>
                  <a:ext uri="{FF2B5EF4-FFF2-40B4-BE49-F238E27FC236}">
                    <a16:creationId xmlns:a16="http://schemas.microsoft.com/office/drawing/2014/main" id="{8E52481D-1955-DE62-6653-9E94EFD61638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3" name="直接连接符 43012">
                <a:extLst>
                  <a:ext uri="{FF2B5EF4-FFF2-40B4-BE49-F238E27FC236}">
                    <a16:creationId xmlns:a16="http://schemas.microsoft.com/office/drawing/2014/main" id="{E241EA57-E3CB-C881-07B2-D5BC7C843CDF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4" name="直接连接符 43013">
                <a:extLst>
                  <a:ext uri="{FF2B5EF4-FFF2-40B4-BE49-F238E27FC236}">
                    <a16:creationId xmlns:a16="http://schemas.microsoft.com/office/drawing/2014/main" id="{3CDCA663-1374-A129-93C0-D7329CCD9A43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5" name="直接连接符 43014">
                <a:extLst>
                  <a:ext uri="{FF2B5EF4-FFF2-40B4-BE49-F238E27FC236}">
                    <a16:creationId xmlns:a16="http://schemas.microsoft.com/office/drawing/2014/main" id="{C99ECB34-904F-A581-3B91-DBE00213F124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6" name="直接连接符 43015">
                <a:extLst>
                  <a:ext uri="{FF2B5EF4-FFF2-40B4-BE49-F238E27FC236}">
                    <a16:creationId xmlns:a16="http://schemas.microsoft.com/office/drawing/2014/main" id="{0FF81A00-E1E2-09B9-E86B-D3F07188532E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8" name="直接连接符 43017">
                <a:extLst>
                  <a:ext uri="{FF2B5EF4-FFF2-40B4-BE49-F238E27FC236}">
                    <a16:creationId xmlns:a16="http://schemas.microsoft.com/office/drawing/2014/main" id="{8CE66692-5585-B532-FDE0-A59038981B4D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9" name="直接连接符 43018">
                <a:extLst>
                  <a:ext uri="{FF2B5EF4-FFF2-40B4-BE49-F238E27FC236}">
                    <a16:creationId xmlns:a16="http://schemas.microsoft.com/office/drawing/2014/main" id="{8CC2B70B-AD76-21FB-CE2A-B5415215ADC5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0" name="直接连接符 43019">
                <a:extLst>
                  <a:ext uri="{FF2B5EF4-FFF2-40B4-BE49-F238E27FC236}">
                    <a16:creationId xmlns:a16="http://schemas.microsoft.com/office/drawing/2014/main" id="{64CEC405-625E-DF15-22F4-48E8CD6303C4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1" name="直接连接符 43020">
                <a:extLst>
                  <a:ext uri="{FF2B5EF4-FFF2-40B4-BE49-F238E27FC236}">
                    <a16:creationId xmlns:a16="http://schemas.microsoft.com/office/drawing/2014/main" id="{A2FAE1B0-4C82-B1A1-6669-29B7483F184E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2" name="直接连接符 43021">
                <a:extLst>
                  <a:ext uri="{FF2B5EF4-FFF2-40B4-BE49-F238E27FC236}">
                    <a16:creationId xmlns:a16="http://schemas.microsoft.com/office/drawing/2014/main" id="{061A50AF-9408-AE83-D8C6-D6A8F36AC6AE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3" name="直接连接符 43022">
                <a:extLst>
                  <a:ext uri="{FF2B5EF4-FFF2-40B4-BE49-F238E27FC236}">
                    <a16:creationId xmlns:a16="http://schemas.microsoft.com/office/drawing/2014/main" id="{68108944-8585-DF54-59DB-1892F7FFD036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4" name="直接连接符 43023">
                <a:extLst>
                  <a:ext uri="{FF2B5EF4-FFF2-40B4-BE49-F238E27FC236}">
                    <a16:creationId xmlns:a16="http://schemas.microsoft.com/office/drawing/2014/main" id="{A0FFD7BB-92F9-91B6-BB24-C4A594DD4362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5" name="直接连接符 43024">
                <a:extLst>
                  <a:ext uri="{FF2B5EF4-FFF2-40B4-BE49-F238E27FC236}">
                    <a16:creationId xmlns:a16="http://schemas.microsoft.com/office/drawing/2014/main" id="{F846AB20-F63B-08C5-6BD3-1868C6DDE565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6" name="直接连接符 43025">
                <a:extLst>
                  <a:ext uri="{FF2B5EF4-FFF2-40B4-BE49-F238E27FC236}">
                    <a16:creationId xmlns:a16="http://schemas.microsoft.com/office/drawing/2014/main" id="{EB061D33-AE92-CCE4-1442-867BE6E011B4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7" name="直接连接符 43026">
                <a:extLst>
                  <a:ext uri="{FF2B5EF4-FFF2-40B4-BE49-F238E27FC236}">
                    <a16:creationId xmlns:a16="http://schemas.microsoft.com/office/drawing/2014/main" id="{449EB31F-D773-AA74-1F40-845DD8844D82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8" name="直接连接符 43027">
                <a:extLst>
                  <a:ext uri="{FF2B5EF4-FFF2-40B4-BE49-F238E27FC236}">
                    <a16:creationId xmlns:a16="http://schemas.microsoft.com/office/drawing/2014/main" id="{A523AB82-B38D-0BAE-3A88-A4B0C7D88FE4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9" name="直接连接符 43028">
                <a:extLst>
                  <a:ext uri="{FF2B5EF4-FFF2-40B4-BE49-F238E27FC236}">
                    <a16:creationId xmlns:a16="http://schemas.microsoft.com/office/drawing/2014/main" id="{E056869F-6BC8-5267-CE86-7F073026EFF9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0" name="直接连接符 43029">
                <a:extLst>
                  <a:ext uri="{FF2B5EF4-FFF2-40B4-BE49-F238E27FC236}">
                    <a16:creationId xmlns:a16="http://schemas.microsoft.com/office/drawing/2014/main" id="{2A0C9BD7-D17C-C792-A44B-2051D0613B4D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1" name="直接连接符 43030">
                <a:extLst>
                  <a:ext uri="{FF2B5EF4-FFF2-40B4-BE49-F238E27FC236}">
                    <a16:creationId xmlns:a16="http://schemas.microsoft.com/office/drawing/2014/main" id="{BA081560-0D35-1927-F78A-3E808706CD5E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2" name="直接连接符 43031">
                <a:extLst>
                  <a:ext uri="{FF2B5EF4-FFF2-40B4-BE49-F238E27FC236}">
                    <a16:creationId xmlns:a16="http://schemas.microsoft.com/office/drawing/2014/main" id="{80197164-24BF-28AD-F365-31119EBC782D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3" name="直接连接符 43032">
                <a:extLst>
                  <a:ext uri="{FF2B5EF4-FFF2-40B4-BE49-F238E27FC236}">
                    <a16:creationId xmlns:a16="http://schemas.microsoft.com/office/drawing/2014/main" id="{5739CBAB-919D-3DA8-78A5-20F84444BCBD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4" name="直接连接符 43033">
                <a:extLst>
                  <a:ext uri="{FF2B5EF4-FFF2-40B4-BE49-F238E27FC236}">
                    <a16:creationId xmlns:a16="http://schemas.microsoft.com/office/drawing/2014/main" id="{53888022-C8F5-613C-6737-A7418A06DBAC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5" name="直接连接符 43034">
                <a:extLst>
                  <a:ext uri="{FF2B5EF4-FFF2-40B4-BE49-F238E27FC236}">
                    <a16:creationId xmlns:a16="http://schemas.microsoft.com/office/drawing/2014/main" id="{F3A4D381-C59E-52D3-152A-618ECA4FEFDD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6" name="直接连接符 43035">
                <a:extLst>
                  <a:ext uri="{FF2B5EF4-FFF2-40B4-BE49-F238E27FC236}">
                    <a16:creationId xmlns:a16="http://schemas.microsoft.com/office/drawing/2014/main" id="{247781A5-1EF2-26F7-BC63-33BFCC1A5CB3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7" name="直接连接符 43036">
                <a:extLst>
                  <a:ext uri="{FF2B5EF4-FFF2-40B4-BE49-F238E27FC236}">
                    <a16:creationId xmlns:a16="http://schemas.microsoft.com/office/drawing/2014/main" id="{6CE21C34-0629-DA33-2122-E156098BF7B8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8" name="直接连接符 43037">
                <a:extLst>
                  <a:ext uri="{FF2B5EF4-FFF2-40B4-BE49-F238E27FC236}">
                    <a16:creationId xmlns:a16="http://schemas.microsoft.com/office/drawing/2014/main" id="{ABFC7F53-B2E2-2000-D174-F1B256B94D0A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9" name="直接连接符 43038">
                <a:extLst>
                  <a:ext uri="{FF2B5EF4-FFF2-40B4-BE49-F238E27FC236}">
                    <a16:creationId xmlns:a16="http://schemas.microsoft.com/office/drawing/2014/main" id="{147B5466-7D3E-9885-81AD-EDA1CAAE0C82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0" name="直接连接符 43039">
                <a:extLst>
                  <a:ext uri="{FF2B5EF4-FFF2-40B4-BE49-F238E27FC236}">
                    <a16:creationId xmlns:a16="http://schemas.microsoft.com/office/drawing/2014/main" id="{0A14F82E-BBD3-AD82-0746-60973A87B27A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1" name="直接连接符 43040">
                <a:extLst>
                  <a:ext uri="{FF2B5EF4-FFF2-40B4-BE49-F238E27FC236}">
                    <a16:creationId xmlns:a16="http://schemas.microsoft.com/office/drawing/2014/main" id="{17F59A14-3F6B-D2FF-136F-D1C99FE0469D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2" name="直接连接符 43041">
                <a:extLst>
                  <a:ext uri="{FF2B5EF4-FFF2-40B4-BE49-F238E27FC236}">
                    <a16:creationId xmlns:a16="http://schemas.microsoft.com/office/drawing/2014/main" id="{0BE63091-D2F0-BE08-8EF0-888240FA4498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3" name="直接连接符 43042">
                <a:extLst>
                  <a:ext uri="{FF2B5EF4-FFF2-40B4-BE49-F238E27FC236}">
                    <a16:creationId xmlns:a16="http://schemas.microsoft.com/office/drawing/2014/main" id="{A77314A0-39AA-68B5-AF7B-F87A3C8A9D42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4" name="直接连接符 43043">
                <a:extLst>
                  <a:ext uri="{FF2B5EF4-FFF2-40B4-BE49-F238E27FC236}">
                    <a16:creationId xmlns:a16="http://schemas.microsoft.com/office/drawing/2014/main" id="{718296BF-D09F-4AC9-8C89-FF12A87FE4EF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5" name="直接连接符 43044">
                <a:extLst>
                  <a:ext uri="{FF2B5EF4-FFF2-40B4-BE49-F238E27FC236}">
                    <a16:creationId xmlns:a16="http://schemas.microsoft.com/office/drawing/2014/main" id="{3C2FD763-0523-0508-5E87-9504A1441E50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6" name="直接连接符 43045">
                <a:extLst>
                  <a:ext uri="{FF2B5EF4-FFF2-40B4-BE49-F238E27FC236}">
                    <a16:creationId xmlns:a16="http://schemas.microsoft.com/office/drawing/2014/main" id="{38C42AEE-3918-94D2-FEC4-5D4B9B8A299A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7" name="直接连接符 43046">
                <a:extLst>
                  <a:ext uri="{FF2B5EF4-FFF2-40B4-BE49-F238E27FC236}">
                    <a16:creationId xmlns:a16="http://schemas.microsoft.com/office/drawing/2014/main" id="{C7FF71DB-D707-5221-B1BB-842D31F4848F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8" name="直接连接符 43047">
                <a:extLst>
                  <a:ext uri="{FF2B5EF4-FFF2-40B4-BE49-F238E27FC236}">
                    <a16:creationId xmlns:a16="http://schemas.microsoft.com/office/drawing/2014/main" id="{AE932F50-4B2F-EFDB-21A4-529B17558788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9" name="直接连接符 43048">
                <a:extLst>
                  <a:ext uri="{FF2B5EF4-FFF2-40B4-BE49-F238E27FC236}">
                    <a16:creationId xmlns:a16="http://schemas.microsoft.com/office/drawing/2014/main" id="{69D7337E-BFD7-91DF-0DFE-88118E9DF578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0" name="直接连接符 43049">
                <a:extLst>
                  <a:ext uri="{FF2B5EF4-FFF2-40B4-BE49-F238E27FC236}">
                    <a16:creationId xmlns:a16="http://schemas.microsoft.com/office/drawing/2014/main" id="{B40BACCC-C81E-C198-4BAD-8681F8C303E7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1" name="直接连接符 43050">
                <a:extLst>
                  <a:ext uri="{FF2B5EF4-FFF2-40B4-BE49-F238E27FC236}">
                    <a16:creationId xmlns:a16="http://schemas.microsoft.com/office/drawing/2014/main" id="{7CAA5CFA-0B6A-6FD6-C78B-E1633D7D68D3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2" name="直接连接符 43051">
                <a:extLst>
                  <a:ext uri="{FF2B5EF4-FFF2-40B4-BE49-F238E27FC236}">
                    <a16:creationId xmlns:a16="http://schemas.microsoft.com/office/drawing/2014/main" id="{57423646-4F1E-42B5-9183-809529AA10A9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3" name="直接连接符 43052">
                <a:extLst>
                  <a:ext uri="{FF2B5EF4-FFF2-40B4-BE49-F238E27FC236}">
                    <a16:creationId xmlns:a16="http://schemas.microsoft.com/office/drawing/2014/main" id="{10C2B184-F2AB-8B50-1FB0-CC50B99D92E7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4" name="直接连接符 43053">
                <a:extLst>
                  <a:ext uri="{FF2B5EF4-FFF2-40B4-BE49-F238E27FC236}">
                    <a16:creationId xmlns:a16="http://schemas.microsoft.com/office/drawing/2014/main" id="{2ABC180A-FF8C-C008-536E-2E265A6C5592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5" name="直接连接符 43054">
                <a:extLst>
                  <a:ext uri="{FF2B5EF4-FFF2-40B4-BE49-F238E27FC236}">
                    <a16:creationId xmlns:a16="http://schemas.microsoft.com/office/drawing/2014/main" id="{0E41A0C4-4707-149F-8DD2-88085AEB9BA0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6" name="直接连接符 43055">
                <a:extLst>
                  <a:ext uri="{FF2B5EF4-FFF2-40B4-BE49-F238E27FC236}">
                    <a16:creationId xmlns:a16="http://schemas.microsoft.com/office/drawing/2014/main" id="{414B4B5E-5D4E-99CE-32C2-747BC87B98BD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7" name="直接连接符 43056">
                <a:extLst>
                  <a:ext uri="{FF2B5EF4-FFF2-40B4-BE49-F238E27FC236}">
                    <a16:creationId xmlns:a16="http://schemas.microsoft.com/office/drawing/2014/main" id="{2F16026F-A1F0-5261-2482-2205EAA6D2FB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8" name="直接连接符 43057">
                <a:extLst>
                  <a:ext uri="{FF2B5EF4-FFF2-40B4-BE49-F238E27FC236}">
                    <a16:creationId xmlns:a16="http://schemas.microsoft.com/office/drawing/2014/main" id="{EA33E909-6585-DD17-2EBA-0C0E08C72202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9" name="直接连接符 43058">
                <a:extLst>
                  <a:ext uri="{FF2B5EF4-FFF2-40B4-BE49-F238E27FC236}">
                    <a16:creationId xmlns:a16="http://schemas.microsoft.com/office/drawing/2014/main" id="{3E01A137-670F-615A-0AAF-DAFDD59A6E93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0" name="直接连接符 43059">
                <a:extLst>
                  <a:ext uri="{FF2B5EF4-FFF2-40B4-BE49-F238E27FC236}">
                    <a16:creationId xmlns:a16="http://schemas.microsoft.com/office/drawing/2014/main" id="{50976F26-B538-7247-FDBA-005A2CCD8301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1" name="直接连接符 43060">
                <a:extLst>
                  <a:ext uri="{FF2B5EF4-FFF2-40B4-BE49-F238E27FC236}">
                    <a16:creationId xmlns:a16="http://schemas.microsoft.com/office/drawing/2014/main" id="{4B88F685-50A2-5895-946D-B2C103D5E6E7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2" name="直接连接符 43061">
                <a:extLst>
                  <a:ext uri="{FF2B5EF4-FFF2-40B4-BE49-F238E27FC236}">
                    <a16:creationId xmlns:a16="http://schemas.microsoft.com/office/drawing/2014/main" id="{C7FDC5DC-5786-F86A-BDA2-167D3DBC11ED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3" name="直接连接符 43062">
                <a:extLst>
                  <a:ext uri="{FF2B5EF4-FFF2-40B4-BE49-F238E27FC236}">
                    <a16:creationId xmlns:a16="http://schemas.microsoft.com/office/drawing/2014/main" id="{27906662-FA73-FF73-F025-0CA836DD264A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4" name="直接连接符 43063">
                <a:extLst>
                  <a:ext uri="{FF2B5EF4-FFF2-40B4-BE49-F238E27FC236}">
                    <a16:creationId xmlns:a16="http://schemas.microsoft.com/office/drawing/2014/main" id="{10A648DE-C5F4-E58C-BC44-E57270F73746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5" name="直接连接符 43064">
                <a:extLst>
                  <a:ext uri="{FF2B5EF4-FFF2-40B4-BE49-F238E27FC236}">
                    <a16:creationId xmlns:a16="http://schemas.microsoft.com/office/drawing/2014/main" id="{B19EEEDC-6B17-3335-DBFE-40953F7E6C66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6" name="直接连接符 43065">
                <a:extLst>
                  <a:ext uri="{FF2B5EF4-FFF2-40B4-BE49-F238E27FC236}">
                    <a16:creationId xmlns:a16="http://schemas.microsoft.com/office/drawing/2014/main" id="{7EBF0B20-B3B0-7573-034D-98560A6E8937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7" name="直接连接符 43066">
                <a:extLst>
                  <a:ext uri="{FF2B5EF4-FFF2-40B4-BE49-F238E27FC236}">
                    <a16:creationId xmlns:a16="http://schemas.microsoft.com/office/drawing/2014/main" id="{4F6B85C7-2109-DB45-E846-9BD1E5F314C7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8" name="直接连接符 43067">
                <a:extLst>
                  <a:ext uri="{FF2B5EF4-FFF2-40B4-BE49-F238E27FC236}">
                    <a16:creationId xmlns:a16="http://schemas.microsoft.com/office/drawing/2014/main" id="{74A8890B-2260-FE58-176D-7500F1C8D875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9" name="直接连接符 43068">
                <a:extLst>
                  <a:ext uri="{FF2B5EF4-FFF2-40B4-BE49-F238E27FC236}">
                    <a16:creationId xmlns:a16="http://schemas.microsoft.com/office/drawing/2014/main" id="{9EF6C877-CBDF-0D2F-F737-B756D8541635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0" name="直接连接符 43069">
                <a:extLst>
                  <a:ext uri="{FF2B5EF4-FFF2-40B4-BE49-F238E27FC236}">
                    <a16:creationId xmlns:a16="http://schemas.microsoft.com/office/drawing/2014/main" id="{5DA32067-7B12-4498-8302-503E2D8EA419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1" name="直接连接符 43070">
                <a:extLst>
                  <a:ext uri="{FF2B5EF4-FFF2-40B4-BE49-F238E27FC236}">
                    <a16:creationId xmlns:a16="http://schemas.microsoft.com/office/drawing/2014/main" id="{C77258FF-5DDF-A70C-553D-305DB4A1DDDD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4" name="直接连接符 47103">
                <a:extLst>
                  <a:ext uri="{FF2B5EF4-FFF2-40B4-BE49-F238E27FC236}">
                    <a16:creationId xmlns:a16="http://schemas.microsoft.com/office/drawing/2014/main" id="{6EF28F5D-4353-935C-DCF8-F05E93741D08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5" name="直接连接符 47104">
                <a:extLst>
                  <a:ext uri="{FF2B5EF4-FFF2-40B4-BE49-F238E27FC236}">
                    <a16:creationId xmlns:a16="http://schemas.microsoft.com/office/drawing/2014/main" id="{6BF539F8-395C-6553-3912-9B2A2518CDBB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8" name="直接连接符 47107">
                <a:extLst>
                  <a:ext uri="{FF2B5EF4-FFF2-40B4-BE49-F238E27FC236}">
                    <a16:creationId xmlns:a16="http://schemas.microsoft.com/office/drawing/2014/main" id="{F206D3A9-A407-F6E5-FB42-33F31039A439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3" name="直接连接符 47112">
                <a:extLst>
                  <a:ext uri="{FF2B5EF4-FFF2-40B4-BE49-F238E27FC236}">
                    <a16:creationId xmlns:a16="http://schemas.microsoft.com/office/drawing/2014/main" id="{E896CEF5-EAEB-2160-3167-3D6B6C4AF761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4" name="直接连接符 47113">
                <a:extLst>
                  <a:ext uri="{FF2B5EF4-FFF2-40B4-BE49-F238E27FC236}">
                    <a16:creationId xmlns:a16="http://schemas.microsoft.com/office/drawing/2014/main" id="{DD4C974A-5B48-7D7C-1C0C-5EABBAE53CFA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5" name="直接连接符 47114">
                <a:extLst>
                  <a:ext uri="{FF2B5EF4-FFF2-40B4-BE49-F238E27FC236}">
                    <a16:creationId xmlns:a16="http://schemas.microsoft.com/office/drawing/2014/main" id="{09C28E5E-9CB4-5FD5-7546-2E5495F1D430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749D45D-2306-4E2F-EC63-B1E379E4326E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46E40C8C-347C-A989-3475-A7FAA18A2BA5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6F3E86C7-9C3B-C99A-A6B8-BD6FD1B6F5C0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F1E6769E-455A-FCC4-C652-C9491D998413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05413589-CFB2-6105-168C-AFCE3DD72416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52DB0F74-0592-2119-C144-153BAC43EBBE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B649C1F2-2ED0-8E37-5BAA-08A94BB0C66D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F6451C5-B71A-4295-D4A9-D0203C71BD72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922DD4DC-A53C-47B1-6EC2-5A8BC46B4D3C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AD4DC0E-AD3F-CEDC-06BD-31DB46E240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BFB9B-91EB-5214-DA1E-038DE053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>
            <a:extLst>
              <a:ext uri="{FF2B5EF4-FFF2-40B4-BE49-F238E27FC236}">
                <a16:creationId xmlns:a16="http://schemas.microsoft.com/office/drawing/2014/main" id="{CE2FEBBD-75F0-5E24-F839-FF202ADF5C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有向无圈图与拓扑排序</a:t>
            </a:r>
          </a:p>
        </p:txBody>
      </p:sp>
      <p:sp>
        <p:nvSpPr>
          <p:cNvPr id="47109" name="Rectangle 8">
            <a:extLst>
              <a:ext uri="{FF2B5EF4-FFF2-40B4-BE49-F238E27FC236}">
                <a16:creationId xmlns:a16="http://schemas.microsoft.com/office/drawing/2014/main" id="{0876229F-1514-3EAF-1B6F-220F552A8B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8844" y="1340386"/>
            <a:ext cx="7886700" cy="5152485"/>
          </a:xfrm>
        </p:spPr>
        <p:txBody>
          <a:bodyPr>
            <a:normAutofit fontScale="92500" lnSpcReduction="20000"/>
          </a:bodyPr>
          <a:lstStyle/>
          <a:p>
            <a:pPr marL="0" indent="0" eaLnBrk="1" hangingPunct="1">
              <a:lnSpc>
                <a:spcPct val="170000"/>
              </a:lnSpc>
              <a:buNone/>
            </a:pPr>
            <a:r>
              <a:rPr lang="zh-CN" altLang="en-US" sz="2400" b="1" dirty="0"/>
              <a:t>证明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0" indent="0" eaLnBrk="1" hangingPunct="1">
              <a:lnSpc>
                <a:spcPct val="170000"/>
              </a:lnSpc>
              <a:buNone/>
            </a:pPr>
            <a:r>
              <a:rPr lang="zh-CN" altLang="en-US" sz="2400" dirty="0"/>
              <a:t>假设 </a:t>
            </a:r>
            <a:r>
              <a:rPr lang="en-US" altLang="zh-CN" sz="2400" dirty="0"/>
              <a:t>G</a:t>
            </a:r>
            <a:r>
              <a:rPr lang="zh-CN" altLang="en-US" sz="2400" dirty="0"/>
              <a:t>有一个拓扑排序，但 </a:t>
            </a:r>
            <a:r>
              <a:rPr lang="en-US" altLang="zh-CN" sz="2400" dirty="0"/>
              <a:t>G</a:t>
            </a:r>
            <a:r>
              <a:rPr lang="zh-CN" altLang="en-US" sz="2400" dirty="0"/>
              <a:t>不是 </a:t>
            </a:r>
            <a:r>
              <a:rPr lang="en-US" altLang="zh-CN" sz="2400" dirty="0"/>
              <a:t>DAG</a:t>
            </a:r>
            <a:r>
              <a:rPr lang="zh-CN" altLang="en-US" sz="2400" dirty="0"/>
              <a:t>，即 </a:t>
            </a:r>
            <a:r>
              <a:rPr lang="en-US" altLang="zh-CN" sz="2400" dirty="0"/>
              <a:t>G</a:t>
            </a:r>
            <a:r>
              <a:rPr lang="zh-CN" altLang="en-US" sz="2400" dirty="0"/>
              <a:t>中存在一个有向环。</a:t>
            </a:r>
          </a:p>
          <a:p>
            <a:pPr eaLnBrk="1" hangingPunct="1">
              <a:lnSpc>
                <a:spcPct val="170000"/>
              </a:lnSpc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）假设 </a:t>
            </a:r>
            <a:r>
              <a:rPr lang="en-US" altLang="zh-CN" sz="2400" b="1" dirty="0"/>
              <a:t>G</a:t>
            </a:r>
            <a:r>
              <a:rPr lang="zh-CN" altLang="en-US" sz="2400" b="1" dirty="0"/>
              <a:t>中存在一个有向环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sz="2400" dirty="0"/>
              <a:t>设 </a:t>
            </a:r>
            <a:r>
              <a:rPr lang="en-US" altLang="zh-CN" sz="2400" dirty="0"/>
              <a:t>C = {v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v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……,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k</a:t>
            </a:r>
            <a:r>
              <a:rPr lang="en-US" altLang="zh-CN" sz="2400" dirty="0"/>
              <a:t>, v</a:t>
            </a:r>
            <a:r>
              <a:rPr lang="en-US" altLang="zh-CN" sz="2400" baseline="-25000" dirty="0"/>
              <a:t>1 </a:t>
            </a:r>
            <a:r>
              <a:rPr lang="en-US" altLang="zh-CN" sz="2400" dirty="0"/>
              <a:t>  </a:t>
            </a:r>
            <a:r>
              <a:rPr lang="zh-CN" altLang="en-US" sz="2400" dirty="0"/>
              <a:t>是</a:t>
            </a:r>
            <a:r>
              <a:rPr lang="en-US" altLang="zh-CN" sz="2400" dirty="0"/>
              <a:t>( G </a:t>
            </a:r>
            <a:r>
              <a:rPr lang="zh-CN" altLang="en-US" sz="2400" dirty="0"/>
              <a:t>中的一个有向环，</a:t>
            </a:r>
            <a:r>
              <a:rPr lang="en-US" altLang="zh-CN" sz="2400" dirty="0"/>
              <a:t> v</a:t>
            </a:r>
            <a:r>
              <a:rPr lang="en-US" altLang="zh-CN" sz="2400" baseline="-25000" dirty="0"/>
              <a:t>1</a:t>
            </a:r>
            <a:r>
              <a:rPr lang="en-US" altLang="zh-CN" sz="2400" dirty="0">
                <a:sym typeface="Wingdings" panose="05000000000000000000" pitchFamily="2" charset="2"/>
              </a:rPr>
              <a:t></a:t>
            </a:r>
            <a:r>
              <a:rPr lang="en-US" altLang="zh-CN" sz="2400" dirty="0"/>
              <a:t> v</a:t>
            </a:r>
            <a:r>
              <a:rPr lang="en-US" altLang="zh-CN" sz="2400" baseline="-25000" dirty="0"/>
              <a:t>2</a:t>
            </a:r>
            <a:r>
              <a:rPr lang="en-US" altLang="zh-CN" sz="2400" dirty="0">
                <a:sym typeface="Wingdings" panose="05000000000000000000" pitchFamily="2" charset="2"/>
              </a:rPr>
              <a:t>  </a:t>
            </a:r>
            <a:r>
              <a:rPr lang="en-US" altLang="zh-CN" sz="2400" dirty="0"/>
              <a:t>……</a:t>
            </a:r>
            <a:r>
              <a:rPr lang="en-US" altLang="zh-CN" sz="2400" dirty="0">
                <a:sym typeface="Wingdings" panose="05000000000000000000" pitchFamily="2" charset="2"/>
              </a:rPr>
              <a:t> 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k</a:t>
            </a:r>
            <a:r>
              <a:rPr lang="en-US" altLang="zh-CN" sz="2400" dirty="0">
                <a:sym typeface="Wingdings" panose="05000000000000000000" pitchFamily="2" charset="2"/>
              </a:rPr>
              <a:t>  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 </a:t>
            </a:r>
            <a:r>
              <a:rPr lang="zh-CN" altLang="en-US" sz="2400" dirty="0"/>
              <a:t>。</a:t>
            </a:r>
          </a:p>
          <a:p>
            <a:pPr eaLnBrk="1" hangingPunct="1">
              <a:lnSpc>
                <a:spcPct val="170000"/>
              </a:lnSpc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）拓扑排序的性质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sz="2400" dirty="0"/>
              <a:t>根据拓扑排序的定义，对于每一条有向边 </a:t>
            </a:r>
            <a:r>
              <a:rPr lang="en-US" altLang="zh-CN" sz="2400" dirty="0"/>
              <a:t>(u, v) </a:t>
            </a:r>
            <a:r>
              <a:rPr lang="zh-CN" altLang="en-US" sz="2400" dirty="0"/>
              <a:t>，节点 </a:t>
            </a:r>
            <a:r>
              <a:rPr lang="en-US" altLang="zh-CN" sz="2400" dirty="0"/>
              <a:t> u </a:t>
            </a:r>
            <a:r>
              <a:rPr lang="zh-CN" altLang="en-US" sz="2400" dirty="0"/>
              <a:t>必须排在节点 </a:t>
            </a:r>
            <a:r>
              <a:rPr lang="en-US" altLang="zh-CN" sz="2400" dirty="0"/>
              <a:t> v  </a:t>
            </a:r>
            <a:r>
              <a:rPr lang="zh-CN" altLang="en-US" sz="2400" dirty="0"/>
              <a:t>的前面。</a:t>
            </a:r>
            <a:endParaRPr lang="zh-CN" altLang="en-US" sz="1200" dirty="0"/>
          </a:p>
        </p:txBody>
      </p:sp>
      <p:sp>
        <p:nvSpPr>
          <p:cNvPr id="47106" name="灯片编号占位符 5">
            <a:extLst>
              <a:ext uri="{FF2B5EF4-FFF2-40B4-BE49-F238E27FC236}">
                <a16:creationId xmlns:a16="http://schemas.microsoft.com/office/drawing/2014/main" id="{55575ABA-FC72-786F-F18E-0FC0BA01A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21888-B085-4A6C-B17E-6E0EA39F04F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1C5D6C3-8495-7639-8488-DE789A683443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1FB3026-C590-259C-41A4-F58BE02ADC25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2DB09AB-348D-AF4C-1B5F-E4FB35280FAD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EC31F3F-21DF-53DF-10C4-295AB42E95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4FD59A3-33FA-AB53-78E7-9E6CA2A56C96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0C93AE0-A80A-6DEE-11D9-A3CED2642589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7C6FB64-669D-3511-E1F6-05000064A352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48D4A3E1-9397-46BA-A456-D733196FE0C1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44B3A649-B313-B205-DE68-7364F7B7C686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03A3DD4C-CE80-944F-C129-577AA2E55CB2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1639FF74-950F-4B0B-A1F3-66CFF2A7AA7C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4DA9B1A-35D0-81C6-B374-8FCC7CB126EE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D9D1AECB-457A-808A-644B-051D12E59956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002E1CB2-FACE-A7B7-6092-BF9DAB4E015D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18F7D80A-2B6C-2737-3A86-41C52D216D18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9BF354BF-1C2B-6065-EF00-2F67E36989C7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C2A2804E-CDE2-A5E2-A65E-4AC9A44DE6C8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FAABBF2C-3A7C-441B-B234-5D079FB202C6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C6BA8631-DDF4-8762-F4C6-656A5048AD62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E504967D-B228-CFB9-77CA-974C4E29A6B3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E2B3BC3C-CB92-B07A-DF91-9A1B6228BA9B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7FE39C4B-7B17-ABF4-E9FA-0EEFE4349A89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EB5C56BC-52B6-CA83-139A-DE8FF1D5ECC8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CEE3F958-F3FE-BE33-D575-194DD8F25236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C9A4D87-194B-02EF-7A58-E2550A70A481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91C2A631-F764-7BF9-9C5B-3AC88D3465B0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9A14E4EA-F1EA-857A-5861-E3782CF4D2E7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D07C274-D28A-6067-AA49-18A789F92142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1179456A-162E-9C31-F5D0-54C1098B4558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7B1E9F87-4ACD-53DD-5D49-D037FCE196F3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934CF001-20AB-D906-FE0C-A138899FC8D9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27959A82-F26B-6F84-798D-2D2DA06A5AD9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F108AA93-AC7B-AB40-DB5D-3A8ABF727E80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D731C16A-D289-AC81-7AAB-AD272D95BDAE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B838A9FC-2661-1E69-DB52-EB4719042F89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59D54CFA-1D16-1C6F-3F04-F14FF75F397B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E50E6994-DB77-18EF-7504-C78A756277E5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632A359B-E4A7-A33B-0AA0-AE07B9CA99E2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B7768C81-13C6-0E81-6681-31CB1F664AA2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9554E188-BA75-877E-BAFF-7FB80D7CAE59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2123F014-11D8-BBD2-49E6-FF47D7B62E3B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B140B73B-7320-EEF4-5498-145E115D3ABF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39718197-B45E-C5B2-E04D-648776602A98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D47D0F6B-E3AD-C3E3-587A-A1F4B47C10B6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69FD890D-FE7C-B6E8-106C-6E7EE5B04862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5D86C11A-CDC8-8771-9D33-5E2421B54763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EAB529A4-DA21-0090-7740-41C06D0C4382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13F543C1-3034-F0B8-2FE9-3BE8976A9F5E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B254285A-0F7A-D1B8-AD7E-9755C3452E10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DF9101EF-0F4A-9F5A-1037-CAAC1E51BDE4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D25E5FD4-180B-C8EE-80D0-CEFEEC3EBE41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EC58DB4A-B924-2BB5-6A1D-367127655EE1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8" name="直接连接符 43007">
                <a:extLst>
                  <a:ext uri="{FF2B5EF4-FFF2-40B4-BE49-F238E27FC236}">
                    <a16:creationId xmlns:a16="http://schemas.microsoft.com/office/drawing/2014/main" id="{7BBC1A86-E65F-99AB-7835-045701770B5A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9" name="直接连接符 43008">
                <a:extLst>
                  <a:ext uri="{FF2B5EF4-FFF2-40B4-BE49-F238E27FC236}">
                    <a16:creationId xmlns:a16="http://schemas.microsoft.com/office/drawing/2014/main" id="{355F3ECC-9DE1-3BF2-A34F-BEE3AA5D3101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0" name="直接连接符 43009">
                <a:extLst>
                  <a:ext uri="{FF2B5EF4-FFF2-40B4-BE49-F238E27FC236}">
                    <a16:creationId xmlns:a16="http://schemas.microsoft.com/office/drawing/2014/main" id="{AAB9C6AB-BFFC-772E-5EB0-0285AA3C3300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1" name="直接连接符 43010">
                <a:extLst>
                  <a:ext uri="{FF2B5EF4-FFF2-40B4-BE49-F238E27FC236}">
                    <a16:creationId xmlns:a16="http://schemas.microsoft.com/office/drawing/2014/main" id="{955AE566-65C6-65C9-6CE3-6B96F5078DD9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2" name="直接连接符 43011">
                <a:extLst>
                  <a:ext uri="{FF2B5EF4-FFF2-40B4-BE49-F238E27FC236}">
                    <a16:creationId xmlns:a16="http://schemas.microsoft.com/office/drawing/2014/main" id="{36AFEC83-F043-2222-F5CA-451D3A81BCB6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3" name="直接连接符 43012">
                <a:extLst>
                  <a:ext uri="{FF2B5EF4-FFF2-40B4-BE49-F238E27FC236}">
                    <a16:creationId xmlns:a16="http://schemas.microsoft.com/office/drawing/2014/main" id="{FEFDE1FE-0317-2E99-F043-1530630D79E0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4" name="直接连接符 43013">
                <a:extLst>
                  <a:ext uri="{FF2B5EF4-FFF2-40B4-BE49-F238E27FC236}">
                    <a16:creationId xmlns:a16="http://schemas.microsoft.com/office/drawing/2014/main" id="{27D7300F-C8B1-846F-FE17-5D0F651D0117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5" name="直接连接符 43014">
                <a:extLst>
                  <a:ext uri="{FF2B5EF4-FFF2-40B4-BE49-F238E27FC236}">
                    <a16:creationId xmlns:a16="http://schemas.microsoft.com/office/drawing/2014/main" id="{0FBEB1E0-926B-025C-A691-6507763C926C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6" name="直接连接符 43015">
                <a:extLst>
                  <a:ext uri="{FF2B5EF4-FFF2-40B4-BE49-F238E27FC236}">
                    <a16:creationId xmlns:a16="http://schemas.microsoft.com/office/drawing/2014/main" id="{925DB1BE-D812-1C40-48E9-EFC26ACE0D2A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8" name="直接连接符 43017">
                <a:extLst>
                  <a:ext uri="{FF2B5EF4-FFF2-40B4-BE49-F238E27FC236}">
                    <a16:creationId xmlns:a16="http://schemas.microsoft.com/office/drawing/2014/main" id="{3C96F8B3-DECB-9211-D915-CE638C70DBA7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9" name="直接连接符 43018">
                <a:extLst>
                  <a:ext uri="{FF2B5EF4-FFF2-40B4-BE49-F238E27FC236}">
                    <a16:creationId xmlns:a16="http://schemas.microsoft.com/office/drawing/2014/main" id="{B95F4412-D7D0-C3DE-CC51-34A681B3A0A8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0" name="直接连接符 43019">
                <a:extLst>
                  <a:ext uri="{FF2B5EF4-FFF2-40B4-BE49-F238E27FC236}">
                    <a16:creationId xmlns:a16="http://schemas.microsoft.com/office/drawing/2014/main" id="{9308D87B-DFC8-0A18-29F6-5D08C18A34A4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1" name="直接连接符 43020">
                <a:extLst>
                  <a:ext uri="{FF2B5EF4-FFF2-40B4-BE49-F238E27FC236}">
                    <a16:creationId xmlns:a16="http://schemas.microsoft.com/office/drawing/2014/main" id="{A145308C-3B30-8596-E063-A461B4A52B8E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2" name="直接连接符 43021">
                <a:extLst>
                  <a:ext uri="{FF2B5EF4-FFF2-40B4-BE49-F238E27FC236}">
                    <a16:creationId xmlns:a16="http://schemas.microsoft.com/office/drawing/2014/main" id="{0924832B-460A-F21B-35EB-CB3680022F5A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3" name="直接连接符 43022">
                <a:extLst>
                  <a:ext uri="{FF2B5EF4-FFF2-40B4-BE49-F238E27FC236}">
                    <a16:creationId xmlns:a16="http://schemas.microsoft.com/office/drawing/2014/main" id="{08610DB3-C721-2A00-1AD1-48DB5CC45D56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4" name="直接连接符 43023">
                <a:extLst>
                  <a:ext uri="{FF2B5EF4-FFF2-40B4-BE49-F238E27FC236}">
                    <a16:creationId xmlns:a16="http://schemas.microsoft.com/office/drawing/2014/main" id="{AAF41FBD-798F-87DE-71E3-5C43228363EC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5" name="直接连接符 43024">
                <a:extLst>
                  <a:ext uri="{FF2B5EF4-FFF2-40B4-BE49-F238E27FC236}">
                    <a16:creationId xmlns:a16="http://schemas.microsoft.com/office/drawing/2014/main" id="{D0C94D30-ADA3-4CA4-2D16-8CFCD961D703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6" name="直接连接符 43025">
                <a:extLst>
                  <a:ext uri="{FF2B5EF4-FFF2-40B4-BE49-F238E27FC236}">
                    <a16:creationId xmlns:a16="http://schemas.microsoft.com/office/drawing/2014/main" id="{15CB11FC-2CE3-231F-C7EB-7ADB76BCB9ED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7" name="直接连接符 43026">
                <a:extLst>
                  <a:ext uri="{FF2B5EF4-FFF2-40B4-BE49-F238E27FC236}">
                    <a16:creationId xmlns:a16="http://schemas.microsoft.com/office/drawing/2014/main" id="{FAC565E1-CBFF-99A0-786D-3F937CD4890B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8" name="直接连接符 43027">
                <a:extLst>
                  <a:ext uri="{FF2B5EF4-FFF2-40B4-BE49-F238E27FC236}">
                    <a16:creationId xmlns:a16="http://schemas.microsoft.com/office/drawing/2014/main" id="{1A2391D1-C09E-6653-3067-B44DF2F583D6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9" name="直接连接符 43028">
                <a:extLst>
                  <a:ext uri="{FF2B5EF4-FFF2-40B4-BE49-F238E27FC236}">
                    <a16:creationId xmlns:a16="http://schemas.microsoft.com/office/drawing/2014/main" id="{10566BF9-AB95-0321-64F8-C1CD0AE7F157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0" name="直接连接符 43029">
                <a:extLst>
                  <a:ext uri="{FF2B5EF4-FFF2-40B4-BE49-F238E27FC236}">
                    <a16:creationId xmlns:a16="http://schemas.microsoft.com/office/drawing/2014/main" id="{5991C540-8CD4-200F-AF5B-F9975C56AAAB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1" name="直接连接符 43030">
                <a:extLst>
                  <a:ext uri="{FF2B5EF4-FFF2-40B4-BE49-F238E27FC236}">
                    <a16:creationId xmlns:a16="http://schemas.microsoft.com/office/drawing/2014/main" id="{0D756B1D-DDA2-E619-4302-E930E0D24C6A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2" name="直接连接符 43031">
                <a:extLst>
                  <a:ext uri="{FF2B5EF4-FFF2-40B4-BE49-F238E27FC236}">
                    <a16:creationId xmlns:a16="http://schemas.microsoft.com/office/drawing/2014/main" id="{8403ACF1-F13C-5DEE-6856-5D56BE3A7508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3" name="直接连接符 43032">
                <a:extLst>
                  <a:ext uri="{FF2B5EF4-FFF2-40B4-BE49-F238E27FC236}">
                    <a16:creationId xmlns:a16="http://schemas.microsoft.com/office/drawing/2014/main" id="{45AB2680-199C-C2BE-A1DD-FFFCE17A6E4D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4" name="直接连接符 43033">
                <a:extLst>
                  <a:ext uri="{FF2B5EF4-FFF2-40B4-BE49-F238E27FC236}">
                    <a16:creationId xmlns:a16="http://schemas.microsoft.com/office/drawing/2014/main" id="{3683EF0F-A999-3D20-E65F-3ADA433E997E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5" name="直接连接符 43034">
                <a:extLst>
                  <a:ext uri="{FF2B5EF4-FFF2-40B4-BE49-F238E27FC236}">
                    <a16:creationId xmlns:a16="http://schemas.microsoft.com/office/drawing/2014/main" id="{9276D1E5-072D-16CE-4490-F7C00B76E84D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6" name="直接连接符 43035">
                <a:extLst>
                  <a:ext uri="{FF2B5EF4-FFF2-40B4-BE49-F238E27FC236}">
                    <a16:creationId xmlns:a16="http://schemas.microsoft.com/office/drawing/2014/main" id="{63361A13-FB6A-360B-4495-2CC9C04C1707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7" name="直接连接符 43036">
                <a:extLst>
                  <a:ext uri="{FF2B5EF4-FFF2-40B4-BE49-F238E27FC236}">
                    <a16:creationId xmlns:a16="http://schemas.microsoft.com/office/drawing/2014/main" id="{0FD33F0F-4408-D112-A5DD-3C45E3AFBC78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8" name="直接连接符 43037">
                <a:extLst>
                  <a:ext uri="{FF2B5EF4-FFF2-40B4-BE49-F238E27FC236}">
                    <a16:creationId xmlns:a16="http://schemas.microsoft.com/office/drawing/2014/main" id="{1501601A-9225-50D9-81CD-D9DF2C9D4606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9" name="直接连接符 43038">
                <a:extLst>
                  <a:ext uri="{FF2B5EF4-FFF2-40B4-BE49-F238E27FC236}">
                    <a16:creationId xmlns:a16="http://schemas.microsoft.com/office/drawing/2014/main" id="{C94D4D2F-CE91-89F7-19D8-255730C4DEF6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0" name="直接连接符 43039">
                <a:extLst>
                  <a:ext uri="{FF2B5EF4-FFF2-40B4-BE49-F238E27FC236}">
                    <a16:creationId xmlns:a16="http://schemas.microsoft.com/office/drawing/2014/main" id="{B759EAA3-4C54-D853-4B11-E5CF3B1A24B8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1" name="直接连接符 43040">
                <a:extLst>
                  <a:ext uri="{FF2B5EF4-FFF2-40B4-BE49-F238E27FC236}">
                    <a16:creationId xmlns:a16="http://schemas.microsoft.com/office/drawing/2014/main" id="{BFA7A1C0-19A2-8520-929B-D0A9AA17C706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2" name="直接连接符 43041">
                <a:extLst>
                  <a:ext uri="{FF2B5EF4-FFF2-40B4-BE49-F238E27FC236}">
                    <a16:creationId xmlns:a16="http://schemas.microsoft.com/office/drawing/2014/main" id="{13DC980F-49A2-0E8F-9CA3-5839E5B877A0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3" name="直接连接符 43042">
                <a:extLst>
                  <a:ext uri="{FF2B5EF4-FFF2-40B4-BE49-F238E27FC236}">
                    <a16:creationId xmlns:a16="http://schemas.microsoft.com/office/drawing/2014/main" id="{B06CA6C1-76DA-E64A-A13B-87EA60AA9395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4" name="直接连接符 43043">
                <a:extLst>
                  <a:ext uri="{FF2B5EF4-FFF2-40B4-BE49-F238E27FC236}">
                    <a16:creationId xmlns:a16="http://schemas.microsoft.com/office/drawing/2014/main" id="{27D12185-69DD-F8DC-D717-A6BB2FC0B945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5" name="直接连接符 43044">
                <a:extLst>
                  <a:ext uri="{FF2B5EF4-FFF2-40B4-BE49-F238E27FC236}">
                    <a16:creationId xmlns:a16="http://schemas.microsoft.com/office/drawing/2014/main" id="{DC183F78-0199-DB8E-B966-C191BAF2CFBF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6" name="直接连接符 43045">
                <a:extLst>
                  <a:ext uri="{FF2B5EF4-FFF2-40B4-BE49-F238E27FC236}">
                    <a16:creationId xmlns:a16="http://schemas.microsoft.com/office/drawing/2014/main" id="{2803681F-C25A-D57B-6E5C-837F86AFC830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7" name="直接连接符 43046">
                <a:extLst>
                  <a:ext uri="{FF2B5EF4-FFF2-40B4-BE49-F238E27FC236}">
                    <a16:creationId xmlns:a16="http://schemas.microsoft.com/office/drawing/2014/main" id="{C06E90E5-F074-2635-B409-C30F552B0EE6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8" name="直接连接符 43047">
                <a:extLst>
                  <a:ext uri="{FF2B5EF4-FFF2-40B4-BE49-F238E27FC236}">
                    <a16:creationId xmlns:a16="http://schemas.microsoft.com/office/drawing/2014/main" id="{7D6AF169-1509-2D2B-8651-903430F78D8B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9" name="直接连接符 43048">
                <a:extLst>
                  <a:ext uri="{FF2B5EF4-FFF2-40B4-BE49-F238E27FC236}">
                    <a16:creationId xmlns:a16="http://schemas.microsoft.com/office/drawing/2014/main" id="{6F0C8CCB-8B9B-BA74-BE74-143984BCC86C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0" name="直接连接符 43049">
                <a:extLst>
                  <a:ext uri="{FF2B5EF4-FFF2-40B4-BE49-F238E27FC236}">
                    <a16:creationId xmlns:a16="http://schemas.microsoft.com/office/drawing/2014/main" id="{34DC8DD3-0185-EE65-EFC9-5F96963DCDC5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1" name="直接连接符 43050">
                <a:extLst>
                  <a:ext uri="{FF2B5EF4-FFF2-40B4-BE49-F238E27FC236}">
                    <a16:creationId xmlns:a16="http://schemas.microsoft.com/office/drawing/2014/main" id="{9924E3EA-D0B9-255D-564C-8630EDACA87F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2" name="直接连接符 43051">
                <a:extLst>
                  <a:ext uri="{FF2B5EF4-FFF2-40B4-BE49-F238E27FC236}">
                    <a16:creationId xmlns:a16="http://schemas.microsoft.com/office/drawing/2014/main" id="{31B89AE8-FC39-901C-FDA0-EA057D63CA24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3" name="直接连接符 43052">
                <a:extLst>
                  <a:ext uri="{FF2B5EF4-FFF2-40B4-BE49-F238E27FC236}">
                    <a16:creationId xmlns:a16="http://schemas.microsoft.com/office/drawing/2014/main" id="{C2C808B9-FA2D-3417-C872-5F3BB34A78FA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4" name="直接连接符 43053">
                <a:extLst>
                  <a:ext uri="{FF2B5EF4-FFF2-40B4-BE49-F238E27FC236}">
                    <a16:creationId xmlns:a16="http://schemas.microsoft.com/office/drawing/2014/main" id="{423A1AE7-030C-401D-FD65-EC52C0C7A0F0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5" name="直接连接符 43054">
                <a:extLst>
                  <a:ext uri="{FF2B5EF4-FFF2-40B4-BE49-F238E27FC236}">
                    <a16:creationId xmlns:a16="http://schemas.microsoft.com/office/drawing/2014/main" id="{57937FF5-DE99-B66C-DC7B-3BF0AAE3823A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6" name="直接连接符 43055">
                <a:extLst>
                  <a:ext uri="{FF2B5EF4-FFF2-40B4-BE49-F238E27FC236}">
                    <a16:creationId xmlns:a16="http://schemas.microsoft.com/office/drawing/2014/main" id="{82EC38BC-A16D-F371-C5E5-808DC1F36AB6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7" name="直接连接符 43056">
                <a:extLst>
                  <a:ext uri="{FF2B5EF4-FFF2-40B4-BE49-F238E27FC236}">
                    <a16:creationId xmlns:a16="http://schemas.microsoft.com/office/drawing/2014/main" id="{88A2B885-93DD-404B-8EE8-D3AAE3262658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8" name="直接连接符 43057">
                <a:extLst>
                  <a:ext uri="{FF2B5EF4-FFF2-40B4-BE49-F238E27FC236}">
                    <a16:creationId xmlns:a16="http://schemas.microsoft.com/office/drawing/2014/main" id="{BBFE8C07-90C9-370E-CF92-15ADFAEC2917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9" name="直接连接符 43058">
                <a:extLst>
                  <a:ext uri="{FF2B5EF4-FFF2-40B4-BE49-F238E27FC236}">
                    <a16:creationId xmlns:a16="http://schemas.microsoft.com/office/drawing/2014/main" id="{6B49444F-2E6E-B29D-143C-FB7B6BF9AED1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0" name="直接连接符 43059">
                <a:extLst>
                  <a:ext uri="{FF2B5EF4-FFF2-40B4-BE49-F238E27FC236}">
                    <a16:creationId xmlns:a16="http://schemas.microsoft.com/office/drawing/2014/main" id="{0E131382-E16A-C44F-E429-F006F15660A8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1" name="直接连接符 43060">
                <a:extLst>
                  <a:ext uri="{FF2B5EF4-FFF2-40B4-BE49-F238E27FC236}">
                    <a16:creationId xmlns:a16="http://schemas.microsoft.com/office/drawing/2014/main" id="{E4153F30-C1B3-DB29-771D-128778E416FA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2" name="直接连接符 43061">
                <a:extLst>
                  <a:ext uri="{FF2B5EF4-FFF2-40B4-BE49-F238E27FC236}">
                    <a16:creationId xmlns:a16="http://schemas.microsoft.com/office/drawing/2014/main" id="{571C9A0C-1670-3777-B7DE-A3B6E640516F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3" name="直接连接符 43062">
                <a:extLst>
                  <a:ext uri="{FF2B5EF4-FFF2-40B4-BE49-F238E27FC236}">
                    <a16:creationId xmlns:a16="http://schemas.microsoft.com/office/drawing/2014/main" id="{A58844D2-AA5C-7514-E6A4-968611367FD7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4" name="直接连接符 43063">
                <a:extLst>
                  <a:ext uri="{FF2B5EF4-FFF2-40B4-BE49-F238E27FC236}">
                    <a16:creationId xmlns:a16="http://schemas.microsoft.com/office/drawing/2014/main" id="{959272E8-84D4-74F9-6C80-FBFDEE6D06FD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5" name="直接连接符 43064">
                <a:extLst>
                  <a:ext uri="{FF2B5EF4-FFF2-40B4-BE49-F238E27FC236}">
                    <a16:creationId xmlns:a16="http://schemas.microsoft.com/office/drawing/2014/main" id="{1BF8EEBA-6391-B09A-F10B-63ECE2B2FBCA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6" name="直接连接符 43065">
                <a:extLst>
                  <a:ext uri="{FF2B5EF4-FFF2-40B4-BE49-F238E27FC236}">
                    <a16:creationId xmlns:a16="http://schemas.microsoft.com/office/drawing/2014/main" id="{4B4E8AA6-FB03-250E-7F29-2BC1F3198385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7" name="直接连接符 43066">
                <a:extLst>
                  <a:ext uri="{FF2B5EF4-FFF2-40B4-BE49-F238E27FC236}">
                    <a16:creationId xmlns:a16="http://schemas.microsoft.com/office/drawing/2014/main" id="{B812B993-D9E5-5124-402C-4EEAF93223EB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8" name="直接连接符 43067">
                <a:extLst>
                  <a:ext uri="{FF2B5EF4-FFF2-40B4-BE49-F238E27FC236}">
                    <a16:creationId xmlns:a16="http://schemas.microsoft.com/office/drawing/2014/main" id="{391D714A-BEF9-46DD-FBA6-9564F64A4CCE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9" name="直接连接符 43068">
                <a:extLst>
                  <a:ext uri="{FF2B5EF4-FFF2-40B4-BE49-F238E27FC236}">
                    <a16:creationId xmlns:a16="http://schemas.microsoft.com/office/drawing/2014/main" id="{FB44564A-6EAB-A14D-D08C-868ED55BF7C9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0" name="直接连接符 43069">
                <a:extLst>
                  <a:ext uri="{FF2B5EF4-FFF2-40B4-BE49-F238E27FC236}">
                    <a16:creationId xmlns:a16="http://schemas.microsoft.com/office/drawing/2014/main" id="{F361DF5F-4EA3-262D-AC4A-D390AB008AD1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1" name="直接连接符 43070">
                <a:extLst>
                  <a:ext uri="{FF2B5EF4-FFF2-40B4-BE49-F238E27FC236}">
                    <a16:creationId xmlns:a16="http://schemas.microsoft.com/office/drawing/2014/main" id="{246BD352-764B-2625-56CA-EC737F4A6CE5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4" name="直接连接符 47103">
                <a:extLst>
                  <a:ext uri="{FF2B5EF4-FFF2-40B4-BE49-F238E27FC236}">
                    <a16:creationId xmlns:a16="http://schemas.microsoft.com/office/drawing/2014/main" id="{CF4DE346-9E09-6DC3-F29E-1A360E512E8E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5" name="直接连接符 47104">
                <a:extLst>
                  <a:ext uri="{FF2B5EF4-FFF2-40B4-BE49-F238E27FC236}">
                    <a16:creationId xmlns:a16="http://schemas.microsoft.com/office/drawing/2014/main" id="{6B9C23A1-090B-541B-6B59-34756FD23986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8" name="直接连接符 47107">
                <a:extLst>
                  <a:ext uri="{FF2B5EF4-FFF2-40B4-BE49-F238E27FC236}">
                    <a16:creationId xmlns:a16="http://schemas.microsoft.com/office/drawing/2014/main" id="{9D0A3E99-1869-EA0A-2C35-2EE773155752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3" name="直接连接符 47112">
                <a:extLst>
                  <a:ext uri="{FF2B5EF4-FFF2-40B4-BE49-F238E27FC236}">
                    <a16:creationId xmlns:a16="http://schemas.microsoft.com/office/drawing/2014/main" id="{B7ECA980-CE30-B001-D3E7-D4AD70487DC9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4" name="直接连接符 47113">
                <a:extLst>
                  <a:ext uri="{FF2B5EF4-FFF2-40B4-BE49-F238E27FC236}">
                    <a16:creationId xmlns:a16="http://schemas.microsoft.com/office/drawing/2014/main" id="{8B416C31-9A74-4036-E2A7-EDE58FB5BA98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5" name="直接连接符 47114">
                <a:extLst>
                  <a:ext uri="{FF2B5EF4-FFF2-40B4-BE49-F238E27FC236}">
                    <a16:creationId xmlns:a16="http://schemas.microsoft.com/office/drawing/2014/main" id="{85B50499-07C9-849C-8188-EF53470BA0C9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DD68468-D5FE-1578-ECC4-6A9543FA9EA6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7F93EE50-7420-7CE7-49B6-DB269CDB9CC2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F0ED9297-E8FA-0FB4-BBC7-9BB0F03FAD41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F80ACC4B-BFFA-CE13-448D-A57679C65F44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B2136B2A-9277-5444-27C3-9C2996E29F13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3B6E79E-E7E8-955D-F5D9-9A22497DD189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064F8852-1A81-CEA7-54C7-F4938706C5B1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51BB8F58-86BD-4AB4-BAE2-1C11BFA85D96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EC988EF1-9EFE-EA67-AAFA-6D4CA27BED88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46C5CE9-91B7-ACFC-A072-F80208E1DC1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49069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017D9-9670-DAF7-DFE4-6B78BA5EB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>
            <a:extLst>
              <a:ext uri="{FF2B5EF4-FFF2-40B4-BE49-F238E27FC236}">
                <a16:creationId xmlns:a16="http://schemas.microsoft.com/office/drawing/2014/main" id="{D8D751F5-763F-BC74-6F81-111FFFEA9E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有向无圈图与拓扑排序</a:t>
            </a:r>
          </a:p>
        </p:txBody>
      </p:sp>
      <p:sp>
        <p:nvSpPr>
          <p:cNvPr id="47109" name="Rectangle 8">
            <a:extLst>
              <a:ext uri="{FF2B5EF4-FFF2-40B4-BE49-F238E27FC236}">
                <a16:creationId xmlns:a16="http://schemas.microsoft.com/office/drawing/2014/main" id="{DF71272A-8504-437A-0A61-AFFBC266D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0509" y="1437447"/>
            <a:ext cx="7772400" cy="5172151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b="1" dirty="0"/>
              <a:t>证明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zh-CN" altLang="en-US" sz="2400" b="1" dirty="0"/>
              <a:t>应用到环 </a:t>
            </a:r>
            <a:r>
              <a:rPr lang="en-US" altLang="zh-CN" sz="2400" b="1" dirty="0"/>
              <a:t> C  </a:t>
            </a:r>
            <a:r>
              <a:rPr lang="zh-CN" altLang="en-US" sz="2400" b="1" dirty="0"/>
              <a:t>中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对于环 </a:t>
            </a:r>
            <a:r>
              <a:rPr lang="en-US" altLang="zh-CN" sz="2400" dirty="0"/>
              <a:t>C </a:t>
            </a:r>
            <a:r>
              <a:rPr lang="zh-CN" altLang="en-US" sz="2400" dirty="0"/>
              <a:t>中的每一条边 </a:t>
            </a:r>
            <a:r>
              <a:rPr lang="en-US" altLang="zh-CN" sz="2400" dirty="0"/>
              <a:t> (v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, v</a:t>
            </a:r>
            <a:r>
              <a:rPr lang="en-US" altLang="zh-CN" sz="2400" baseline="-25000" dirty="0"/>
              <a:t>i+1</a:t>
            </a:r>
            <a:r>
              <a:rPr lang="en-US" altLang="zh-CN" sz="2400" dirty="0"/>
              <a:t>)</a:t>
            </a:r>
            <a:r>
              <a:rPr lang="zh-CN" altLang="en-US" sz="2400" dirty="0"/>
              <a:t>（其中 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k+1 </a:t>
            </a:r>
            <a:r>
              <a:rPr lang="en-US" altLang="zh-CN" sz="2400" dirty="0"/>
              <a:t>= 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），根据拓扑排序的性质，必须有：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&lt; v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&lt; ……&lt;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k</a:t>
            </a:r>
            <a:r>
              <a:rPr lang="en-US" altLang="zh-CN" sz="2400" dirty="0"/>
              <a:t> &lt; v</a:t>
            </a:r>
            <a:r>
              <a:rPr lang="en-US" altLang="zh-CN" sz="2400" baseline="-25000" dirty="0"/>
              <a:t>1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/>
              <a:t>4</a:t>
            </a:r>
            <a:r>
              <a:rPr lang="zh-CN" altLang="en-US" sz="2400" dirty="0"/>
              <a:t>）</a:t>
            </a:r>
            <a:r>
              <a:rPr lang="zh-CN" altLang="en-US" sz="2400" b="1" dirty="0"/>
              <a:t>矛盾的出现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根据上述关系，我们得到：</a:t>
            </a:r>
            <a:r>
              <a:rPr lang="en-US" altLang="zh-CN" sz="2400" dirty="0"/>
              <a:t> 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&lt;  v</a:t>
            </a:r>
            <a:r>
              <a:rPr lang="en-US" altLang="zh-CN" sz="2400" baseline="-25000" dirty="0"/>
              <a:t>1 </a:t>
            </a:r>
            <a:r>
              <a:rPr lang="zh-CN" altLang="en-US" sz="2400" dirty="0"/>
              <a:t>，这是不可能的，因为一个节点不可能排在自己的前面。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/>
              <a:t>5</a:t>
            </a:r>
            <a:r>
              <a:rPr lang="zh-CN" altLang="en-US" sz="2400" dirty="0"/>
              <a:t>）</a:t>
            </a:r>
            <a:r>
              <a:rPr lang="zh-CN" altLang="en-US" sz="2400" b="1" dirty="0"/>
              <a:t>结论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因此，假设 </a:t>
            </a:r>
            <a:r>
              <a:rPr lang="en-US" altLang="zh-CN" sz="2400" dirty="0"/>
              <a:t>G </a:t>
            </a:r>
            <a:r>
              <a:rPr lang="zh-CN" altLang="en-US" sz="2400" dirty="0"/>
              <a:t>中存在有向环是错误的。也就是说，如果 </a:t>
            </a:r>
            <a:r>
              <a:rPr lang="en-US" altLang="zh-CN" sz="2400" dirty="0"/>
              <a:t>G </a:t>
            </a:r>
            <a:r>
              <a:rPr lang="zh-CN" altLang="en-US" sz="2400" dirty="0"/>
              <a:t>有一个拓扑排序，那么 </a:t>
            </a:r>
            <a:r>
              <a:rPr lang="en-US" altLang="zh-CN" sz="2400" dirty="0"/>
              <a:t>G </a:t>
            </a:r>
            <a:r>
              <a:rPr lang="zh-CN" altLang="en-US" sz="2400" dirty="0"/>
              <a:t>中不存在有向环，即 </a:t>
            </a:r>
            <a:r>
              <a:rPr lang="en-US" altLang="zh-CN" sz="2400" dirty="0"/>
              <a:t>G </a:t>
            </a:r>
            <a:r>
              <a:rPr lang="zh-CN" altLang="en-US" sz="2400" dirty="0"/>
              <a:t>是一个 </a:t>
            </a:r>
            <a:r>
              <a:rPr lang="en-US" altLang="zh-CN" sz="2400" dirty="0"/>
              <a:t>DAG</a:t>
            </a:r>
            <a:r>
              <a:rPr lang="zh-CN" altLang="en-US" sz="2400" dirty="0"/>
              <a:t>。</a:t>
            </a:r>
          </a:p>
          <a:p>
            <a:pPr marL="0" indent="0" eaLnBrk="1" hangingPunct="1">
              <a:buNone/>
            </a:pPr>
            <a:endParaRPr lang="zh-CN" altLang="en-US" sz="1100" dirty="0"/>
          </a:p>
        </p:txBody>
      </p:sp>
      <p:sp>
        <p:nvSpPr>
          <p:cNvPr id="47106" name="灯片编号占位符 5">
            <a:extLst>
              <a:ext uri="{FF2B5EF4-FFF2-40B4-BE49-F238E27FC236}">
                <a16:creationId xmlns:a16="http://schemas.microsoft.com/office/drawing/2014/main" id="{E72516BD-8575-4911-4C37-CC6F5BB60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21888-B085-4A6C-B17E-6E0EA39F04F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4D51B0F-B40D-08AA-A580-F5241CFD47D8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B341A0F2-1A6B-14DA-97EA-DD4EA250B528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850402EB-F382-F5FD-A093-8D0DE7EAFEDB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E319A90-9338-76ED-B66E-64896CE2DF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F08DD2D1-AF1A-7342-13AF-62009B7913CA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B390FB2-634C-0F26-CA87-BFAA4D6B69DF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AF4E316-C0CD-D998-B3CF-2CAE70310BA5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4D527DDF-9488-CD4C-CE1E-20496C3ED904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00706896-D381-1705-4A83-5E50F98CEC5A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59338728-31D5-277D-87E8-3C18E98C0662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6CFDF4FC-C720-F506-667E-3781D99482B7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00524AC-9999-18CA-0A50-7BB134674D21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6BA517E1-1B17-19FE-438C-6AEDD1CB1775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AF102AEA-5A3F-61ED-B69D-FC76C0275A75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8279C3A1-F8AA-CE3E-3537-2FA1E43683B1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7774332A-08C3-E63C-CD1B-5BF1438522F0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AE57CFE5-0252-7875-E967-6B98C69B94A3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C1CAC35-CD27-E821-5E89-E0F78EFCA4F7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0051FFEF-3AEC-5FC1-CDD0-390B7290EEF2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D3E4650F-EB7F-30C6-13F8-A5D3E6299E31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0334B12-0AF8-D0D2-4A8B-2C840517A075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A79D7854-D7CB-BE1B-711D-57EA5A08A6DE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9CF1AE89-AF42-1D05-B51D-19903BDD518F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EA96FCF5-4AB4-A5AD-C6AC-293FD18CF3D1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E2E0BEE-923B-9B08-E22A-A3A40D9F8BF4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53A204D0-F658-7E61-16BE-5B9F80D0147A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2C8C8BC1-B80F-917D-CECC-45787D21687F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407359ED-5480-98C5-12F6-3D654B6375F4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5BE6CA45-931E-FF03-69FC-AA71D467FB2B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BEFD1A62-5DE0-FB04-3DED-43697D50C613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84FAADD5-C97A-496E-E727-88CD8F2A3D45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B298B56F-AD1D-FCDE-363C-59D1AB0908FA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6E341A2A-7A10-9F8E-2846-19CBC712FB74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CB03D047-03E3-788D-3CB6-9653E31A8DB4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A517EEE5-A06D-0185-F8F9-3FD8662DB82F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F6AA8E90-E7AD-CA22-1EC4-E219F4AEE2CC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D79286CF-4E35-E5A0-08A3-2E0930FC717E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6641F32-A407-92FF-EE1B-46104D19CEC0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257BCD93-7EBE-C8AC-C821-1E6E4C9423B3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8C7B1389-A130-D4E0-26BA-0497E56C8BEB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43171F15-ADC5-062C-3899-63AA88FE8C11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21CB53E0-F51A-F180-5D6C-AC3BD740A84A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F854B0E6-B316-947E-3709-B443BB735ECB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34FBF781-214E-7B71-8A3C-B71820E9696F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E886CF72-1CC1-1AB8-5BAB-DE3323EF46EB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5124C5EE-22CC-DE49-E91E-4667E9087CB2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25904621-6652-41FD-D0CA-37D93B6B567C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E77EA24A-16F8-8928-E440-8FBF6EA5267F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A6F55223-1E6C-71BC-9AF5-88A9E5E03F1C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AE04FE0A-20EF-82F3-4D49-8D0FE6E8AB37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3A71E750-ABD7-FBAA-09AE-2A69911D3C11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589F68CC-0A9D-DE5B-7E10-533BB56C8D3D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8" name="直接连接符 43007">
                <a:extLst>
                  <a:ext uri="{FF2B5EF4-FFF2-40B4-BE49-F238E27FC236}">
                    <a16:creationId xmlns:a16="http://schemas.microsoft.com/office/drawing/2014/main" id="{397ED7F4-EF64-8683-4A77-47607EEBCF3B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09" name="直接连接符 43008">
                <a:extLst>
                  <a:ext uri="{FF2B5EF4-FFF2-40B4-BE49-F238E27FC236}">
                    <a16:creationId xmlns:a16="http://schemas.microsoft.com/office/drawing/2014/main" id="{590B1C6F-DB8D-4EB1-A401-048B059DE0D9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0" name="直接连接符 43009">
                <a:extLst>
                  <a:ext uri="{FF2B5EF4-FFF2-40B4-BE49-F238E27FC236}">
                    <a16:creationId xmlns:a16="http://schemas.microsoft.com/office/drawing/2014/main" id="{2798DB33-EEF0-F728-BD40-8F2A57B683D9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1" name="直接连接符 43010">
                <a:extLst>
                  <a:ext uri="{FF2B5EF4-FFF2-40B4-BE49-F238E27FC236}">
                    <a16:creationId xmlns:a16="http://schemas.microsoft.com/office/drawing/2014/main" id="{3609B1B5-01F5-8929-9721-77729DBAB5DA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2" name="直接连接符 43011">
                <a:extLst>
                  <a:ext uri="{FF2B5EF4-FFF2-40B4-BE49-F238E27FC236}">
                    <a16:creationId xmlns:a16="http://schemas.microsoft.com/office/drawing/2014/main" id="{5DA6E353-C45F-82E3-D1B4-9C78E83F9579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3" name="直接连接符 43012">
                <a:extLst>
                  <a:ext uri="{FF2B5EF4-FFF2-40B4-BE49-F238E27FC236}">
                    <a16:creationId xmlns:a16="http://schemas.microsoft.com/office/drawing/2014/main" id="{C0915B89-B6DC-9A62-80F1-34AF99A64E5A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4" name="直接连接符 43013">
                <a:extLst>
                  <a:ext uri="{FF2B5EF4-FFF2-40B4-BE49-F238E27FC236}">
                    <a16:creationId xmlns:a16="http://schemas.microsoft.com/office/drawing/2014/main" id="{A25E6024-C5BE-BB70-C7EE-521886F9D06A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5" name="直接连接符 43014">
                <a:extLst>
                  <a:ext uri="{FF2B5EF4-FFF2-40B4-BE49-F238E27FC236}">
                    <a16:creationId xmlns:a16="http://schemas.microsoft.com/office/drawing/2014/main" id="{F9B88D70-76EE-34E9-EEB9-83A0A2198354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6" name="直接连接符 43015">
                <a:extLst>
                  <a:ext uri="{FF2B5EF4-FFF2-40B4-BE49-F238E27FC236}">
                    <a16:creationId xmlns:a16="http://schemas.microsoft.com/office/drawing/2014/main" id="{E94F28B6-9232-CC3F-0C5A-40ACCFF36142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8" name="直接连接符 43017">
                <a:extLst>
                  <a:ext uri="{FF2B5EF4-FFF2-40B4-BE49-F238E27FC236}">
                    <a16:creationId xmlns:a16="http://schemas.microsoft.com/office/drawing/2014/main" id="{C7C375DF-BF15-84FC-E85F-2A9656D14535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9" name="直接连接符 43018">
                <a:extLst>
                  <a:ext uri="{FF2B5EF4-FFF2-40B4-BE49-F238E27FC236}">
                    <a16:creationId xmlns:a16="http://schemas.microsoft.com/office/drawing/2014/main" id="{162AE667-B847-4394-40BF-5E02FF59DE7C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0" name="直接连接符 43019">
                <a:extLst>
                  <a:ext uri="{FF2B5EF4-FFF2-40B4-BE49-F238E27FC236}">
                    <a16:creationId xmlns:a16="http://schemas.microsoft.com/office/drawing/2014/main" id="{8D316F13-39A5-96D6-E1F0-91FAAFFD2DBA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1" name="直接连接符 43020">
                <a:extLst>
                  <a:ext uri="{FF2B5EF4-FFF2-40B4-BE49-F238E27FC236}">
                    <a16:creationId xmlns:a16="http://schemas.microsoft.com/office/drawing/2014/main" id="{A49F53A7-7A2B-D3D0-9839-6AFC9C2133EE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2" name="直接连接符 43021">
                <a:extLst>
                  <a:ext uri="{FF2B5EF4-FFF2-40B4-BE49-F238E27FC236}">
                    <a16:creationId xmlns:a16="http://schemas.microsoft.com/office/drawing/2014/main" id="{9878AC3B-31DC-2CAD-DF98-8F4C09EFEEC0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3" name="直接连接符 43022">
                <a:extLst>
                  <a:ext uri="{FF2B5EF4-FFF2-40B4-BE49-F238E27FC236}">
                    <a16:creationId xmlns:a16="http://schemas.microsoft.com/office/drawing/2014/main" id="{834A13C8-B230-BB03-913B-011C40A0C696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4" name="直接连接符 43023">
                <a:extLst>
                  <a:ext uri="{FF2B5EF4-FFF2-40B4-BE49-F238E27FC236}">
                    <a16:creationId xmlns:a16="http://schemas.microsoft.com/office/drawing/2014/main" id="{5E175504-B302-8930-8CA4-A456690EA35A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5" name="直接连接符 43024">
                <a:extLst>
                  <a:ext uri="{FF2B5EF4-FFF2-40B4-BE49-F238E27FC236}">
                    <a16:creationId xmlns:a16="http://schemas.microsoft.com/office/drawing/2014/main" id="{2F208EB2-72BE-4B42-2D42-A55FB16B6329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6" name="直接连接符 43025">
                <a:extLst>
                  <a:ext uri="{FF2B5EF4-FFF2-40B4-BE49-F238E27FC236}">
                    <a16:creationId xmlns:a16="http://schemas.microsoft.com/office/drawing/2014/main" id="{DB01FF33-754A-1163-BFBB-3208E536D87C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7" name="直接连接符 43026">
                <a:extLst>
                  <a:ext uri="{FF2B5EF4-FFF2-40B4-BE49-F238E27FC236}">
                    <a16:creationId xmlns:a16="http://schemas.microsoft.com/office/drawing/2014/main" id="{E7E23312-99D1-F629-AABB-272B3277C6B1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8" name="直接连接符 43027">
                <a:extLst>
                  <a:ext uri="{FF2B5EF4-FFF2-40B4-BE49-F238E27FC236}">
                    <a16:creationId xmlns:a16="http://schemas.microsoft.com/office/drawing/2014/main" id="{57D5E640-6DE3-F77F-74FA-6D929D265FAA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29" name="直接连接符 43028">
                <a:extLst>
                  <a:ext uri="{FF2B5EF4-FFF2-40B4-BE49-F238E27FC236}">
                    <a16:creationId xmlns:a16="http://schemas.microsoft.com/office/drawing/2014/main" id="{3D03B8E8-43BC-FB08-8537-28A96FE35FB3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0" name="直接连接符 43029">
                <a:extLst>
                  <a:ext uri="{FF2B5EF4-FFF2-40B4-BE49-F238E27FC236}">
                    <a16:creationId xmlns:a16="http://schemas.microsoft.com/office/drawing/2014/main" id="{D982C3EA-B0C2-ABAF-416E-AE03B01C4B1B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1" name="直接连接符 43030">
                <a:extLst>
                  <a:ext uri="{FF2B5EF4-FFF2-40B4-BE49-F238E27FC236}">
                    <a16:creationId xmlns:a16="http://schemas.microsoft.com/office/drawing/2014/main" id="{C0F7BCA4-45F1-4449-2418-2795781274BE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2" name="直接连接符 43031">
                <a:extLst>
                  <a:ext uri="{FF2B5EF4-FFF2-40B4-BE49-F238E27FC236}">
                    <a16:creationId xmlns:a16="http://schemas.microsoft.com/office/drawing/2014/main" id="{AF9DD122-7148-CD6C-C422-52A80526B550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3" name="直接连接符 43032">
                <a:extLst>
                  <a:ext uri="{FF2B5EF4-FFF2-40B4-BE49-F238E27FC236}">
                    <a16:creationId xmlns:a16="http://schemas.microsoft.com/office/drawing/2014/main" id="{A88BC425-4468-EBE9-5EBF-D2E15F5D3792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4" name="直接连接符 43033">
                <a:extLst>
                  <a:ext uri="{FF2B5EF4-FFF2-40B4-BE49-F238E27FC236}">
                    <a16:creationId xmlns:a16="http://schemas.microsoft.com/office/drawing/2014/main" id="{4FE59B43-5154-2020-230E-059CCBA6C1F6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5" name="直接连接符 43034">
                <a:extLst>
                  <a:ext uri="{FF2B5EF4-FFF2-40B4-BE49-F238E27FC236}">
                    <a16:creationId xmlns:a16="http://schemas.microsoft.com/office/drawing/2014/main" id="{1FD57B23-75E1-545A-0B43-48726319A9B2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6" name="直接连接符 43035">
                <a:extLst>
                  <a:ext uri="{FF2B5EF4-FFF2-40B4-BE49-F238E27FC236}">
                    <a16:creationId xmlns:a16="http://schemas.microsoft.com/office/drawing/2014/main" id="{0F0E6FAC-A557-8869-9845-6ACD45123CB2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7" name="直接连接符 43036">
                <a:extLst>
                  <a:ext uri="{FF2B5EF4-FFF2-40B4-BE49-F238E27FC236}">
                    <a16:creationId xmlns:a16="http://schemas.microsoft.com/office/drawing/2014/main" id="{50842CE2-4F3B-4C92-C4A4-7016F5840B00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8" name="直接连接符 43037">
                <a:extLst>
                  <a:ext uri="{FF2B5EF4-FFF2-40B4-BE49-F238E27FC236}">
                    <a16:creationId xmlns:a16="http://schemas.microsoft.com/office/drawing/2014/main" id="{14AEBF55-7DD4-496D-EE6C-64DF886EF03B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39" name="直接连接符 43038">
                <a:extLst>
                  <a:ext uri="{FF2B5EF4-FFF2-40B4-BE49-F238E27FC236}">
                    <a16:creationId xmlns:a16="http://schemas.microsoft.com/office/drawing/2014/main" id="{627CEBF2-0496-EB12-3CB6-52415B773E17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0" name="直接连接符 43039">
                <a:extLst>
                  <a:ext uri="{FF2B5EF4-FFF2-40B4-BE49-F238E27FC236}">
                    <a16:creationId xmlns:a16="http://schemas.microsoft.com/office/drawing/2014/main" id="{49ABBDF5-D6FF-A43B-0F12-F3138B04C604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1" name="直接连接符 43040">
                <a:extLst>
                  <a:ext uri="{FF2B5EF4-FFF2-40B4-BE49-F238E27FC236}">
                    <a16:creationId xmlns:a16="http://schemas.microsoft.com/office/drawing/2014/main" id="{2680E438-C606-84F5-4C63-BAC1B3C1CD72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2" name="直接连接符 43041">
                <a:extLst>
                  <a:ext uri="{FF2B5EF4-FFF2-40B4-BE49-F238E27FC236}">
                    <a16:creationId xmlns:a16="http://schemas.microsoft.com/office/drawing/2014/main" id="{46B076B7-1DD7-55E4-BC9E-CD335660B2FB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3" name="直接连接符 43042">
                <a:extLst>
                  <a:ext uri="{FF2B5EF4-FFF2-40B4-BE49-F238E27FC236}">
                    <a16:creationId xmlns:a16="http://schemas.microsoft.com/office/drawing/2014/main" id="{FD9BF584-41EC-F84E-E057-A8E05B8516E4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4" name="直接连接符 43043">
                <a:extLst>
                  <a:ext uri="{FF2B5EF4-FFF2-40B4-BE49-F238E27FC236}">
                    <a16:creationId xmlns:a16="http://schemas.microsoft.com/office/drawing/2014/main" id="{AFF802AB-7BBC-F6FA-0EA7-AC5E33D93FB8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5" name="直接连接符 43044">
                <a:extLst>
                  <a:ext uri="{FF2B5EF4-FFF2-40B4-BE49-F238E27FC236}">
                    <a16:creationId xmlns:a16="http://schemas.microsoft.com/office/drawing/2014/main" id="{5B2AD273-643A-9E7F-EBCD-32B7A2144742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6" name="直接连接符 43045">
                <a:extLst>
                  <a:ext uri="{FF2B5EF4-FFF2-40B4-BE49-F238E27FC236}">
                    <a16:creationId xmlns:a16="http://schemas.microsoft.com/office/drawing/2014/main" id="{3570BA65-5C2F-E302-8D7D-2DAB5B508474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7" name="直接连接符 43046">
                <a:extLst>
                  <a:ext uri="{FF2B5EF4-FFF2-40B4-BE49-F238E27FC236}">
                    <a16:creationId xmlns:a16="http://schemas.microsoft.com/office/drawing/2014/main" id="{672AE3B3-F66A-033B-D99B-21281AA89978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8" name="直接连接符 43047">
                <a:extLst>
                  <a:ext uri="{FF2B5EF4-FFF2-40B4-BE49-F238E27FC236}">
                    <a16:creationId xmlns:a16="http://schemas.microsoft.com/office/drawing/2014/main" id="{B516E799-FDFB-AA6D-6E0B-1A463D3305CD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49" name="直接连接符 43048">
                <a:extLst>
                  <a:ext uri="{FF2B5EF4-FFF2-40B4-BE49-F238E27FC236}">
                    <a16:creationId xmlns:a16="http://schemas.microsoft.com/office/drawing/2014/main" id="{ABD25B24-73DC-E199-99AD-803E36B23CD4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0" name="直接连接符 43049">
                <a:extLst>
                  <a:ext uri="{FF2B5EF4-FFF2-40B4-BE49-F238E27FC236}">
                    <a16:creationId xmlns:a16="http://schemas.microsoft.com/office/drawing/2014/main" id="{C12BD870-3EEC-AB86-05A4-0BADA3C50A3D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1" name="直接连接符 43050">
                <a:extLst>
                  <a:ext uri="{FF2B5EF4-FFF2-40B4-BE49-F238E27FC236}">
                    <a16:creationId xmlns:a16="http://schemas.microsoft.com/office/drawing/2014/main" id="{9DF2B03A-BE71-48BC-16A3-319CFB606373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2" name="直接连接符 43051">
                <a:extLst>
                  <a:ext uri="{FF2B5EF4-FFF2-40B4-BE49-F238E27FC236}">
                    <a16:creationId xmlns:a16="http://schemas.microsoft.com/office/drawing/2014/main" id="{F2C96847-7A4B-E389-8A7E-C2781A14BC22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3" name="直接连接符 43052">
                <a:extLst>
                  <a:ext uri="{FF2B5EF4-FFF2-40B4-BE49-F238E27FC236}">
                    <a16:creationId xmlns:a16="http://schemas.microsoft.com/office/drawing/2014/main" id="{9B18C695-4215-C1EC-81E6-7EE7BC9B45CF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4" name="直接连接符 43053">
                <a:extLst>
                  <a:ext uri="{FF2B5EF4-FFF2-40B4-BE49-F238E27FC236}">
                    <a16:creationId xmlns:a16="http://schemas.microsoft.com/office/drawing/2014/main" id="{298458B1-4C3F-2F70-A1EB-F7EA3CFCC490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5" name="直接连接符 43054">
                <a:extLst>
                  <a:ext uri="{FF2B5EF4-FFF2-40B4-BE49-F238E27FC236}">
                    <a16:creationId xmlns:a16="http://schemas.microsoft.com/office/drawing/2014/main" id="{7EB2D5A5-8370-C980-28CE-3762A28D389C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6" name="直接连接符 43055">
                <a:extLst>
                  <a:ext uri="{FF2B5EF4-FFF2-40B4-BE49-F238E27FC236}">
                    <a16:creationId xmlns:a16="http://schemas.microsoft.com/office/drawing/2014/main" id="{45E21268-0C0F-C1A0-2FC4-9DEB150F87D9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7" name="直接连接符 43056">
                <a:extLst>
                  <a:ext uri="{FF2B5EF4-FFF2-40B4-BE49-F238E27FC236}">
                    <a16:creationId xmlns:a16="http://schemas.microsoft.com/office/drawing/2014/main" id="{C499E132-843B-9FAF-CDCD-51C040E7E9D6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8" name="直接连接符 43057">
                <a:extLst>
                  <a:ext uri="{FF2B5EF4-FFF2-40B4-BE49-F238E27FC236}">
                    <a16:creationId xmlns:a16="http://schemas.microsoft.com/office/drawing/2014/main" id="{F62F52CB-F28F-A9E0-4C7E-6B83A22E08D3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59" name="直接连接符 43058">
                <a:extLst>
                  <a:ext uri="{FF2B5EF4-FFF2-40B4-BE49-F238E27FC236}">
                    <a16:creationId xmlns:a16="http://schemas.microsoft.com/office/drawing/2014/main" id="{12DA693A-AF66-1725-B1BC-F6D357A8B8FB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0" name="直接连接符 43059">
                <a:extLst>
                  <a:ext uri="{FF2B5EF4-FFF2-40B4-BE49-F238E27FC236}">
                    <a16:creationId xmlns:a16="http://schemas.microsoft.com/office/drawing/2014/main" id="{89756248-D918-3F73-B9FC-E3A0B9BBCA57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1" name="直接连接符 43060">
                <a:extLst>
                  <a:ext uri="{FF2B5EF4-FFF2-40B4-BE49-F238E27FC236}">
                    <a16:creationId xmlns:a16="http://schemas.microsoft.com/office/drawing/2014/main" id="{71481521-5541-D052-EC09-73BF5EB52E18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2" name="直接连接符 43061">
                <a:extLst>
                  <a:ext uri="{FF2B5EF4-FFF2-40B4-BE49-F238E27FC236}">
                    <a16:creationId xmlns:a16="http://schemas.microsoft.com/office/drawing/2014/main" id="{8777C9E9-01FC-3093-D26A-4F85DC2E147C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3" name="直接连接符 43062">
                <a:extLst>
                  <a:ext uri="{FF2B5EF4-FFF2-40B4-BE49-F238E27FC236}">
                    <a16:creationId xmlns:a16="http://schemas.microsoft.com/office/drawing/2014/main" id="{A21E1A88-F43C-774C-94A0-F195E19C3BD7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4" name="直接连接符 43063">
                <a:extLst>
                  <a:ext uri="{FF2B5EF4-FFF2-40B4-BE49-F238E27FC236}">
                    <a16:creationId xmlns:a16="http://schemas.microsoft.com/office/drawing/2014/main" id="{BBCDD886-B54A-4759-D5F2-72DC4FFA8D73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5" name="直接连接符 43064">
                <a:extLst>
                  <a:ext uri="{FF2B5EF4-FFF2-40B4-BE49-F238E27FC236}">
                    <a16:creationId xmlns:a16="http://schemas.microsoft.com/office/drawing/2014/main" id="{6D801266-D2A1-B460-697F-5971A25F2D91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6" name="直接连接符 43065">
                <a:extLst>
                  <a:ext uri="{FF2B5EF4-FFF2-40B4-BE49-F238E27FC236}">
                    <a16:creationId xmlns:a16="http://schemas.microsoft.com/office/drawing/2014/main" id="{7442FA56-9931-46AE-2F16-E72E5FA16094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7" name="直接连接符 43066">
                <a:extLst>
                  <a:ext uri="{FF2B5EF4-FFF2-40B4-BE49-F238E27FC236}">
                    <a16:creationId xmlns:a16="http://schemas.microsoft.com/office/drawing/2014/main" id="{06BFE2D2-231B-048E-E505-793410170D7C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8" name="直接连接符 43067">
                <a:extLst>
                  <a:ext uri="{FF2B5EF4-FFF2-40B4-BE49-F238E27FC236}">
                    <a16:creationId xmlns:a16="http://schemas.microsoft.com/office/drawing/2014/main" id="{9AD5FB66-3E16-96B8-B4FC-AB46084AA30F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69" name="直接连接符 43068">
                <a:extLst>
                  <a:ext uri="{FF2B5EF4-FFF2-40B4-BE49-F238E27FC236}">
                    <a16:creationId xmlns:a16="http://schemas.microsoft.com/office/drawing/2014/main" id="{B44F1FFA-6DCE-0A6A-CD24-FD1B7391E0D8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0" name="直接连接符 43069">
                <a:extLst>
                  <a:ext uri="{FF2B5EF4-FFF2-40B4-BE49-F238E27FC236}">
                    <a16:creationId xmlns:a16="http://schemas.microsoft.com/office/drawing/2014/main" id="{2DBFF8EC-993A-5612-7843-CE4AB9CEB912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71" name="直接连接符 43070">
                <a:extLst>
                  <a:ext uri="{FF2B5EF4-FFF2-40B4-BE49-F238E27FC236}">
                    <a16:creationId xmlns:a16="http://schemas.microsoft.com/office/drawing/2014/main" id="{4025CA21-CAA6-293E-704B-30D271A342FB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4" name="直接连接符 47103">
                <a:extLst>
                  <a:ext uri="{FF2B5EF4-FFF2-40B4-BE49-F238E27FC236}">
                    <a16:creationId xmlns:a16="http://schemas.microsoft.com/office/drawing/2014/main" id="{9C5D8834-2012-1C53-1DC3-DC54997CAD79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5" name="直接连接符 47104">
                <a:extLst>
                  <a:ext uri="{FF2B5EF4-FFF2-40B4-BE49-F238E27FC236}">
                    <a16:creationId xmlns:a16="http://schemas.microsoft.com/office/drawing/2014/main" id="{4DDA8B0F-2F5B-7F43-F8F7-EADF38364FF6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08" name="直接连接符 47107">
                <a:extLst>
                  <a:ext uri="{FF2B5EF4-FFF2-40B4-BE49-F238E27FC236}">
                    <a16:creationId xmlns:a16="http://schemas.microsoft.com/office/drawing/2014/main" id="{31C766E7-821A-E87B-3AF5-36427DC8C3B0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3" name="直接连接符 47112">
                <a:extLst>
                  <a:ext uri="{FF2B5EF4-FFF2-40B4-BE49-F238E27FC236}">
                    <a16:creationId xmlns:a16="http://schemas.microsoft.com/office/drawing/2014/main" id="{EFA6E797-3270-F384-DDAF-16E2C606B3FD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4" name="直接连接符 47113">
                <a:extLst>
                  <a:ext uri="{FF2B5EF4-FFF2-40B4-BE49-F238E27FC236}">
                    <a16:creationId xmlns:a16="http://schemas.microsoft.com/office/drawing/2014/main" id="{44EB6E63-8B13-6590-2021-A03D08F20CDA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15" name="直接连接符 47114">
                <a:extLst>
                  <a:ext uri="{FF2B5EF4-FFF2-40B4-BE49-F238E27FC236}">
                    <a16:creationId xmlns:a16="http://schemas.microsoft.com/office/drawing/2014/main" id="{57D510A2-4A78-3680-D48D-385A45B86A77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D52C88D-CBCF-2285-A569-EC1A9B8D2AAE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90820104-0E09-7796-E562-26A7CDD91D29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3A007529-8719-1386-3FA4-D4A1BD14883F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5F1E7D8A-2CF7-E9DE-EB70-B896F7479693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F64270BA-9A48-A4C3-4167-9C1D7D71BD93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F45DFD7F-965D-71FE-BE26-A3E0227DEA9D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B28C8598-BE43-58B5-ADC5-6EB2AD56A8B3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2C7D964A-BE3D-7F3C-1F07-E6E872409F54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7B7B4E41-2FFE-C56C-6864-769368CBE77A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4F5AEC7-5CD6-6437-1EFD-9E4E3CD059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68520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>
            <a:extLst>
              <a:ext uri="{FF2B5EF4-FFF2-40B4-BE49-F238E27FC236}">
                <a16:creationId xmlns:a16="http://schemas.microsoft.com/office/drawing/2014/main" id="{C7DF322E-1021-4126-BC73-C0F96B7E87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DAG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48E36F3-127D-455D-A881-238DE88B5D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/>
              <a:t>Q1 </a:t>
            </a:r>
            <a:r>
              <a:rPr lang="zh-CN" altLang="en-US" sz="2400" dirty="0">
                <a:solidFill>
                  <a:schemeClr val="hlink"/>
                </a:solidFill>
              </a:rPr>
              <a:t>是否每一个</a:t>
            </a:r>
            <a:r>
              <a:rPr lang="en-US" altLang="zh-CN" sz="2400" dirty="0">
                <a:solidFill>
                  <a:schemeClr val="hlink"/>
                </a:solidFill>
              </a:rPr>
              <a:t>DAG</a:t>
            </a:r>
            <a:r>
              <a:rPr lang="zh-CN" altLang="en-US" sz="2400" dirty="0">
                <a:solidFill>
                  <a:schemeClr val="hlink"/>
                </a:solidFill>
              </a:rPr>
              <a:t>都存在拓扑排序</a:t>
            </a:r>
            <a:r>
              <a:rPr lang="zh-CN" altLang="en-US" sz="2400" dirty="0"/>
              <a:t>?</a:t>
            </a:r>
          </a:p>
          <a:p>
            <a:pPr eaLnBrk="1" hangingPunct="1"/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r>
              <a:rPr lang="en-US" altLang="zh-CN" sz="2400" dirty="0"/>
              <a:t>Q2  </a:t>
            </a:r>
            <a:r>
              <a:rPr lang="zh-CN" altLang="en-US" sz="2400" dirty="0">
                <a:solidFill>
                  <a:schemeClr val="hlink"/>
                </a:solidFill>
              </a:rPr>
              <a:t>如果存在，如何计算?</a:t>
            </a:r>
          </a:p>
          <a:p>
            <a:pPr eaLnBrk="1" hangingPunct="1"/>
            <a:endParaRPr lang="zh-CN" altLang="en-US" dirty="0">
              <a:solidFill>
                <a:schemeClr val="hlink"/>
              </a:solidFill>
            </a:endParaRPr>
          </a:p>
        </p:txBody>
      </p:sp>
      <p:sp>
        <p:nvSpPr>
          <p:cNvPr id="48130" name="灯片编号占位符 5">
            <a:extLst>
              <a:ext uri="{FF2B5EF4-FFF2-40B4-BE49-F238E27FC236}">
                <a16:creationId xmlns:a16="http://schemas.microsoft.com/office/drawing/2014/main" id="{E202A30B-4351-41B9-B203-DAD9940A2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F837F9-99EE-4752-97B7-7331E7879A17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13E9754-A8F6-752D-99E0-2DBFB8691398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8D1213E4-0FA6-3648-A382-A64BAC2FBAF0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B6C3BE6F-FD93-49F6-9178-C30154DC6731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F20297D-F3E3-9BDD-01EB-E823356EEA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949C930-C286-BBBD-52AD-4E183A0F19B3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19BAE17-CC76-9D47-3B6B-A867E0025818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FC05E7B-1A7A-5EDE-2DB6-2FA0F82C85EB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92D18520-10BC-37C9-CD74-F63DE7CA4ACD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41FAD8BA-2A03-5716-E986-616E717DF27E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87DC7819-50E1-B19D-3211-44918D5B90F0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EC6F78D-5793-35C6-B474-43C85807F900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FDCF1D96-BBB2-45FA-AA4C-E8D9F13804E5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47A73E07-C2E9-D90C-12B4-ED4EE8BC8670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19EBF7BC-E404-53B9-7873-BDA41495B6FD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6FE319CA-3FA2-2621-0766-A85D21F9284A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B13D2866-A031-33AF-DB58-A902548E2143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00A1C113-4F5D-7C97-6AEE-F0BC1A814390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AAD72D5A-608F-C5F6-4CDD-41E9A50F27A3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8DE4A97B-C6A3-A3F0-BD1A-FF2C5755D609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907BE7E1-DB1D-3C93-238B-7C1BD2C37C1F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795599D9-3DD0-0D53-2DCA-A30D933E6973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DD96A755-1E3C-A52E-7DFE-B01F3606288C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CF2C8227-D4F9-CCC5-79F2-ABD0B30CE432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C12DFEB4-CA8B-BCD2-E0B6-2C8AA1FD1B96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8263010-A9EF-3148-27E6-1B8844D02857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2E75F3FC-9242-6779-AE0C-64ACEDEB2980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186E2725-6666-7BCF-D719-EB26FD7D24D2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3040BD4C-2909-E1E8-2BBA-EEF6F94B56CF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57317536-C669-3854-4690-862FFFFD3F20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9A7CF1EB-34A1-3381-3132-48596E88E926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1750951D-D2C7-BB06-E8E4-517E63E519AD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0E35AB26-4E0A-5A86-9D89-2CBB627E8F8A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4EF95FAD-A0EA-1E07-10C3-20EEC2621B08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2A04EB40-E815-3A95-A6E4-6BA2036D5270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C62A815E-63A9-16D9-AB67-FFD4C5CE1164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5F7544BF-E54E-21F5-4134-C60F60B0F481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69EDE4F8-6B30-E04E-8581-99DFF23E006C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CB4342C5-A74B-B680-D189-C48B0195E0E0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4AE1DDB7-69C3-65B2-D808-11D5D5A2DA1C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495372E8-253D-A4AD-4070-9266229F6E6D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CB1EA662-F076-A32D-4D90-54BC600C29E1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E4AA704A-4EAE-98CE-C832-C2CDA5EDBAE7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A5A33CB3-B909-7183-E590-E3001484ED98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53BA4F78-BECB-AF02-C700-7224C1A67237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17238161-3247-4AB7-0EF6-B69519B0BCDF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07B853F5-C664-B312-640B-40301885DECD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A8834527-336A-0491-DA76-E342DA96CF6A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E352CC1B-53F4-4319-E8C4-A02F07FC8D1E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CF9037FC-EB9A-A43C-7AE3-AA1B5053AA86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FA4399FD-9A11-6124-969B-F6943A8A5D7C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021D6A63-F49B-4AD6-3888-62A20A200484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3FB0CE11-5D60-8458-1623-C886C3143338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32" name="直接连接符 44031">
                <a:extLst>
                  <a:ext uri="{FF2B5EF4-FFF2-40B4-BE49-F238E27FC236}">
                    <a16:creationId xmlns:a16="http://schemas.microsoft.com/office/drawing/2014/main" id="{75D426B2-1EA1-3C8A-2F60-B5DF5CE960ED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33" name="直接连接符 44032">
                <a:extLst>
                  <a:ext uri="{FF2B5EF4-FFF2-40B4-BE49-F238E27FC236}">
                    <a16:creationId xmlns:a16="http://schemas.microsoft.com/office/drawing/2014/main" id="{601DED47-6DE7-EA39-9433-CE96BE52933F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34" name="直接连接符 44033">
                <a:extLst>
                  <a:ext uri="{FF2B5EF4-FFF2-40B4-BE49-F238E27FC236}">
                    <a16:creationId xmlns:a16="http://schemas.microsoft.com/office/drawing/2014/main" id="{62A617E6-3607-5247-4890-E54472F6DC45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36" name="直接连接符 44035">
                <a:extLst>
                  <a:ext uri="{FF2B5EF4-FFF2-40B4-BE49-F238E27FC236}">
                    <a16:creationId xmlns:a16="http://schemas.microsoft.com/office/drawing/2014/main" id="{F79EBEEC-BE8D-ACD3-54A7-16CCF6AB3B73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37" name="直接连接符 44036">
                <a:extLst>
                  <a:ext uri="{FF2B5EF4-FFF2-40B4-BE49-F238E27FC236}">
                    <a16:creationId xmlns:a16="http://schemas.microsoft.com/office/drawing/2014/main" id="{AD9152A6-87F9-7AA8-7E26-A8DD80886EE5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38" name="直接连接符 44037">
                <a:extLst>
                  <a:ext uri="{FF2B5EF4-FFF2-40B4-BE49-F238E27FC236}">
                    <a16:creationId xmlns:a16="http://schemas.microsoft.com/office/drawing/2014/main" id="{A82849A3-ABB7-F8C5-B62E-792ECB65BA46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39" name="直接连接符 44038">
                <a:extLst>
                  <a:ext uri="{FF2B5EF4-FFF2-40B4-BE49-F238E27FC236}">
                    <a16:creationId xmlns:a16="http://schemas.microsoft.com/office/drawing/2014/main" id="{6EDD3C72-EBAB-E6A9-06DF-2DD9262EDF02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0" name="直接连接符 44039">
                <a:extLst>
                  <a:ext uri="{FF2B5EF4-FFF2-40B4-BE49-F238E27FC236}">
                    <a16:creationId xmlns:a16="http://schemas.microsoft.com/office/drawing/2014/main" id="{A151C85B-30EA-EF49-F975-A1491A785939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1" name="直接连接符 44040">
                <a:extLst>
                  <a:ext uri="{FF2B5EF4-FFF2-40B4-BE49-F238E27FC236}">
                    <a16:creationId xmlns:a16="http://schemas.microsoft.com/office/drawing/2014/main" id="{54E7721C-7568-3774-84FA-6924534B12CC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2" name="直接连接符 44041">
                <a:extLst>
                  <a:ext uri="{FF2B5EF4-FFF2-40B4-BE49-F238E27FC236}">
                    <a16:creationId xmlns:a16="http://schemas.microsoft.com/office/drawing/2014/main" id="{CBC98F1B-86AB-7C40-D162-CB9DF3B24487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3" name="直接连接符 44042">
                <a:extLst>
                  <a:ext uri="{FF2B5EF4-FFF2-40B4-BE49-F238E27FC236}">
                    <a16:creationId xmlns:a16="http://schemas.microsoft.com/office/drawing/2014/main" id="{7A2BCE26-85DF-AD46-5B9F-08000C9241A0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4" name="直接连接符 44043">
                <a:extLst>
                  <a:ext uri="{FF2B5EF4-FFF2-40B4-BE49-F238E27FC236}">
                    <a16:creationId xmlns:a16="http://schemas.microsoft.com/office/drawing/2014/main" id="{D20822FE-10F2-B824-BA08-3801C187F989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5" name="直接连接符 44044">
                <a:extLst>
                  <a:ext uri="{FF2B5EF4-FFF2-40B4-BE49-F238E27FC236}">
                    <a16:creationId xmlns:a16="http://schemas.microsoft.com/office/drawing/2014/main" id="{FBC7EA49-1A67-8A92-4967-15BBC03A490F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6" name="直接连接符 44045">
                <a:extLst>
                  <a:ext uri="{FF2B5EF4-FFF2-40B4-BE49-F238E27FC236}">
                    <a16:creationId xmlns:a16="http://schemas.microsoft.com/office/drawing/2014/main" id="{10D70B87-0829-9884-28C4-2A34EF28AA50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7" name="直接连接符 44046">
                <a:extLst>
                  <a:ext uri="{FF2B5EF4-FFF2-40B4-BE49-F238E27FC236}">
                    <a16:creationId xmlns:a16="http://schemas.microsoft.com/office/drawing/2014/main" id="{3AB2F8D8-036D-3232-ADB9-CCE685974277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8" name="直接连接符 44047">
                <a:extLst>
                  <a:ext uri="{FF2B5EF4-FFF2-40B4-BE49-F238E27FC236}">
                    <a16:creationId xmlns:a16="http://schemas.microsoft.com/office/drawing/2014/main" id="{C18293F9-49F4-EAA7-6DCE-15305BD83639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49" name="直接连接符 44048">
                <a:extLst>
                  <a:ext uri="{FF2B5EF4-FFF2-40B4-BE49-F238E27FC236}">
                    <a16:creationId xmlns:a16="http://schemas.microsoft.com/office/drawing/2014/main" id="{CB2A753C-92D4-3726-24B5-2BF0DABBA15B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0" name="直接连接符 44049">
                <a:extLst>
                  <a:ext uri="{FF2B5EF4-FFF2-40B4-BE49-F238E27FC236}">
                    <a16:creationId xmlns:a16="http://schemas.microsoft.com/office/drawing/2014/main" id="{F93E475E-3568-D9B2-6040-CF48B6ABF979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1" name="直接连接符 44050">
                <a:extLst>
                  <a:ext uri="{FF2B5EF4-FFF2-40B4-BE49-F238E27FC236}">
                    <a16:creationId xmlns:a16="http://schemas.microsoft.com/office/drawing/2014/main" id="{082CEE38-7A82-ECE3-CEFD-BBF26DF8070E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2" name="直接连接符 44051">
                <a:extLst>
                  <a:ext uri="{FF2B5EF4-FFF2-40B4-BE49-F238E27FC236}">
                    <a16:creationId xmlns:a16="http://schemas.microsoft.com/office/drawing/2014/main" id="{7D6168C4-2EA2-8964-D8F5-80CA97CBCECC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3" name="直接连接符 44052">
                <a:extLst>
                  <a:ext uri="{FF2B5EF4-FFF2-40B4-BE49-F238E27FC236}">
                    <a16:creationId xmlns:a16="http://schemas.microsoft.com/office/drawing/2014/main" id="{9CAA948F-132E-0AF4-1055-8163C30C05EC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4" name="直接连接符 44053">
                <a:extLst>
                  <a:ext uri="{FF2B5EF4-FFF2-40B4-BE49-F238E27FC236}">
                    <a16:creationId xmlns:a16="http://schemas.microsoft.com/office/drawing/2014/main" id="{6C59DBBB-32A5-116F-7929-D8D22827D866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5" name="直接连接符 44054">
                <a:extLst>
                  <a:ext uri="{FF2B5EF4-FFF2-40B4-BE49-F238E27FC236}">
                    <a16:creationId xmlns:a16="http://schemas.microsoft.com/office/drawing/2014/main" id="{4F255203-1CAD-1301-08A7-4C78EC9F80A0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6" name="直接连接符 44055">
                <a:extLst>
                  <a:ext uri="{FF2B5EF4-FFF2-40B4-BE49-F238E27FC236}">
                    <a16:creationId xmlns:a16="http://schemas.microsoft.com/office/drawing/2014/main" id="{4C0CBE2F-0DC2-0D94-0376-EEEC7A4F7F7D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7" name="直接连接符 44056">
                <a:extLst>
                  <a:ext uri="{FF2B5EF4-FFF2-40B4-BE49-F238E27FC236}">
                    <a16:creationId xmlns:a16="http://schemas.microsoft.com/office/drawing/2014/main" id="{400FC617-5112-1ABB-1C9F-FA0795226FB9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8" name="直接连接符 44057">
                <a:extLst>
                  <a:ext uri="{FF2B5EF4-FFF2-40B4-BE49-F238E27FC236}">
                    <a16:creationId xmlns:a16="http://schemas.microsoft.com/office/drawing/2014/main" id="{261F9105-1238-79EA-99CA-1BD8B136ADAC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59" name="直接连接符 44058">
                <a:extLst>
                  <a:ext uri="{FF2B5EF4-FFF2-40B4-BE49-F238E27FC236}">
                    <a16:creationId xmlns:a16="http://schemas.microsoft.com/office/drawing/2014/main" id="{5BB8992C-54B7-A8F9-5856-8ADBD6D7D7B4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0" name="直接连接符 44059">
                <a:extLst>
                  <a:ext uri="{FF2B5EF4-FFF2-40B4-BE49-F238E27FC236}">
                    <a16:creationId xmlns:a16="http://schemas.microsoft.com/office/drawing/2014/main" id="{3B38A8FF-7FB1-799F-62C1-F17F2469BA06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1" name="直接连接符 44060">
                <a:extLst>
                  <a:ext uri="{FF2B5EF4-FFF2-40B4-BE49-F238E27FC236}">
                    <a16:creationId xmlns:a16="http://schemas.microsoft.com/office/drawing/2014/main" id="{C2EBCABC-CFF6-B09C-F3CC-E945DD4A3508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2" name="直接连接符 44061">
                <a:extLst>
                  <a:ext uri="{FF2B5EF4-FFF2-40B4-BE49-F238E27FC236}">
                    <a16:creationId xmlns:a16="http://schemas.microsoft.com/office/drawing/2014/main" id="{E3AB2D88-E246-F153-CC46-EB2591191F5F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3" name="直接连接符 44062">
                <a:extLst>
                  <a:ext uri="{FF2B5EF4-FFF2-40B4-BE49-F238E27FC236}">
                    <a16:creationId xmlns:a16="http://schemas.microsoft.com/office/drawing/2014/main" id="{49929693-B4FB-A31A-84AC-5B1A87CE3EA1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4" name="直接连接符 44063">
                <a:extLst>
                  <a:ext uri="{FF2B5EF4-FFF2-40B4-BE49-F238E27FC236}">
                    <a16:creationId xmlns:a16="http://schemas.microsoft.com/office/drawing/2014/main" id="{9A367D7F-F078-C933-E3F1-F14A92955B4E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5" name="直接连接符 44064">
                <a:extLst>
                  <a:ext uri="{FF2B5EF4-FFF2-40B4-BE49-F238E27FC236}">
                    <a16:creationId xmlns:a16="http://schemas.microsoft.com/office/drawing/2014/main" id="{F403096A-FAB9-CCE4-7670-898A13CDDF6B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6" name="直接连接符 44065">
                <a:extLst>
                  <a:ext uri="{FF2B5EF4-FFF2-40B4-BE49-F238E27FC236}">
                    <a16:creationId xmlns:a16="http://schemas.microsoft.com/office/drawing/2014/main" id="{6C9C31C9-0C05-BE97-81FA-B4EC8E3A17B9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7" name="直接连接符 44066">
                <a:extLst>
                  <a:ext uri="{FF2B5EF4-FFF2-40B4-BE49-F238E27FC236}">
                    <a16:creationId xmlns:a16="http://schemas.microsoft.com/office/drawing/2014/main" id="{CAA6FB7F-FCF4-F748-6ABB-64CF0ECBB7B6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8" name="直接连接符 44067">
                <a:extLst>
                  <a:ext uri="{FF2B5EF4-FFF2-40B4-BE49-F238E27FC236}">
                    <a16:creationId xmlns:a16="http://schemas.microsoft.com/office/drawing/2014/main" id="{BC263861-7F54-967B-E653-2B732BAB093D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69" name="直接连接符 44068">
                <a:extLst>
                  <a:ext uri="{FF2B5EF4-FFF2-40B4-BE49-F238E27FC236}">
                    <a16:creationId xmlns:a16="http://schemas.microsoft.com/office/drawing/2014/main" id="{10B22F43-881E-0675-60E5-2A41F71EB802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0" name="直接连接符 44069">
                <a:extLst>
                  <a:ext uri="{FF2B5EF4-FFF2-40B4-BE49-F238E27FC236}">
                    <a16:creationId xmlns:a16="http://schemas.microsoft.com/office/drawing/2014/main" id="{1CC2D0C9-F7B9-0ABB-BD2A-D922241996F3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1" name="直接连接符 44070">
                <a:extLst>
                  <a:ext uri="{FF2B5EF4-FFF2-40B4-BE49-F238E27FC236}">
                    <a16:creationId xmlns:a16="http://schemas.microsoft.com/office/drawing/2014/main" id="{06F5E3FB-AD6E-E7C4-A08B-C982D1C570CC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2" name="直接连接符 44071">
                <a:extLst>
                  <a:ext uri="{FF2B5EF4-FFF2-40B4-BE49-F238E27FC236}">
                    <a16:creationId xmlns:a16="http://schemas.microsoft.com/office/drawing/2014/main" id="{495A0631-8719-6016-AC69-245ACC777EC5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3" name="直接连接符 44072">
                <a:extLst>
                  <a:ext uri="{FF2B5EF4-FFF2-40B4-BE49-F238E27FC236}">
                    <a16:creationId xmlns:a16="http://schemas.microsoft.com/office/drawing/2014/main" id="{7C457E8C-D1C3-477E-16F3-B10E8919123D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4" name="直接连接符 44073">
                <a:extLst>
                  <a:ext uri="{FF2B5EF4-FFF2-40B4-BE49-F238E27FC236}">
                    <a16:creationId xmlns:a16="http://schemas.microsoft.com/office/drawing/2014/main" id="{630B4D16-2C40-E75F-4B94-929A58B1BAA2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5" name="直接连接符 44074">
                <a:extLst>
                  <a:ext uri="{FF2B5EF4-FFF2-40B4-BE49-F238E27FC236}">
                    <a16:creationId xmlns:a16="http://schemas.microsoft.com/office/drawing/2014/main" id="{2B2EE7D7-8732-86D6-E28E-ABBC71072B4B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6" name="直接连接符 44075">
                <a:extLst>
                  <a:ext uri="{FF2B5EF4-FFF2-40B4-BE49-F238E27FC236}">
                    <a16:creationId xmlns:a16="http://schemas.microsoft.com/office/drawing/2014/main" id="{8EB07442-6142-A154-AFE3-CF910CBDBAE4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7" name="直接连接符 44076">
                <a:extLst>
                  <a:ext uri="{FF2B5EF4-FFF2-40B4-BE49-F238E27FC236}">
                    <a16:creationId xmlns:a16="http://schemas.microsoft.com/office/drawing/2014/main" id="{E29C6499-D3F3-6CBD-2203-3D4EEDC6F4B1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8" name="直接连接符 44077">
                <a:extLst>
                  <a:ext uri="{FF2B5EF4-FFF2-40B4-BE49-F238E27FC236}">
                    <a16:creationId xmlns:a16="http://schemas.microsoft.com/office/drawing/2014/main" id="{88858B67-019C-275A-085F-863E8A12427A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79" name="直接连接符 44078">
                <a:extLst>
                  <a:ext uri="{FF2B5EF4-FFF2-40B4-BE49-F238E27FC236}">
                    <a16:creationId xmlns:a16="http://schemas.microsoft.com/office/drawing/2014/main" id="{1306F232-A853-DB0C-8A12-6D595C8E5F5E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0" name="直接连接符 44079">
                <a:extLst>
                  <a:ext uri="{FF2B5EF4-FFF2-40B4-BE49-F238E27FC236}">
                    <a16:creationId xmlns:a16="http://schemas.microsoft.com/office/drawing/2014/main" id="{502D56EF-65FD-4EF8-8551-F24735826913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1" name="直接连接符 44080">
                <a:extLst>
                  <a:ext uri="{FF2B5EF4-FFF2-40B4-BE49-F238E27FC236}">
                    <a16:creationId xmlns:a16="http://schemas.microsoft.com/office/drawing/2014/main" id="{F817E2A3-6343-3E59-3386-5B5F1756BECA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2" name="直接连接符 44081">
                <a:extLst>
                  <a:ext uri="{FF2B5EF4-FFF2-40B4-BE49-F238E27FC236}">
                    <a16:creationId xmlns:a16="http://schemas.microsoft.com/office/drawing/2014/main" id="{E90925A5-70AD-90D5-2350-9FEE70DF1C4E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3" name="直接连接符 44082">
                <a:extLst>
                  <a:ext uri="{FF2B5EF4-FFF2-40B4-BE49-F238E27FC236}">
                    <a16:creationId xmlns:a16="http://schemas.microsoft.com/office/drawing/2014/main" id="{6CBB685A-4B8F-90F0-CC22-C42013E2938F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4" name="直接连接符 44083">
                <a:extLst>
                  <a:ext uri="{FF2B5EF4-FFF2-40B4-BE49-F238E27FC236}">
                    <a16:creationId xmlns:a16="http://schemas.microsoft.com/office/drawing/2014/main" id="{15714447-C617-9010-8063-29876BA7AC80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5" name="直接连接符 44084">
                <a:extLst>
                  <a:ext uri="{FF2B5EF4-FFF2-40B4-BE49-F238E27FC236}">
                    <a16:creationId xmlns:a16="http://schemas.microsoft.com/office/drawing/2014/main" id="{412DC1E7-72C0-B905-9898-11807F677471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6" name="直接连接符 44085">
                <a:extLst>
                  <a:ext uri="{FF2B5EF4-FFF2-40B4-BE49-F238E27FC236}">
                    <a16:creationId xmlns:a16="http://schemas.microsoft.com/office/drawing/2014/main" id="{1B29F7D7-6676-37B4-E3D8-A28D44D28A53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7" name="直接连接符 44086">
                <a:extLst>
                  <a:ext uri="{FF2B5EF4-FFF2-40B4-BE49-F238E27FC236}">
                    <a16:creationId xmlns:a16="http://schemas.microsoft.com/office/drawing/2014/main" id="{65BB3B93-3581-55D3-1607-E716E35E79B7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8" name="直接连接符 44087">
                <a:extLst>
                  <a:ext uri="{FF2B5EF4-FFF2-40B4-BE49-F238E27FC236}">
                    <a16:creationId xmlns:a16="http://schemas.microsoft.com/office/drawing/2014/main" id="{9CAACF09-7488-EE4C-CF06-B5C7BE3EDD55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89" name="直接连接符 44088">
                <a:extLst>
                  <a:ext uri="{FF2B5EF4-FFF2-40B4-BE49-F238E27FC236}">
                    <a16:creationId xmlns:a16="http://schemas.microsoft.com/office/drawing/2014/main" id="{F350F5DA-7794-1992-2DFF-C3FDA8FF27D6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0" name="直接连接符 44089">
                <a:extLst>
                  <a:ext uri="{FF2B5EF4-FFF2-40B4-BE49-F238E27FC236}">
                    <a16:creationId xmlns:a16="http://schemas.microsoft.com/office/drawing/2014/main" id="{4CA2C76F-6C1D-58B1-D0A1-2E23F879477E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1" name="直接连接符 44090">
                <a:extLst>
                  <a:ext uri="{FF2B5EF4-FFF2-40B4-BE49-F238E27FC236}">
                    <a16:creationId xmlns:a16="http://schemas.microsoft.com/office/drawing/2014/main" id="{88026C0B-AC06-7705-2BA8-633719DC446B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2" name="直接连接符 44091">
                <a:extLst>
                  <a:ext uri="{FF2B5EF4-FFF2-40B4-BE49-F238E27FC236}">
                    <a16:creationId xmlns:a16="http://schemas.microsoft.com/office/drawing/2014/main" id="{ECA2CB20-46AD-6B60-FF22-7898A7F178F6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3" name="直接连接符 44092">
                <a:extLst>
                  <a:ext uri="{FF2B5EF4-FFF2-40B4-BE49-F238E27FC236}">
                    <a16:creationId xmlns:a16="http://schemas.microsoft.com/office/drawing/2014/main" id="{BECB1CA5-C656-26C0-9903-C4544F3B5862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4" name="直接连接符 44093">
                <a:extLst>
                  <a:ext uri="{FF2B5EF4-FFF2-40B4-BE49-F238E27FC236}">
                    <a16:creationId xmlns:a16="http://schemas.microsoft.com/office/drawing/2014/main" id="{B88BD4F8-4702-905D-8D23-6BC0D3729DED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95" name="直接连接符 44094">
                <a:extLst>
                  <a:ext uri="{FF2B5EF4-FFF2-40B4-BE49-F238E27FC236}">
                    <a16:creationId xmlns:a16="http://schemas.microsoft.com/office/drawing/2014/main" id="{DF50FAE8-E780-5AD3-C9D8-A8F9B1C4A74D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28" name="直接连接符 48127">
                <a:extLst>
                  <a:ext uri="{FF2B5EF4-FFF2-40B4-BE49-F238E27FC236}">
                    <a16:creationId xmlns:a16="http://schemas.microsoft.com/office/drawing/2014/main" id="{B925B6E6-6DF0-A9B9-D3C3-C980B5FAFD25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29" name="直接连接符 48128">
                <a:extLst>
                  <a:ext uri="{FF2B5EF4-FFF2-40B4-BE49-F238E27FC236}">
                    <a16:creationId xmlns:a16="http://schemas.microsoft.com/office/drawing/2014/main" id="{7EDAC9FA-F8FD-3D98-A9FD-856CD13E16F3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2" name="直接连接符 48131">
                <a:extLst>
                  <a:ext uri="{FF2B5EF4-FFF2-40B4-BE49-F238E27FC236}">
                    <a16:creationId xmlns:a16="http://schemas.microsoft.com/office/drawing/2014/main" id="{724D7EDB-59EC-23D8-E7F2-A7805B0ABC36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3" name="直接连接符 48132">
                <a:extLst>
                  <a:ext uri="{FF2B5EF4-FFF2-40B4-BE49-F238E27FC236}">
                    <a16:creationId xmlns:a16="http://schemas.microsoft.com/office/drawing/2014/main" id="{A7410437-6218-39B1-A193-9EF9747C9780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4" name="直接连接符 48133">
                <a:extLst>
                  <a:ext uri="{FF2B5EF4-FFF2-40B4-BE49-F238E27FC236}">
                    <a16:creationId xmlns:a16="http://schemas.microsoft.com/office/drawing/2014/main" id="{C16E55D8-5DE2-779D-358C-7A60D9601014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35" name="直接连接符 48134">
                <a:extLst>
                  <a:ext uri="{FF2B5EF4-FFF2-40B4-BE49-F238E27FC236}">
                    <a16:creationId xmlns:a16="http://schemas.microsoft.com/office/drawing/2014/main" id="{CB40B223-A70A-DA5E-0E20-12209B9CB034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1ABCC07-52A0-B720-8AAA-00CDF3F32256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C201F754-8F05-4497-A1D1-7BEF17E1E6B3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DE173039-733A-01E9-4145-D959223BB980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6D0DB2EC-EE16-CC88-7A43-A206F3E0B2A1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7597B9B1-F31D-536D-36B1-FAB397387B7A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F37784B2-3218-DF24-BF43-40B90E7CBCD3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084A9D06-9879-0A2B-4041-5749B10ECF59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825103FF-AEAA-FD5D-8C69-14C1BED61CB1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319DED45-8AAE-DFF2-F3FD-CD035034B1A1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0AD39C3-D298-4B78-FF4B-965712A84A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>
            <a:extLst>
              <a:ext uri="{FF2B5EF4-FFF2-40B4-BE49-F238E27FC236}">
                <a16:creationId xmlns:a16="http://schemas.microsoft.com/office/drawing/2014/main" id="{0EEBD232-A910-4E21-BF42-D6BF8210B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DAG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008E9DE-7F63-4AA1-83DD-63333CBAFC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1494" y="1647034"/>
            <a:ext cx="7772400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b="1" dirty="0"/>
              <a:t>命题</a:t>
            </a:r>
            <a:r>
              <a:rPr lang="zh-CN" altLang="en-US" sz="2400" dirty="0"/>
              <a:t>： 在每一个</a:t>
            </a:r>
            <a:r>
              <a:rPr lang="en-US" altLang="zh-CN" sz="2400" dirty="0"/>
              <a:t>DAG</a:t>
            </a:r>
            <a:r>
              <a:rPr lang="zh-CN" altLang="en-US" sz="2400" dirty="0"/>
              <a:t>中，存在一个没有输入边的结点。</a:t>
            </a:r>
          </a:p>
        </p:txBody>
      </p:sp>
      <p:sp>
        <p:nvSpPr>
          <p:cNvPr id="49154" name="灯片编号占位符 5">
            <a:extLst>
              <a:ext uri="{FF2B5EF4-FFF2-40B4-BE49-F238E27FC236}">
                <a16:creationId xmlns:a16="http://schemas.microsoft.com/office/drawing/2014/main" id="{7A9361C3-F277-4F4C-9970-54666DD5F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B73F72-ADE9-4B4B-80BD-665A107C4CC8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kumimoji="0" lang="en-US" altLang="zh-CN" sz="1400"/>
          </a:p>
        </p:txBody>
      </p:sp>
      <p:pic>
        <p:nvPicPr>
          <p:cNvPr id="49158" name="Picture 6">
            <a:extLst>
              <a:ext uri="{FF2B5EF4-FFF2-40B4-BE49-F238E27FC236}">
                <a16:creationId xmlns:a16="http://schemas.microsoft.com/office/drawing/2014/main" id="{0DE02FE9-0D41-48C7-B10F-6B6AE2086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682008"/>
            <a:ext cx="4772025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160" name="Text Box 8">
            <a:extLst>
              <a:ext uri="{FF2B5EF4-FFF2-40B4-BE49-F238E27FC236}">
                <a16:creationId xmlns:a16="http://schemas.microsoft.com/office/drawing/2014/main" id="{655C0435-EC77-4F7A-AB5A-085C497BC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4238590"/>
            <a:ext cx="2971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/>
              <a:t>归纳证明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C2CA543-15BF-CEC8-A471-B17D95FC948D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A6B13695-93EA-D64F-322C-2C47E4FB0869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9EE46A0-2467-2AB7-34A3-E4C48CB1DC99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0715925-D9AA-4310-182B-B6B6ECD099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B7171EE-9482-6F4C-C13C-839949F9A51F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85C7587-8F8E-334A-C3EC-9B64D9F472FF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C7D424A-78AC-B6FF-B681-84DB277CCC05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0CD5D388-1641-B69C-8745-36451B336BEF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3E28F3E0-49BA-74B6-1842-ED0E1C8AF67A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F1BB3034-FE44-7940-CDCF-9580BEC67912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1D3A7AC3-B7F2-C79C-C27E-9D1856063C64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31A6A441-CFC8-1F54-EDB9-894336561BB2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9C2EEDF0-2AA2-38EA-829C-39F31F9AB1BF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4A9931A1-D9E4-FE5E-1273-E8741E446C8D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8BD5B516-5A97-5975-FBA5-2E9DC442E26A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655DBC88-2C6D-6A1D-EF5D-3D62972E8908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B5ADDA34-2FB0-A163-5D73-4AE3F6CF9F1E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002D2FDE-7BB2-E8AC-8A81-B2319946D80E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F2876E1F-5651-A291-B024-D668C4D9C158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A6A545FF-B1FE-F5A0-EFD2-7D312B01F804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7972E6EC-94DF-BECA-5309-DB95B60EB9C4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F62F4426-12C8-7BE1-22CB-B7704F2799B5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754A2AA0-EB2F-8269-3E01-515060BE4519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46C44AC9-F12A-5D0C-FCEF-579FE64A06B5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D425DA8-1856-C5B2-7754-E1E79F9B9C7B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495C858E-C31E-09D9-B6E3-C60ABD85834B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B9C586A7-ECC2-D8BD-E4D5-ABDB8B18F61C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B0FD4EB-CDE1-A92B-82CF-BDCDFB99EB99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81607C89-030A-B867-359B-826C2548B888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A88ED1E6-24C8-C1FB-FEFA-23E89DD48957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BC425660-EEFF-0E68-3BF7-ED9A251DB39F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546B2570-F3C7-D15B-04C1-1D92C5B0A669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A494C2F5-CE4A-F1FB-310E-D1045DF02BF7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25CE3118-8356-8DC7-704F-C781227B57D8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AADA2620-E7A8-985C-60FF-C8D36940EFF1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0A632AA4-2569-56E7-67B1-9EA5E387E371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00F8C233-A780-CB48-BC00-E4906C0CF110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DE83444E-20B2-09A5-C33C-3B7F16DF8D34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31D4439D-2A23-8DE3-27F1-8E25F74EF9AA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40784FBE-A5E0-30E5-13C1-3599491E2C25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12966599-FBD5-6913-7E71-8A271CDE1790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99B3D105-4ADD-2B6C-6B57-F782C3DAD5F4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D6977F2B-203B-5DCD-1315-C8D975084EA5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00BC6A0D-41DB-B51B-A3AA-B77ACCAE84B7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5B9373C6-DC89-6321-B681-74467C929369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1BCA9A11-30D2-1DF1-F0C1-C65F80F01D38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E73D792B-CFB3-1FF2-B510-7D6E5C14C22F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648C67B3-CC54-1FB4-E59E-8E2DA1B0865E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793D0905-272A-C453-CD5B-6B4B521BAEDB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5F6CDC60-0933-4CE7-2F88-399FF57E2BD2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51E15251-FE3D-20B2-F266-081469AC06C4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40CABF77-3547-7E05-6F72-806F2658E869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52" name="直接连接符 49151">
                <a:extLst>
                  <a:ext uri="{FF2B5EF4-FFF2-40B4-BE49-F238E27FC236}">
                    <a16:creationId xmlns:a16="http://schemas.microsoft.com/office/drawing/2014/main" id="{F74A9502-7042-7EA0-1314-DF1397EB242D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53" name="直接连接符 49152">
                <a:extLst>
                  <a:ext uri="{FF2B5EF4-FFF2-40B4-BE49-F238E27FC236}">
                    <a16:creationId xmlns:a16="http://schemas.microsoft.com/office/drawing/2014/main" id="{ACECE4B4-0027-3347-33D2-46F701E22D67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1" name="直接连接符 49160">
                <a:extLst>
                  <a:ext uri="{FF2B5EF4-FFF2-40B4-BE49-F238E27FC236}">
                    <a16:creationId xmlns:a16="http://schemas.microsoft.com/office/drawing/2014/main" id="{DCF55CE6-EC21-0FAB-0854-207E6185A7A4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2" name="直接连接符 49161">
                <a:extLst>
                  <a:ext uri="{FF2B5EF4-FFF2-40B4-BE49-F238E27FC236}">
                    <a16:creationId xmlns:a16="http://schemas.microsoft.com/office/drawing/2014/main" id="{77A5006E-52BC-DF45-1536-F877C911329C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3" name="直接连接符 49162">
                <a:extLst>
                  <a:ext uri="{FF2B5EF4-FFF2-40B4-BE49-F238E27FC236}">
                    <a16:creationId xmlns:a16="http://schemas.microsoft.com/office/drawing/2014/main" id="{69E6320C-DDD9-70EF-F8F9-512E13F5C3A5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4" name="直接连接符 49163">
                <a:extLst>
                  <a:ext uri="{FF2B5EF4-FFF2-40B4-BE49-F238E27FC236}">
                    <a16:creationId xmlns:a16="http://schemas.microsoft.com/office/drawing/2014/main" id="{B85FC803-AF8C-D25F-E433-E2933735E476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5" name="直接连接符 49164">
                <a:extLst>
                  <a:ext uri="{FF2B5EF4-FFF2-40B4-BE49-F238E27FC236}">
                    <a16:creationId xmlns:a16="http://schemas.microsoft.com/office/drawing/2014/main" id="{B58BBB63-A2DC-EED0-D744-0ED6D2A07D2C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6" name="直接连接符 49165">
                <a:extLst>
                  <a:ext uri="{FF2B5EF4-FFF2-40B4-BE49-F238E27FC236}">
                    <a16:creationId xmlns:a16="http://schemas.microsoft.com/office/drawing/2014/main" id="{A747D634-AA51-C339-7347-70046C2B3DDC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7" name="直接连接符 49166">
                <a:extLst>
                  <a:ext uri="{FF2B5EF4-FFF2-40B4-BE49-F238E27FC236}">
                    <a16:creationId xmlns:a16="http://schemas.microsoft.com/office/drawing/2014/main" id="{3D4BBE17-6B25-C47F-6171-BF29BC07AD9D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8" name="直接连接符 49167">
                <a:extLst>
                  <a:ext uri="{FF2B5EF4-FFF2-40B4-BE49-F238E27FC236}">
                    <a16:creationId xmlns:a16="http://schemas.microsoft.com/office/drawing/2014/main" id="{EA3D548A-76BC-E8A5-C09D-E29955EEBCCD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9" name="直接连接符 49168">
                <a:extLst>
                  <a:ext uri="{FF2B5EF4-FFF2-40B4-BE49-F238E27FC236}">
                    <a16:creationId xmlns:a16="http://schemas.microsoft.com/office/drawing/2014/main" id="{C92833D6-5329-AD0A-1727-261E87DA3B97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0" name="直接连接符 49169">
                <a:extLst>
                  <a:ext uri="{FF2B5EF4-FFF2-40B4-BE49-F238E27FC236}">
                    <a16:creationId xmlns:a16="http://schemas.microsoft.com/office/drawing/2014/main" id="{2F54A34D-4B90-33DA-7E48-1E848A72597B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1" name="直接连接符 49170">
                <a:extLst>
                  <a:ext uri="{FF2B5EF4-FFF2-40B4-BE49-F238E27FC236}">
                    <a16:creationId xmlns:a16="http://schemas.microsoft.com/office/drawing/2014/main" id="{EFEA0403-BF7A-93AB-F8C9-26DD7C37F887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2" name="直接连接符 49171">
                <a:extLst>
                  <a:ext uri="{FF2B5EF4-FFF2-40B4-BE49-F238E27FC236}">
                    <a16:creationId xmlns:a16="http://schemas.microsoft.com/office/drawing/2014/main" id="{5291ED38-B147-940A-37E3-ABDD19069058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3" name="直接连接符 49172">
                <a:extLst>
                  <a:ext uri="{FF2B5EF4-FFF2-40B4-BE49-F238E27FC236}">
                    <a16:creationId xmlns:a16="http://schemas.microsoft.com/office/drawing/2014/main" id="{C7396168-2E8B-38F3-32D0-61F7639BCFC1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4" name="直接连接符 49173">
                <a:extLst>
                  <a:ext uri="{FF2B5EF4-FFF2-40B4-BE49-F238E27FC236}">
                    <a16:creationId xmlns:a16="http://schemas.microsoft.com/office/drawing/2014/main" id="{21D392DF-4826-DF25-B8EA-3EB2557EF93C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5" name="直接连接符 49174">
                <a:extLst>
                  <a:ext uri="{FF2B5EF4-FFF2-40B4-BE49-F238E27FC236}">
                    <a16:creationId xmlns:a16="http://schemas.microsoft.com/office/drawing/2014/main" id="{37A1B3E4-01FB-9EFF-A7A8-3E1288F2F40C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6" name="直接连接符 49175">
                <a:extLst>
                  <a:ext uri="{FF2B5EF4-FFF2-40B4-BE49-F238E27FC236}">
                    <a16:creationId xmlns:a16="http://schemas.microsoft.com/office/drawing/2014/main" id="{5E5C0BBD-E9E0-6B14-B181-4364DBC44AFE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7" name="直接连接符 49176">
                <a:extLst>
                  <a:ext uri="{FF2B5EF4-FFF2-40B4-BE49-F238E27FC236}">
                    <a16:creationId xmlns:a16="http://schemas.microsoft.com/office/drawing/2014/main" id="{68F40009-52D4-E561-4992-6031E2190137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8" name="直接连接符 49177">
                <a:extLst>
                  <a:ext uri="{FF2B5EF4-FFF2-40B4-BE49-F238E27FC236}">
                    <a16:creationId xmlns:a16="http://schemas.microsoft.com/office/drawing/2014/main" id="{28ABE3A4-A952-4C13-4B1A-FECE98E91B75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9" name="直接连接符 49178">
                <a:extLst>
                  <a:ext uri="{FF2B5EF4-FFF2-40B4-BE49-F238E27FC236}">
                    <a16:creationId xmlns:a16="http://schemas.microsoft.com/office/drawing/2014/main" id="{FE827CD9-D323-1A9C-744C-74B94D51891D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0" name="直接连接符 49179">
                <a:extLst>
                  <a:ext uri="{FF2B5EF4-FFF2-40B4-BE49-F238E27FC236}">
                    <a16:creationId xmlns:a16="http://schemas.microsoft.com/office/drawing/2014/main" id="{70AC60C7-8228-CA3A-8EBB-6413B099EFEB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1" name="直接连接符 49180">
                <a:extLst>
                  <a:ext uri="{FF2B5EF4-FFF2-40B4-BE49-F238E27FC236}">
                    <a16:creationId xmlns:a16="http://schemas.microsoft.com/office/drawing/2014/main" id="{99183574-7EB8-73EB-5A74-693BF78BC082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2" name="直接连接符 49181">
                <a:extLst>
                  <a:ext uri="{FF2B5EF4-FFF2-40B4-BE49-F238E27FC236}">
                    <a16:creationId xmlns:a16="http://schemas.microsoft.com/office/drawing/2014/main" id="{29469A25-993F-2415-3CE9-E14D84AFCFD6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3" name="直接连接符 49182">
                <a:extLst>
                  <a:ext uri="{FF2B5EF4-FFF2-40B4-BE49-F238E27FC236}">
                    <a16:creationId xmlns:a16="http://schemas.microsoft.com/office/drawing/2014/main" id="{44F95BB7-E75F-C98D-A43A-3376405F4692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4" name="直接连接符 49183">
                <a:extLst>
                  <a:ext uri="{FF2B5EF4-FFF2-40B4-BE49-F238E27FC236}">
                    <a16:creationId xmlns:a16="http://schemas.microsoft.com/office/drawing/2014/main" id="{21333C1E-73A9-C337-B3E8-0901B461E150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5" name="直接连接符 49184">
                <a:extLst>
                  <a:ext uri="{FF2B5EF4-FFF2-40B4-BE49-F238E27FC236}">
                    <a16:creationId xmlns:a16="http://schemas.microsoft.com/office/drawing/2014/main" id="{CCE12465-495D-2B0B-9DB9-42EFA40EC675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6" name="直接连接符 49185">
                <a:extLst>
                  <a:ext uri="{FF2B5EF4-FFF2-40B4-BE49-F238E27FC236}">
                    <a16:creationId xmlns:a16="http://schemas.microsoft.com/office/drawing/2014/main" id="{34C8CAAA-5B4B-6D93-80AE-90AA582A59B9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7" name="直接连接符 49186">
                <a:extLst>
                  <a:ext uri="{FF2B5EF4-FFF2-40B4-BE49-F238E27FC236}">
                    <a16:creationId xmlns:a16="http://schemas.microsoft.com/office/drawing/2014/main" id="{639E689D-7630-B893-EED6-5CAA8D7A6223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8" name="直接连接符 49187">
                <a:extLst>
                  <a:ext uri="{FF2B5EF4-FFF2-40B4-BE49-F238E27FC236}">
                    <a16:creationId xmlns:a16="http://schemas.microsoft.com/office/drawing/2014/main" id="{66A20D99-69CC-E5D7-FC75-06238C345041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9" name="直接连接符 49188">
                <a:extLst>
                  <a:ext uri="{FF2B5EF4-FFF2-40B4-BE49-F238E27FC236}">
                    <a16:creationId xmlns:a16="http://schemas.microsoft.com/office/drawing/2014/main" id="{927F10A8-E64C-A19B-469D-6B4399BC9410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0" name="直接连接符 49189">
                <a:extLst>
                  <a:ext uri="{FF2B5EF4-FFF2-40B4-BE49-F238E27FC236}">
                    <a16:creationId xmlns:a16="http://schemas.microsoft.com/office/drawing/2014/main" id="{C6F34220-FC8F-3FDD-9D98-2F047D0DC0AA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1" name="直接连接符 49190">
                <a:extLst>
                  <a:ext uri="{FF2B5EF4-FFF2-40B4-BE49-F238E27FC236}">
                    <a16:creationId xmlns:a16="http://schemas.microsoft.com/office/drawing/2014/main" id="{074136F1-A619-30FB-24BF-C09C0C52104A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2" name="直接连接符 49191">
                <a:extLst>
                  <a:ext uri="{FF2B5EF4-FFF2-40B4-BE49-F238E27FC236}">
                    <a16:creationId xmlns:a16="http://schemas.microsoft.com/office/drawing/2014/main" id="{506A713B-C644-D901-42F4-216357AFD0B6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3" name="直接连接符 49192">
                <a:extLst>
                  <a:ext uri="{FF2B5EF4-FFF2-40B4-BE49-F238E27FC236}">
                    <a16:creationId xmlns:a16="http://schemas.microsoft.com/office/drawing/2014/main" id="{28482813-867C-3B75-88BD-6BC03E0952D7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4" name="直接连接符 49193">
                <a:extLst>
                  <a:ext uri="{FF2B5EF4-FFF2-40B4-BE49-F238E27FC236}">
                    <a16:creationId xmlns:a16="http://schemas.microsoft.com/office/drawing/2014/main" id="{5547BD63-95C5-BB19-27D1-E3A37298E2FA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5" name="直接连接符 49194">
                <a:extLst>
                  <a:ext uri="{FF2B5EF4-FFF2-40B4-BE49-F238E27FC236}">
                    <a16:creationId xmlns:a16="http://schemas.microsoft.com/office/drawing/2014/main" id="{30B0577C-3F96-1641-D10B-E7941F61404C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6" name="直接连接符 49195">
                <a:extLst>
                  <a:ext uri="{FF2B5EF4-FFF2-40B4-BE49-F238E27FC236}">
                    <a16:creationId xmlns:a16="http://schemas.microsoft.com/office/drawing/2014/main" id="{78608874-0ABB-0BD2-EA34-7B06ABF2BDF9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7" name="直接连接符 49196">
                <a:extLst>
                  <a:ext uri="{FF2B5EF4-FFF2-40B4-BE49-F238E27FC236}">
                    <a16:creationId xmlns:a16="http://schemas.microsoft.com/office/drawing/2014/main" id="{57A5A854-AEF0-848A-6B6A-20009182F826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8" name="直接连接符 49197">
                <a:extLst>
                  <a:ext uri="{FF2B5EF4-FFF2-40B4-BE49-F238E27FC236}">
                    <a16:creationId xmlns:a16="http://schemas.microsoft.com/office/drawing/2014/main" id="{2BD0A1C3-6981-EB2E-EB69-5C2D10003839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9" name="直接连接符 49198">
                <a:extLst>
                  <a:ext uri="{FF2B5EF4-FFF2-40B4-BE49-F238E27FC236}">
                    <a16:creationId xmlns:a16="http://schemas.microsoft.com/office/drawing/2014/main" id="{83AF24B4-FFFD-1F99-09A5-A6E513C1879B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0" name="直接连接符 49199">
                <a:extLst>
                  <a:ext uri="{FF2B5EF4-FFF2-40B4-BE49-F238E27FC236}">
                    <a16:creationId xmlns:a16="http://schemas.microsoft.com/office/drawing/2014/main" id="{5FEDC631-03C3-0152-E54A-CD82E9DEE6DB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1" name="直接连接符 49200">
                <a:extLst>
                  <a:ext uri="{FF2B5EF4-FFF2-40B4-BE49-F238E27FC236}">
                    <a16:creationId xmlns:a16="http://schemas.microsoft.com/office/drawing/2014/main" id="{9C0485D1-2B9C-8B95-9EF6-4D089E7D7837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2" name="直接连接符 49201">
                <a:extLst>
                  <a:ext uri="{FF2B5EF4-FFF2-40B4-BE49-F238E27FC236}">
                    <a16:creationId xmlns:a16="http://schemas.microsoft.com/office/drawing/2014/main" id="{8CFF6B91-12FD-F0DB-ECA2-AC15E4E1A008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3" name="直接连接符 49202">
                <a:extLst>
                  <a:ext uri="{FF2B5EF4-FFF2-40B4-BE49-F238E27FC236}">
                    <a16:creationId xmlns:a16="http://schemas.microsoft.com/office/drawing/2014/main" id="{DAD5D202-AD22-43D8-48BF-F8D26CB0FAE6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4" name="直接连接符 49203">
                <a:extLst>
                  <a:ext uri="{FF2B5EF4-FFF2-40B4-BE49-F238E27FC236}">
                    <a16:creationId xmlns:a16="http://schemas.microsoft.com/office/drawing/2014/main" id="{76BA7C7C-6CF9-D752-05F7-9EA2732C7971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5" name="直接连接符 49204">
                <a:extLst>
                  <a:ext uri="{FF2B5EF4-FFF2-40B4-BE49-F238E27FC236}">
                    <a16:creationId xmlns:a16="http://schemas.microsoft.com/office/drawing/2014/main" id="{16F795AF-E30E-C63A-64D0-396092CE263F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6" name="直接连接符 49205">
                <a:extLst>
                  <a:ext uri="{FF2B5EF4-FFF2-40B4-BE49-F238E27FC236}">
                    <a16:creationId xmlns:a16="http://schemas.microsoft.com/office/drawing/2014/main" id="{232A7623-6D4B-E6EB-54C1-FF04691866B5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7" name="直接连接符 49206">
                <a:extLst>
                  <a:ext uri="{FF2B5EF4-FFF2-40B4-BE49-F238E27FC236}">
                    <a16:creationId xmlns:a16="http://schemas.microsoft.com/office/drawing/2014/main" id="{E7103868-B8E7-F566-B177-1DD15C5CDF20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8" name="直接连接符 49207">
                <a:extLst>
                  <a:ext uri="{FF2B5EF4-FFF2-40B4-BE49-F238E27FC236}">
                    <a16:creationId xmlns:a16="http://schemas.microsoft.com/office/drawing/2014/main" id="{63513612-7B5C-A89E-A7DA-8FB56260C217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9" name="直接连接符 49208">
                <a:extLst>
                  <a:ext uri="{FF2B5EF4-FFF2-40B4-BE49-F238E27FC236}">
                    <a16:creationId xmlns:a16="http://schemas.microsoft.com/office/drawing/2014/main" id="{2FD9A842-791F-C755-864B-9AF87FB87DAD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0" name="直接连接符 49209">
                <a:extLst>
                  <a:ext uri="{FF2B5EF4-FFF2-40B4-BE49-F238E27FC236}">
                    <a16:creationId xmlns:a16="http://schemas.microsoft.com/office/drawing/2014/main" id="{9A255FF4-3B94-6B68-FC76-C64CC6239175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1" name="直接连接符 49210">
                <a:extLst>
                  <a:ext uri="{FF2B5EF4-FFF2-40B4-BE49-F238E27FC236}">
                    <a16:creationId xmlns:a16="http://schemas.microsoft.com/office/drawing/2014/main" id="{8EC7A6DC-3FAB-9D00-424F-0CB187DD678D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2" name="直接连接符 49211">
                <a:extLst>
                  <a:ext uri="{FF2B5EF4-FFF2-40B4-BE49-F238E27FC236}">
                    <a16:creationId xmlns:a16="http://schemas.microsoft.com/office/drawing/2014/main" id="{808270A0-95AB-297A-D331-95DFEBBB60D4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3" name="直接连接符 49212">
                <a:extLst>
                  <a:ext uri="{FF2B5EF4-FFF2-40B4-BE49-F238E27FC236}">
                    <a16:creationId xmlns:a16="http://schemas.microsoft.com/office/drawing/2014/main" id="{4250D431-F24D-CC7F-9018-B8F1D60FF363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4" name="直接连接符 49213">
                <a:extLst>
                  <a:ext uri="{FF2B5EF4-FFF2-40B4-BE49-F238E27FC236}">
                    <a16:creationId xmlns:a16="http://schemas.microsoft.com/office/drawing/2014/main" id="{2310F4A4-68DE-2086-2AB1-8B46C792D656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5" name="直接连接符 49214">
                <a:extLst>
                  <a:ext uri="{FF2B5EF4-FFF2-40B4-BE49-F238E27FC236}">
                    <a16:creationId xmlns:a16="http://schemas.microsoft.com/office/drawing/2014/main" id="{69D36FB1-214A-7CEF-35A8-283B8D0C575E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6" name="直接连接符 49215">
                <a:extLst>
                  <a:ext uri="{FF2B5EF4-FFF2-40B4-BE49-F238E27FC236}">
                    <a16:creationId xmlns:a16="http://schemas.microsoft.com/office/drawing/2014/main" id="{0D5F2C22-34D2-D3E4-5E66-52EACF9ECBCB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7" name="直接连接符 49216">
                <a:extLst>
                  <a:ext uri="{FF2B5EF4-FFF2-40B4-BE49-F238E27FC236}">
                    <a16:creationId xmlns:a16="http://schemas.microsoft.com/office/drawing/2014/main" id="{FA87DF78-599A-14D4-485B-872D1392E161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8" name="直接连接符 49217">
                <a:extLst>
                  <a:ext uri="{FF2B5EF4-FFF2-40B4-BE49-F238E27FC236}">
                    <a16:creationId xmlns:a16="http://schemas.microsoft.com/office/drawing/2014/main" id="{D3E122A2-3022-34BC-6213-5217876EDD13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9" name="直接连接符 49218">
                <a:extLst>
                  <a:ext uri="{FF2B5EF4-FFF2-40B4-BE49-F238E27FC236}">
                    <a16:creationId xmlns:a16="http://schemas.microsoft.com/office/drawing/2014/main" id="{91F6AFA0-835B-F8B2-F278-359995DACA61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0" name="直接连接符 49219">
                <a:extLst>
                  <a:ext uri="{FF2B5EF4-FFF2-40B4-BE49-F238E27FC236}">
                    <a16:creationId xmlns:a16="http://schemas.microsoft.com/office/drawing/2014/main" id="{97AE181F-0583-96F5-35B2-3BDEF7E21D42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1" name="直接连接符 49220">
                <a:extLst>
                  <a:ext uri="{FF2B5EF4-FFF2-40B4-BE49-F238E27FC236}">
                    <a16:creationId xmlns:a16="http://schemas.microsoft.com/office/drawing/2014/main" id="{39C5B149-84B6-6831-4646-8B1CCDC63B0E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2" name="直接连接符 49221">
                <a:extLst>
                  <a:ext uri="{FF2B5EF4-FFF2-40B4-BE49-F238E27FC236}">
                    <a16:creationId xmlns:a16="http://schemas.microsoft.com/office/drawing/2014/main" id="{8DF266C7-987D-7C49-24DD-9B21FC3A0EFB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3" name="直接连接符 49222">
                <a:extLst>
                  <a:ext uri="{FF2B5EF4-FFF2-40B4-BE49-F238E27FC236}">
                    <a16:creationId xmlns:a16="http://schemas.microsoft.com/office/drawing/2014/main" id="{6D85672E-1633-9DF4-BB2E-D42D4751DA87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4" name="直接连接符 49223">
                <a:extLst>
                  <a:ext uri="{FF2B5EF4-FFF2-40B4-BE49-F238E27FC236}">
                    <a16:creationId xmlns:a16="http://schemas.microsoft.com/office/drawing/2014/main" id="{92EFCCD9-215A-EC89-7DBB-AC7F4EC86260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5" name="直接连接符 49224">
                <a:extLst>
                  <a:ext uri="{FF2B5EF4-FFF2-40B4-BE49-F238E27FC236}">
                    <a16:creationId xmlns:a16="http://schemas.microsoft.com/office/drawing/2014/main" id="{BA0B4D47-4439-758F-CCCF-64BB2B2DDEBE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6" name="直接连接符 49225">
                <a:extLst>
                  <a:ext uri="{FF2B5EF4-FFF2-40B4-BE49-F238E27FC236}">
                    <a16:creationId xmlns:a16="http://schemas.microsoft.com/office/drawing/2014/main" id="{51DC0CBB-94FC-5017-2745-37EEF855C7C8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7" name="直接连接符 49226">
                <a:extLst>
                  <a:ext uri="{FF2B5EF4-FFF2-40B4-BE49-F238E27FC236}">
                    <a16:creationId xmlns:a16="http://schemas.microsoft.com/office/drawing/2014/main" id="{E8D314F1-CC92-A2EF-A2B7-29F118994787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99DAC2D-FD8F-D942-7BF6-9718E5E98DC8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04327CB8-40AE-1917-2E81-E5E67D5B6406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2E8270BF-FD8E-9189-BBC5-4D88FED040A3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BDB52556-9444-C9A7-A82F-7D7686ECFB46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CB12F2FC-B696-28E9-B2FE-4AAC160620B5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9B497437-B26D-5DCA-933B-B5521B150ECB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C6E96E59-26E3-EF38-CA05-B2CD2EFB8443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A56860B4-E633-D6EB-05AB-B97D33F7E840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45F85554-D009-B87C-5053-E310A04B7CDE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612E6C1-9448-F770-0598-BA2F70056D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  <p:sp>
        <p:nvSpPr>
          <p:cNvPr id="49229" name="文本框 49228">
            <a:extLst>
              <a:ext uri="{FF2B5EF4-FFF2-40B4-BE49-F238E27FC236}">
                <a16:creationId xmlns:a16="http://schemas.microsoft.com/office/drawing/2014/main" id="{905C35DF-0D74-5A04-7A3B-578658B7ECF5}"/>
              </a:ext>
            </a:extLst>
          </p:cNvPr>
          <p:cNvSpPr txBox="1"/>
          <p:nvPr/>
        </p:nvSpPr>
        <p:spPr>
          <a:xfrm>
            <a:off x="933497" y="4920984"/>
            <a:ext cx="75576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40404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对于只有一个结点的 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DAG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，该结点的入度为 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，结论成立。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40404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假设对于所有结点数小于 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 的 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DAG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，结论成立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379C5-FB0F-2D27-7DA0-FECDC28A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>
            <a:extLst>
              <a:ext uri="{FF2B5EF4-FFF2-40B4-BE49-F238E27FC236}">
                <a16:creationId xmlns:a16="http://schemas.microsoft.com/office/drawing/2014/main" id="{DABA7E9F-A7DE-AF7E-2026-9995813FCD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DAG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46F6D7E3-3608-C1FB-1761-BC1DFA9F19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471830"/>
            <a:ext cx="7772400" cy="5104652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800" b="1" dirty="0">
                <a:latin typeface="宋体" panose="02010600030101010101" pitchFamily="2" charset="-122"/>
                <a:ea typeface="宋体" panose="02010600030101010101" pitchFamily="2" charset="-122"/>
              </a:rPr>
              <a:t>归纳证明：</a:t>
            </a:r>
            <a:endParaRPr lang="en-US" altLang="zh-CN" sz="3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3800" dirty="0">
                <a:latin typeface="宋体" panose="02010600030101010101" pitchFamily="2" charset="-122"/>
                <a:ea typeface="宋体" panose="02010600030101010101" pitchFamily="2" charset="-122"/>
              </a:rPr>
              <a:t>考虑一个结点数为 </a:t>
            </a:r>
            <a:r>
              <a:rPr lang="en-US" altLang="zh-CN" sz="3800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3800" dirty="0">
                <a:latin typeface="宋体" panose="02010600030101010101" pitchFamily="2" charset="-122"/>
                <a:ea typeface="宋体" panose="02010600030101010101" pitchFamily="2" charset="-122"/>
              </a:rPr>
              <a:t> 的 </a:t>
            </a:r>
            <a:r>
              <a:rPr lang="en-US" altLang="zh-CN" sz="3800" dirty="0">
                <a:latin typeface="宋体" panose="02010600030101010101" pitchFamily="2" charset="-122"/>
                <a:ea typeface="宋体" panose="02010600030101010101" pitchFamily="2" charset="-122"/>
              </a:rPr>
              <a:t>DAG G</a:t>
            </a:r>
            <a:r>
              <a:rPr lang="zh-CN" altLang="en-US" sz="38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  <a:p>
            <a:pPr marL="457200" indent="-457200">
              <a:lnSpc>
                <a:spcPct val="110000"/>
              </a:lnSpc>
              <a:buFont typeface="+mj-ea"/>
              <a:buAutoNum type="circleNumDbPlain"/>
            </a:pPr>
            <a:r>
              <a:rPr lang="zh-CN" altLang="en-US" sz="3800" b="1" dirty="0">
                <a:latin typeface="宋体" panose="02010600030101010101" pitchFamily="2" charset="-122"/>
                <a:ea typeface="宋体" panose="02010600030101010101" pitchFamily="2" charset="-122"/>
              </a:rPr>
              <a:t>存在入度为零的结点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3800" dirty="0">
                <a:latin typeface="宋体" panose="02010600030101010101" pitchFamily="2" charset="-122"/>
                <a:ea typeface="宋体" panose="02010600030101010101" pitchFamily="2" charset="-122"/>
              </a:rPr>
              <a:t>若 </a:t>
            </a:r>
            <a:r>
              <a:rPr lang="en-US" altLang="zh-CN" sz="3800" dirty="0">
                <a:latin typeface="宋体" panose="02010600030101010101" pitchFamily="2" charset="-122"/>
                <a:ea typeface="宋体" panose="02010600030101010101" pitchFamily="2" charset="-122"/>
              </a:rPr>
              <a:t>G </a:t>
            </a:r>
            <a:r>
              <a:rPr lang="zh-CN" altLang="en-US" sz="3800" dirty="0">
                <a:latin typeface="宋体" panose="02010600030101010101" pitchFamily="2" charset="-122"/>
                <a:ea typeface="宋体" panose="02010600030101010101" pitchFamily="2" charset="-122"/>
              </a:rPr>
              <a:t>中存在至少一个结点 </a:t>
            </a:r>
            <a:r>
              <a:rPr lang="en-US" altLang="zh-CN" sz="3800" dirty="0"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zh-CN" altLang="en-US" sz="3800" dirty="0">
                <a:latin typeface="宋体" panose="02010600030101010101" pitchFamily="2" charset="-122"/>
                <a:ea typeface="宋体" panose="02010600030101010101" pitchFamily="2" charset="-122"/>
              </a:rPr>
              <a:t>，其入度为零，则直接满足结论，证明完成。</a:t>
            </a:r>
            <a:endParaRPr lang="en-US" altLang="zh-CN" sz="3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lnSpc>
                <a:spcPct val="110000"/>
              </a:lnSpc>
              <a:buFont typeface="+mj-ea"/>
              <a:buAutoNum type="circleNumDbPlain" startAt="2"/>
            </a:pPr>
            <a:r>
              <a:rPr lang="zh-CN" altLang="en-US" sz="3800" b="1" dirty="0">
                <a:latin typeface="宋体" panose="02010600030101010101" pitchFamily="2" charset="-122"/>
                <a:ea typeface="宋体" panose="02010600030101010101" pitchFamily="2" charset="-122"/>
              </a:rPr>
              <a:t>所有结点入度均≥</a:t>
            </a:r>
            <a:r>
              <a:rPr lang="en-US" altLang="zh-CN" sz="38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zh-CN" altLang="en-US" sz="3800" dirty="0">
                <a:latin typeface="宋体" panose="02010600030101010101" pitchFamily="2" charset="-122"/>
                <a:ea typeface="宋体" panose="02010600030101010101" pitchFamily="2" charset="-122"/>
              </a:rPr>
              <a:t>假设 </a:t>
            </a:r>
            <a:r>
              <a:rPr lang="en-US" altLang="zh-CN" sz="3800" dirty="0">
                <a:latin typeface="宋体" panose="02010600030101010101" pitchFamily="2" charset="-122"/>
                <a:ea typeface="宋体" panose="02010600030101010101" pitchFamily="2" charset="-122"/>
              </a:rPr>
              <a:t>G </a:t>
            </a:r>
            <a:r>
              <a:rPr lang="zh-CN" altLang="en-US" sz="3800" dirty="0">
                <a:latin typeface="宋体" panose="02010600030101010101" pitchFamily="2" charset="-122"/>
                <a:ea typeface="宋体" panose="02010600030101010101" pitchFamily="2" charset="-122"/>
              </a:rPr>
              <a:t>中所有结点的入度均至少为 </a:t>
            </a:r>
            <a:r>
              <a:rPr lang="en-US" altLang="zh-CN" sz="38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800" dirty="0">
                <a:latin typeface="宋体" panose="02010600030101010101" pitchFamily="2" charset="-122"/>
                <a:ea typeface="宋体" panose="02010600030101010101" pitchFamily="2" charset="-122"/>
              </a:rPr>
              <a:t>。此时，从任意结点出发，沿着输入边反向遍历（寻找前驱结点）。由于图中结点数有限，遍历过程中必然重复访问某个结点，从而形成环。然而，</a:t>
            </a:r>
            <a:r>
              <a:rPr lang="en-US" altLang="zh-CN" sz="3800" dirty="0">
                <a:latin typeface="宋体" panose="02010600030101010101" pitchFamily="2" charset="-122"/>
                <a:ea typeface="宋体" panose="02010600030101010101" pitchFamily="2" charset="-122"/>
              </a:rPr>
              <a:t>DAG </a:t>
            </a:r>
            <a:r>
              <a:rPr lang="zh-CN" altLang="en-US" sz="3800" dirty="0">
                <a:latin typeface="宋体" panose="02010600030101010101" pitchFamily="2" charset="-122"/>
                <a:ea typeface="宋体" panose="02010600030101010101" pitchFamily="2" charset="-122"/>
              </a:rPr>
              <a:t>的定义要求图中不存在有向环，矛盾。</a:t>
            </a:r>
            <a:endParaRPr lang="en-US" altLang="zh-CN" sz="3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3800" b="1" dirty="0">
                <a:latin typeface="宋体" panose="02010600030101010101" pitchFamily="2" charset="-122"/>
                <a:ea typeface="宋体" panose="02010600030101010101" pitchFamily="2" charset="-122"/>
              </a:rPr>
              <a:t>因此，所有结点入度均≥</a:t>
            </a:r>
            <a:r>
              <a:rPr lang="en-US" altLang="zh-CN" sz="3800" b="1" dirty="0">
                <a:latin typeface="宋体" panose="02010600030101010101" pitchFamily="2" charset="-122"/>
                <a:ea typeface="宋体" panose="02010600030101010101" pitchFamily="2" charset="-122"/>
              </a:rPr>
              <a:t>1 </a:t>
            </a:r>
            <a:r>
              <a:rPr lang="zh-CN" altLang="en-US" sz="3800" b="1" dirty="0">
                <a:latin typeface="宋体" panose="02010600030101010101" pitchFamily="2" charset="-122"/>
                <a:ea typeface="宋体" panose="02010600030101010101" pitchFamily="2" charset="-122"/>
              </a:rPr>
              <a:t>的假设不成立。</a:t>
            </a:r>
          </a:p>
        </p:txBody>
      </p:sp>
      <p:sp>
        <p:nvSpPr>
          <p:cNvPr id="49154" name="灯片编号占位符 5">
            <a:extLst>
              <a:ext uri="{FF2B5EF4-FFF2-40B4-BE49-F238E27FC236}">
                <a16:creationId xmlns:a16="http://schemas.microsoft.com/office/drawing/2014/main" id="{7374546C-F60B-C31C-4672-62CDDF747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B73F72-ADE9-4B4B-80BD-665A107C4CC8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653A3CD-5DA0-7880-71D8-EAB16A41999D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0439A5E6-B699-6CB7-BB5F-CC1140E142E5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06A72F91-7CCD-63EC-C97C-B053B43A16DC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554FAD7-9172-4709-93D3-92DFDEE0DD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5A224F9E-3A55-B18A-2AC5-4FD8F5650470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06C5E9E-D4DA-999C-145E-B98095F72B3A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C8049CB-94F6-8AB7-457C-46A31D23E1D5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C96851F0-81F8-7355-1C54-39671F9F8427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A561F4D6-8312-C279-D66C-D6149BBA4F0F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42969981-F9CE-3D46-C5F0-BE3908638804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21A40E5E-3474-ECF2-437B-04E78C9A0EBA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F8613663-6B4C-2D71-A56D-050C36B48E69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68C8DC89-63AB-C1A4-4852-1E2813921E5F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CB3011DA-7F04-5F1E-09F2-66B28426A4C0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37F07CEE-E514-03CC-51E2-7BF6949AC8C8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CB4BA4B1-3E31-490D-C5F6-6B34F5A61F3F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9C6A04DF-1D6C-9562-8677-224A104A4478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43D6A199-00FE-1940-B0A2-578465BD95E1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F3488C9-FD6C-E8C0-B996-68FDDB68D516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A36E5793-1CF8-4F42-7BBE-3FFFE69A0E04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4BB1E4FB-86CC-5669-7528-FF377EF09159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FFB2E8E0-6F5D-A110-B0F1-AE8484570110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9858F82B-5C31-44AE-2DCF-84314EA6D2B1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B6853906-92DF-01CD-3B8F-DA884842EFE0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78CB6E97-4A84-490F-9BBB-33FEC0B2A601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7A182376-3A88-8F18-FCF4-F573D3785F09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453AD9F9-BE9B-15A0-5C8A-CAB277C3E946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03E6D19A-479E-7EF3-42E6-DA02F25A3B1D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C0C68B52-D95F-C459-1B5D-BF7002E35BB1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9F5518C4-E30E-7E83-3686-4D10E539ADCF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01F59D2C-9EE6-6D51-CE0F-1444EBD5E7BA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A45A7007-6EEE-A2EC-DF3B-48C311E202B1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084604E7-59FC-2B87-CFF1-9A32273D1973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A03E1ADC-0BC9-FCC8-E072-DD4750C0F556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CEE887DD-CB4B-DA71-22C8-8D78B5E338DB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6056A9BB-A818-9821-BCAF-E948441F8979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FADB48E1-0CF2-8148-6F69-780972591091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F1C1077E-4507-4F09-C519-891F6EE9FD1E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2EEB200E-AF24-404A-E983-284DA81607FC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CAD7E44C-2994-433E-A2F1-77ED906F46D2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BA0133FB-42C1-744B-83A9-BB4C76C3178A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E223BF1A-0093-1DB7-7071-36159BD85F7B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E4436D12-11DE-68F9-359D-776DD17B59A1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F141FD59-B3AF-1F99-E5E7-8405545B0B33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81FBEC0A-12D8-866C-7CB6-6E0A15F01AC8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BB05F6E8-340F-85E3-27A0-C465B4155DD3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2008FA70-98EB-1137-C648-5ACD4CED0955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13BBD0E-BBE4-639E-D8FC-8F74340A2689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FDAEA0AF-F9BB-9B2C-BB1A-A9154D70F41C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DF3C3ACC-226C-8448-4874-EDF0EF9805D2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216F63CD-71D4-79C6-490F-CB5E79B94BCB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B600B28D-88EC-703A-992E-E3FC07D355BB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52" name="直接连接符 49151">
                <a:extLst>
                  <a:ext uri="{FF2B5EF4-FFF2-40B4-BE49-F238E27FC236}">
                    <a16:creationId xmlns:a16="http://schemas.microsoft.com/office/drawing/2014/main" id="{14FDCED1-3430-ABFA-93E1-5607DFF721C4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53" name="直接连接符 49152">
                <a:extLst>
                  <a:ext uri="{FF2B5EF4-FFF2-40B4-BE49-F238E27FC236}">
                    <a16:creationId xmlns:a16="http://schemas.microsoft.com/office/drawing/2014/main" id="{C096AF1D-2D5D-18DC-CF4D-E4CF11CEA713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1" name="直接连接符 49160">
                <a:extLst>
                  <a:ext uri="{FF2B5EF4-FFF2-40B4-BE49-F238E27FC236}">
                    <a16:creationId xmlns:a16="http://schemas.microsoft.com/office/drawing/2014/main" id="{47729996-E24C-5B4E-A798-C3AE7155E8C5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2" name="直接连接符 49161">
                <a:extLst>
                  <a:ext uri="{FF2B5EF4-FFF2-40B4-BE49-F238E27FC236}">
                    <a16:creationId xmlns:a16="http://schemas.microsoft.com/office/drawing/2014/main" id="{71C18D76-B20E-11B3-4225-5623995B9837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3" name="直接连接符 49162">
                <a:extLst>
                  <a:ext uri="{FF2B5EF4-FFF2-40B4-BE49-F238E27FC236}">
                    <a16:creationId xmlns:a16="http://schemas.microsoft.com/office/drawing/2014/main" id="{F9840396-AED2-89A6-C778-B71EAF34B87E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4" name="直接连接符 49163">
                <a:extLst>
                  <a:ext uri="{FF2B5EF4-FFF2-40B4-BE49-F238E27FC236}">
                    <a16:creationId xmlns:a16="http://schemas.microsoft.com/office/drawing/2014/main" id="{6F6D1B82-CDE0-7B6D-A96A-44CEAD3B650A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5" name="直接连接符 49164">
                <a:extLst>
                  <a:ext uri="{FF2B5EF4-FFF2-40B4-BE49-F238E27FC236}">
                    <a16:creationId xmlns:a16="http://schemas.microsoft.com/office/drawing/2014/main" id="{8BEB5D50-F810-5809-A1DE-8D9BC518967E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6" name="直接连接符 49165">
                <a:extLst>
                  <a:ext uri="{FF2B5EF4-FFF2-40B4-BE49-F238E27FC236}">
                    <a16:creationId xmlns:a16="http://schemas.microsoft.com/office/drawing/2014/main" id="{D665A251-975F-1400-D760-BD54D741D2B5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7" name="直接连接符 49166">
                <a:extLst>
                  <a:ext uri="{FF2B5EF4-FFF2-40B4-BE49-F238E27FC236}">
                    <a16:creationId xmlns:a16="http://schemas.microsoft.com/office/drawing/2014/main" id="{E7DD7D4F-5B9A-DEA7-D677-FED20D16BA4C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8" name="直接连接符 49167">
                <a:extLst>
                  <a:ext uri="{FF2B5EF4-FFF2-40B4-BE49-F238E27FC236}">
                    <a16:creationId xmlns:a16="http://schemas.microsoft.com/office/drawing/2014/main" id="{1AD0A053-B5E1-33C5-21CF-15CB26BD1FE4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9" name="直接连接符 49168">
                <a:extLst>
                  <a:ext uri="{FF2B5EF4-FFF2-40B4-BE49-F238E27FC236}">
                    <a16:creationId xmlns:a16="http://schemas.microsoft.com/office/drawing/2014/main" id="{BAFB7703-A511-CE21-E843-338B13FCBF58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0" name="直接连接符 49169">
                <a:extLst>
                  <a:ext uri="{FF2B5EF4-FFF2-40B4-BE49-F238E27FC236}">
                    <a16:creationId xmlns:a16="http://schemas.microsoft.com/office/drawing/2014/main" id="{62625B68-F614-D1D2-64E1-9F9EB4560FA1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1" name="直接连接符 49170">
                <a:extLst>
                  <a:ext uri="{FF2B5EF4-FFF2-40B4-BE49-F238E27FC236}">
                    <a16:creationId xmlns:a16="http://schemas.microsoft.com/office/drawing/2014/main" id="{E88F4225-69AE-5962-57E7-C8523DC8664F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2" name="直接连接符 49171">
                <a:extLst>
                  <a:ext uri="{FF2B5EF4-FFF2-40B4-BE49-F238E27FC236}">
                    <a16:creationId xmlns:a16="http://schemas.microsoft.com/office/drawing/2014/main" id="{2591785F-64D3-8E17-DD1D-B0748EEE688E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3" name="直接连接符 49172">
                <a:extLst>
                  <a:ext uri="{FF2B5EF4-FFF2-40B4-BE49-F238E27FC236}">
                    <a16:creationId xmlns:a16="http://schemas.microsoft.com/office/drawing/2014/main" id="{FBD1D7ED-C9BE-E711-C568-BB52EAE42006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4" name="直接连接符 49173">
                <a:extLst>
                  <a:ext uri="{FF2B5EF4-FFF2-40B4-BE49-F238E27FC236}">
                    <a16:creationId xmlns:a16="http://schemas.microsoft.com/office/drawing/2014/main" id="{453CC876-F460-D2C8-49FD-8574D816CE2A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5" name="直接连接符 49174">
                <a:extLst>
                  <a:ext uri="{FF2B5EF4-FFF2-40B4-BE49-F238E27FC236}">
                    <a16:creationId xmlns:a16="http://schemas.microsoft.com/office/drawing/2014/main" id="{BFDFED9D-3A4E-43C5-DAB0-A2D218874DB1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6" name="直接连接符 49175">
                <a:extLst>
                  <a:ext uri="{FF2B5EF4-FFF2-40B4-BE49-F238E27FC236}">
                    <a16:creationId xmlns:a16="http://schemas.microsoft.com/office/drawing/2014/main" id="{E875C4ED-71EC-F385-11BC-6ADBF3D27A57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7" name="直接连接符 49176">
                <a:extLst>
                  <a:ext uri="{FF2B5EF4-FFF2-40B4-BE49-F238E27FC236}">
                    <a16:creationId xmlns:a16="http://schemas.microsoft.com/office/drawing/2014/main" id="{EA561835-90C9-41E5-1F45-1A391E85B427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8" name="直接连接符 49177">
                <a:extLst>
                  <a:ext uri="{FF2B5EF4-FFF2-40B4-BE49-F238E27FC236}">
                    <a16:creationId xmlns:a16="http://schemas.microsoft.com/office/drawing/2014/main" id="{7FC1A69D-4E94-0EBF-CB71-080E8ACFE495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9" name="直接连接符 49178">
                <a:extLst>
                  <a:ext uri="{FF2B5EF4-FFF2-40B4-BE49-F238E27FC236}">
                    <a16:creationId xmlns:a16="http://schemas.microsoft.com/office/drawing/2014/main" id="{E5A65BC9-541A-3109-904A-4CDF9731E857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0" name="直接连接符 49179">
                <a:extLst>
                  <a:ext uri="{FF2B5EF4-FFF2-40B4-BE49-F238E27FC236}">
                    <a16:creationId xmlns:a16="http://schemas.microsoft.com/office/drawing/2014/main" id="{D8B3668E-5525-B586-8537-E30A9D5DE301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1" name="直接连接符 49180">
                <a:extLst>
                  <a:ext uri="{FF2B5EF4-FFF2-40B4-BE49-F238E27FC236}">
                    <a16:creationId xmlns:a16="http://schemas.microsoft.com/office/drawing/2014/main" id="{20FEFF08-46F0-97F3-777C-293BC02B9F9B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2" name="直接连接符 49181">
                <a:extLst>
                  <a:ext uri="{FF2B5EF4-FFF2-40B4-BE49-F238E27FC236}">
                    <a16:creationId xmlns:a16="http://schemas.microsoft.com/office/drawing/2014/main" id="{E2918839-53C3-C83B-4AB7-13C2739A2174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3" name="直接连接符 49182">
                <a:extLst>
                  <a:ext uri="{FF2B5EF4-FFF2-40B4-BE49-F238E27FC236}">
                    <a16:creationId xmlns:a16="http://schemas.microsoft.com/office/drawing/2014/main" id="{5A762DC2-2D54-14D1-7D44-790584710E2E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4" name="直接连接符 49183">
                <a:extLst>
                  <a:ext uri="{FF2B5EF4-FFF2-40B4-BE49-F238E27FC236}">
                    <a16:creationId xmlns:a16="http://schemas.microsoft.com/office/drawing/2014/main" id="{B96C0B74-1C44-A347-2E1C-BF53719809CE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5" name="直接连接符 49184">
                <a:extLst>
                  <a:ext uri="{FF2B5EF4-FFF2-40B4-BE49-F238E27FC236}">
                    <a16:creationId xmlns:a16="http://schemas.microsoft.com/office/drawing/2014/main" id="{23A703CA-64BA-8621-ECDB-876EEE475D22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6" name="直接连接符 49185">
                <a:extLst>
                  <a:ext uri="{FF2B5EF4-FFF2-40B4-BE49-F238E27FC236}">
                    <a16:creationId xmlns:a16="http://schemas.microsoft.com/office/drawing/2014/main" id="{7D70034E-D335-1747-6C9C-4AADD4AF0DA0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7" name="直接连接符 49186">
                <a:extLst>
                  <a:ext uri="{FF2B5EF4-FFF2-40B4-BE49-F238E27FC236}">
                    <a16:creationId xmlns:a16="http://schemas.microsoft.com/office/drawing/2014/main" id="{69DE146F-BB6E-3E7E-B1EF-6EFBED0877A7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8" name="直接连接符 49187">
                <a:extLst>
                  <a:ext uri="{FF2B5EF4-FFF2-40B4-BE49-F238E27FC236}">
                    <a16:creationId xmlns:a16="http://schemas.microsoft.com/office/drawing/2014/main" id="{8885C5AD-7830-AF2A-83B0-6807CABC36B1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9" name="直接连接符 49188">
                <a:extLst>
                  <a:ext uri="{FF2B5EF4-FFF2-40B4-BE49-F238E27FC236}">
                    <a16:creationId xmlns:a16="http://schemas.microsoft.com/office/drawing/2014/main" id="{965A3AD8-6EBB-627E-E059-A8F2DAB7A02D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0" name="直接连接符 49189">
                <a:extLst>
                  <a:ext uri="{FF2B5EF4-FFF2-40B4-BE49-F238E27FC236}">
                    <a16:creationId xmlns:a16="http://schemas.microsoft.com/office/drawing/2014/main" id="{5227F900-9AE0-EC9A-F05C-C47CA28F6B46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1" name="直接连接符 49190">
                <a:extLst>
                  <a:ext uri="{FF2B5EF4-FFF2-40B4-BE49-F238E27FC236}">
                    <a16:creationId xmlns:a16="http://schemas.microsoft.com/office/drawing/2014/main" id="{9F81412F-AB47-5164-8049-DD7E27380E14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2" name="直接连接符 49191">
                <a:extLst>
                  <a:ext uri="{FF2B5EF4-FFF2-40B4-BE49-F238E27FC236}">
                    <a16:creationId xmlns:a16="http://schemas.microsoft.com/office/drawing/2014/main" id="{07BA2FC5-B5B5-CC96-7C79-906A696EA2B2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3" name="直接连接符 49192">
                <a:extLst>
                  <a:ext uri="{FF2B5EF4-FFF2-40B4-BE49-F238E27FC236}">
                    <a16:creationId xmlns:a16="http://schemas.microsoft.com/office/drawing/2014/main" id="{56ACDFF0-E13B-5759-E4B4-DB833A3E0E97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4" name="直接连接符 49193">
                <a:extLst>
                  <a:ext uri="{FF2B5EF4-FFF2-40B4-BE49-F238E27FC236}">
                    <a16:creationId xmlns:a16="http://schemas.microsoft.com/office/drawing/2014/main" id="{BF88716E-794F-6916-40C0-E86652AEEFB5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5" name="直接连接符 49194">
                <a:extLst>
                  <a:ext uri="{FF2B5EF4-FFF2-40B4-BE49-F238E27FC236}">
                    <a16:creationId xmlns:a16="http://schemas.microsoft.com/office/drawing/2014/main" id="{23A80A72-160E-EABA-AD18-93EB7A5E94FC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6" name="直接连接符 49195">
                <a:extLst>
                  <a:ext uri="{FF2B5EF4-FFF2-40B4-BE49-F238E27FC236}">
                    <a16:creationId xmlns:a16="http://schemas.microsoft.com/office/drawing/2014/main" id="{8278924B-629C-6857-4D5B-8D85927B9625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7" name="直接连接符 49196">
                <a:extLst>
                  <a:ext uri="{FF2B5EF4-FFF2-40B4-BE49-F238E27FC236}">
                    <a16:creationId xmlns:a16="http://schemas.microsoft.com/office/drawing/2014/main" id="{4437BB34-FAC0-C426-CC76-5EDDB10C82F7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8" name="直接连接符 49197">
                <a:extLst>
                  <a:ext uri="{FF2B5EF4-FFF2-40B4-BE49-F238E27FC236}">
                    <a16:creationId xmlns:a16="http://schemas.microsoft.com/office/drawing/2014/main" id="{2D02448D-AF6E-6ECA-7835-77EA574B5578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9" name="直接连接符 49198">
                <a:extLst>
                  <a:ext uri="{FF2B5EF4-FFF2-40B4-BE49-F238E27FC236}">
                    <a16:creationId xmlns:a16="http://schemas.microsoft.com/office/drawing/2014/main" id="{164B568A-DCAE-E147-1B44-FB2C91EF6176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0" name="直接连接符 49199">
                <a:extLst>
                  <a:ext uri="{FF2B5EF4-FFF2-40B4-BE49-F238E27FC236}">
                    <a16:creationId xmlns:a16="http://schemas.microsoft.com/office/drawing/2014/main" id="{5121DD32-CF0E-3E65-0B89-AD45EB8354C1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1" name="直接连接符 49200">
                <a:extLst>
                  <a:ext uri="{FF2B5EF4-FFF2-40B4-BE49-F238E27FC236}">
                    <a16:creationId xmlns:a16="http://schemas.microsoft.com/office/drawing/2014/main" id="{C4EDD996-8481-2AF3-D66F-6B03FEF66FB1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2" name="直接连接符 49201">
                <a:extLst>
                  <a:ext uri="{FF2B5EF4-FFF2-40B4-BE49-F238E27FC236}">
                    <a16:creationId xmlns:a16="http://schemas.microsoft.com/office/drawing/2014/main" id="{8E03848D-B21A-1637-6459-9F87C7473373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3" name="直接连接符 49202">
                <a:extLst>
                  <a:ext uri="{FF2B5EF4-FFF2-40B4-BE49-F238E27FC236}">
                    <a16:creationId xmlns:a16="http://schemas.microsoft.com/office/drawing/2014/main" id="{2130B184-9CA3-ADD4-028D-C7133D84E49C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4" name="直接连接符 49203">
                <a:extLst>
                  <a:ext uri="{FF2B5EF4-FFF2-40B4-BE49-F238E27FC236}">
                    <a16:creationId xmlns:a16="http://schemas.microsoft.com/office/drawing/2014/main" id="{F922A18B-EF98-0139-9E4C-5C2F6B0D2664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5" name="直接连接符 49204">
                <a:extLst>
                  <a:ext uri="{FF2B5EF4-FFF2-40B4-BE49-F238E27FC236}">
                    <a16:creationId xmlns:a16="http://schemas.microsoft.com/office/drawing/2014/main" id="{9D0EEDD7-A4B6-1E38-7078-659C1773C57C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6" name="直接连接符 49205">
                <a:extLst>
                  <a:ext uri="{FF2B5EF4-FFF2-40B4-BE49-F238E27FC236}">
                    <a16:creationId xmlns:a16="http://schemas.microsoft.com/office/drawing/2014/main" id="{E7EB0F48-3DC5-F941-A708-11A0719B247A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7" name="直接连接符 49206">
                <a:extLst>
                  <a:ext uri="{FF2B5EF4-FFF2-40B4-BE49-F238E27FC236}">
                    <a16:creationId xmlns:a16="http://schemas.microsoft.com/office/drawing/2014/main" id="{F8207E50-BFFB-9EE9-872A-BEAEBD0C2E5B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8" name="直接连接符 49207">
                <a:extLst>
                  <a:ext uri="{FF2B5EF4-FFF2-40B4-BE49-F238E27FC236}">
                    <a16:creationId xmlns:a16="http://schemas.microsoft.com/office/drawing/2014/main" id="{D687F413-B8D9-9F4C-24A9-88A7D9F859D1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9" name="直接连接符 49208">
                <a:extLst>
                  <a:ext uri="{FF2B5EF4-FFF2-40B4-BE49-F238E27FC236}">
                    <a16:creationId xmlns:a16="http://schemas.microsoft.com/office/drawing/2014/main" id="{33E1D5A7-D917-15AC-E8E2-82D709510EF8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0" name="直接连接符 49209">
                <a:extLst>
                  <a:ext uri="{FF2B5EF4-FFF2-40B4-BE49-F238E27FC236}">
                    <a16:creationId xmlns:a16="http://schemas.microsoft.com/office/drawing/2014/main" id="{2FA9A2E8-0448-B2C0-C62A-24CCAAC83E46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1" name="直接连接符 49210">
                <a:extLst>
                  <a:ext uri="{FF2B5EF4-FFF2-40B4-BE49-F238E27FC236}">
                    <a16:creationId xmlns:a16="http://schemas.microsoft.com/office/drawing/2014/main" id="{33C0D4BB-99BE-0F2F-850A-8E8FE4BA8C60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2" name="直接连接符 49211">
                <a:extLst>
                  <a:ext uri="{FF2B5EF4-FFF2-40B4-BE49-F238E27FC236}">
                    <a16:creationId xmlns:a16="http://schemas.microsoft.com/office/drawing/2014/main" id="{FA597D28-D89D-68F0-67D1-88E69F1CFC31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3" name="直接连接符 49212">
                <a:extLst>
                  <a:ext uri="{FF2B5EF4-FFF2-40B4-BE49-F238E27FC236}">
                    <a16:creationId xmlns:a16="http://schemas.microsoft.com/office/drawing/2014/main" id="{E917E46B-FBA8-54A5-1487-F319337A59C1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4" name="直接连接符 49213">
                <a:extLst>
                  <a:ext uri="{FF2B5EF4-FFF2-40B4-BE49-F238E27FC236}">
                    <a16:creationId xmlns:a16="http://schemas.microsoft.com/office/drawing/2014/main" id="{FF8C7A34-8152-8CE7-4DB3-07EAB82575DD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5" name="直接连接符 49214">
                <a:extLst>
                  <a:ext uri="{FF2B5EF4-FFF2-40B4-BE49-F238E27FC236}">
                    <a16:creationId xmlns:a16="http://schemas.microsoft.com/office/drawing/2014/main" id="{26E78C79-0256-6209-701D-490BC6942765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6" name="直接连接符 49215">
                <a:extLst>
                  <a:ext uri="{FF2B5EF4-FFF2-40B4-BE49-F238E27FC236}">
                    <a16:creationId xmlns:a16="http://schemas.microsoft.com/office/drawing/2014/main" id="{DC5801C3-C8A4-A985-2262-C07430F16348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7" name="直接连接符 49216">
                <a:extLst>
                  <a:ext uri="{FF2B5EF4-FFF2-40B4-BE49-F238E27FC236}">
                    <a16:creationId xmlns:a16="http://schemas.microsoft.com/office/drawing/2014/main" id="{0A269F95-E100-6D09-F2B6-9A301D098DE2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8" name="直接连接符 49217">
                <a:extLst>
                  <a:ext uri="{FF2B5EF4-FFF2-40B4-BE49-F238E27FC236}">
                    <a16:creationId xmlns:a16="http://schemas.microsoft.com/office/drawing/2014/main" id="{0ABA99A8-9154-E557-0D6F-98BF16AA663C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9" name="直接连接符 49218">
                <a:extLst>
                  <a:ext uri="{FF2B5EF4-FFF2-40B4-BE49-F238E27FC236}">
                    <a16:creationId xmlns:a16="http://schemas.microsoft.com/office/drawing/2014/main" id="{9DCEADD1-85C7-1CA5-01AC-5852C93DF468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0" name="直接连接符 49219">
                <a:extLst>
                  <a:ext uri="{FF2B5EF4-FFF2-40B4-BE49-F238E27FC236}">
                    <a16:creationId xmlns:a16="http://schemas.microsoft.com/office/drawing/2014/main" id="{D6AD0922-6E13-6DDC-CE1B-221EA3A0797A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1" name="直接连接符 49220">
                <a:extLst>
                  <a:ext uri="{FF2B5EF4-FFF2-40B4-BE49-F238E27FC236}">
                    <a16:creationId xmlns:a16="http://schemas.microsoft.com/office/drawing/2014/main" id="{547FD3A3-D95E-25B2-4F21-D589A07DF6CA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2" name="直接连接符 49221">
                <a:extLst>
                  <a:ext uri="{FF2B5EF4-FFF2-40B4-BE49-F238E27FC236}">
                    <a16:creationId xmlns:a16="http://schemas.microsoft.com/office/drawing/2014/main" id="{61BF0338-4E24-DF62-7288-B2EF2D3CD590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3" name="直接连接符 49222">
                <a:extLst>
                  <a:ext uri="{FF2B5EF4-FFF2-40B4-BE49-F238E27FC236}">
                    <a16:creationId xmlns:a16="http://schemas.microsoft.com/office/drawing/2014/main" id="{F765C671-F6C9-91CE-A835-C76B8354CB4D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4" name="直接连接符 49223">
                <a:extLst>
                  <a:ext uri="{FF2B5EF4-FFF2-40B4-BE49-F238E27FC236}">
                    <a16:creationId xmlns:a16="http://schemas.microsoft.com/office/drawing/2014/main" id="{007777B2-5DEF-ABE4-699B-6A06616BAB0D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5" name="直接连接符 49224">
                <a:extLst>
                  <a:ext uri="{FF2B5EF4-FFF2-40B4-BE49-F238E27FC236}">
                    <a16:creationId xmlns:a16="http://schemas.microsoft.com/office/drawing/2014/main" id="{F8119405-48F2-E1A2-F960-DD1D9D970D01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6" name="直接连接符 49225">
                <a:extLst>
                  <a:ext uri="{FF2B5EF4-FFF2-40B4-BE49-F238E27FC236}">
                    <a16:creationId xmlns:a16="http://schemas.microsoft.com/office/drawing/2014/main" id="{90F664E1-046E-6E7B-650A-51383B276057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7" name="直接连接符 49226">
                <a:extLst>
                  <a:ext uri="{FF2B5EF4-FFF2-40B4-BE49-F238E27FC236}">
                    <a16:creationId xmlns:a16="http://schemas.microsoft.com/office/drawing/2014/main" id="{92CF6C71-6C8B-108C-CD0A-52F7E67F5893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154D1E9-328E-BCA9-819F-7162B593EFC8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0BAFC1EA-FCAC-2B8A-1118-10D57C4CFD20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C1EB87B8-73E3-2201-3E71-634D764C1AF8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218B8E89-1E40-67F7-ABE1-FA08CC5061BD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2626575C-5C17-08BF-BCB7-023F69F2A9AE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989697A5-161A-4C5D-65A5-E4C5F9F0A66C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5B326E97-80D5-39B8-8760-46480B9CB64B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90216708-C8AC-DB51-0682-C5A3119CA6CB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5D8CF663-66C0-9B3A-81BB-4A55792DBA05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9C22A6D9-1B69-2F07-EE5C-AA1D56FD7D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59367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4BE17-8EB3-354C-ECAB-4B63A1E6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>
            <a:extLst>
              <a:ext uri="{FF2B5EF4-FFF2-40B4-BE49-F238E27FC236}">
                <a16:creationId xmlns:a16="http://schemas.microsoft.com/office/drawing/2014/main" id="{A2E6DE04-DBB9-C91D-BA91-47661F0D1B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DAG</a:t>
            </a:r>
          </a:p>
        </p:txBody>
      </p:sp>
      <p:sp>
        <p:nvSpPr>
          <p:cNvPr id="49154" name="灯片编号占位符 5">
            <a:extLst>
              <a:ext uri="{FF2B5EF4-FFF2-40B4-BE49-F238E27FC236}">
                <a16:creationId xmlns:a16="http://schemas.microsoft.com/office/drawing/2014/main" id="{80FAE886-BC9C-6A0E-E6A8-8C712EC5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B73F72-ADE9-4B4B-80BD-665A107C4CC8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kumimoji="0" lang="en-US" altLang="zh-CN" sz="1400"/>
          </a:p>
        </p:txBody>
      </p:sp>
      <p:sp>
        <p:nvSpPr>
          <p:cNvPr id="49159" name="Text Box 7">
            <a:extLst>
              <a:ext uri="{FF2B5EF4-FFF2-40B4-BE49-F238E27FC236}">
                <a16:creationId xmlns:a16="http://schemas.microsoft.com/office/drawing/2014/main" id="{91471800-5809-3E52-E97C-0664CB4CD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70" y="1498581"/>
            <a:ext cx="739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/>
              <a:t>定理</a:t>
            </a:r>
            <a:r>
              <a:rPr lang="zh-CN" altLang="en-US" sz="2800" dirty="0"/>
              <a:t> 如果</a:t>
            </a:r>
            <a:r>
              <a:rPr lang="en-US" altLang="zh-CN" sz="2800" dirty="0"/>
              <a:t>G</a:t>
            </a:r>
            <a:r>
              <a:rPr lang="zh-CN" altLang="en-US" sz="2800" dirty="0"/>
              <a:t>是一个</a:t>
            </a:r>
            <a:r>
              <a:rPr lang="en-US" altLang="zh-CN" sz="2800" dirty="0"/>
              <a:t>DAG, </a:t>
            </a:r>
            <a:r>
              <a:rPr lang="zh-CN" altLang="en-US" sz="2800" dirty="0"/>
              <a:t>那么</a:t>
            </a:r>
            <a:r>
              <a:rPr lang="en-US" altLang="zh-CN" sz="2800" dirty="0"/>
              <a:t>G</a:t>
            </a:r>
            <a:r>
              <a:rPr lang="zh-CN" altLang="en-US" sz="2800" dirty="0"/>
              <a:t>有一个拓扑排序。</a:t>
            </a:r>
          </a:p>
        </p:txBody>
      </p:sp>
      <p:sp>
        <p:nvSpPr>
          <p:cNvPr id="49160" name="Text Box 8">
            <a:extLst>
              <a:ext uri="{FF2B5EF4-FFF2-40B4-BE49-F238E27FC236}">
                <a16:creationId xmlns:a16="http://schemas.microsoft.com/office/drawing/2014/main" id="{21FDC8A0-39E1-6CD6-4878-149D8E061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30" y="2111769"/>
            <a:ext cx="796504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/>
              <a:t>归纳证明：</a:t>
            </a:r>
            <a:endParaRPr lang="en-US" altLang="zh-CN" sz="2800" b="1" dirty="0"/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dirty="0"/>
              <a:t>当图中仅有一个结点时，该结点本身就是一个拓补排序。结论成立。</a:t>
            </a:r>
            <a:endParaRPr lang="en-US" altLang="zh-CN" sz="2800" dirty="0"/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/>
              <a:t>假设</a:t>
            </a:r>
            <a:r>
              <a:rPr lang="zh-CN" altLang="en-US" sz="2800" dirty="0"/>
              <a:t>对于所有结点数小于 </a:t>
            </a:r>
            <a:r>
              <a:rPr lang="en-US" altLang="zh-CN" sz="2800" dirty="0"/>
              <a:t>n </a:t>
            </a:r>
            <a:r>
              <a:rPr lang="zh-CN" altLang="en-US" sz="2800" dirty="0"/>
              <a:t>的 </a:t>
            </a:r>
            <a:r>
              <a:rPr lang="en-US" altLang="zh-CN" sz="2800" dirty="0"/>
              <a:t>DAG</a:t>
            </a:r>
            <a:r>
              <a:rPr lang="zh-CN" altLang="en-US" sz="2800" dirty="0"/>
              <a:t>，均存在拓补排序。</a:t>
            </a:r>
            <a:endParaRPr lang="en-US" altLang="zh-CN" sz="2800" dirty="0"/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dirty="0"/>
              <a:t>考虑一个有 </a:t>
            </a:r>
            <a:r>
              <a:rPr lang="en-US" altLang="zh-CN" sz="2800" dirty="0"/>
              <a:t>n </a:t>
            </a:r>
            <a:r>
              <a:rPr lang="zh-CN" altLang="en-US" sz="2800" dirty="0"/>
              <a:t>个结点的 </a:t>
            </a:r>
            <a:r>
              <a:rPr lang="en-US" altLang="zh-CN" sz="2800" dirty="0"/>
              <a:t>DAG G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457200" indent="-457200" eaLnBrk="1" hangingPunct="1">
              <a:spcBef>
                <a:spcPct val="50000"/>
              </a:spcBef>
              <a:buClrTx/>
              <a:buSzTx/>
              <a:buFont typeface="+mj-ea"/>
              <a:buAutoNum type="circleNumDbPlain"/>
            </a:pPr>
            <a:r>
              <a:rPr lang="zh-CN" altLang="en-US" sz="2800" b="1" dirty="0"/>
              <a:t>寻找入度为零的结点</a:t>
            </a:r>
            <a:r>
              <a:rPr lang="zh-CN" altLang="en-US" sz="2800" dirty="0"/>
              <a:t>：根据之前的结论，每个 </a:t>
            </a:r>
            <a:r>
              <a:rPr lang="en-US" altLang="zh-CN" sz="2800" dirty="0"/>
              <a:t>DAG </a:t>
            </a:r>
            <a:r>
              <a:rPr lang="zh-CN" altLang="en-US" sz="2800" dirty="0"/>
              <a:t>中至少存在一个入度为零的结点 </a:t>
            </a:r>
            <a:r>
              <a:rPr lang="en-US" altLang="zh-CN" sz="2800" dirty="0"/>
              <a:t>u</a:t>
            </a:r>
            <a:r>
              <a:rPr lang="zh-CN" altLang="en-US" sz="2800" dirty="0"/>
              <a:t>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E81AD39-07CA-CDC3-5E46-A5FE8ED79396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5D17BE5-F2D8-C08F-42C9-EE7E039E44CB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81B15ACB-3BC7-8A1B-736A-33354CC39F25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CDF8831-ABEE-1422-46AB-F676A1FB8E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5901445-6B8A-0F49-E565-5EC64D1B628E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1D5D186-5DDB-C0F5-819B-191650B3FC45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3421013-A1B1-32FC-9E88-6509670B5717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105120A5-7873-2037-BD30-D9FF20B473A8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10CD5E99-17C6-1AE2-E383-583B4DC9A15F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A59A1057-850F-FC02-8620-C2345C93E943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128FB7E0-8503-5C8E-9DB0-1F558089A8AA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38560FEF-0B4C-178E-124E-B4112F00F69B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6E38195D-B398-5B33-E5AC-7A3851583810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B01EC1C6-EED6-F932-81A3-F3D51ED70FFE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5250ADB7-413B-AFC4-5A03-05266F775CB9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5F64FFEE-93D4-7152-E02D-3B0F972684DB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8892C921-6F8D-CA2D-E73D-518D5A600EF9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BC6A3BC6-26F0-87BE-FDF1-1029E6DC373D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39206E3B-ABF8-361D-EF92-99BE664285AA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724ED3E2-9E94-5505-117D-8DD632C95CFD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E54F9E08-C12E-41C0-B87B-22B7B0F04E3F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83C65BAF-6D14-5140-A013-BEAB3D982660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A2A0E6BA-F03E-073E-C555-86A4036E8AB4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6042796E-FC82-9FBB-B8D8-78F0B8227842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6D31BA8C-DA10-0818-D9D6-E9F37138D2E4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46CC642A-95F7-7E53-A59C-8E7E41DDE3A0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908EA94A-3309-0AC6-312B-C0C1F4EFB712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70E1873A-E25C-AE9E-ADB9-88FEAD9C1C71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829D449C-E03C-FF5F-7D3F-8249AAEA0AD5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35EE1287-BAA5-F73C-9461-F28B5F53AB20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74FF78CC-BD71-343E-BDE0-0FFC4B6CACFE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00706FFB-47E5-326E-7261-D82A7C9F25E1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9F3AC06D-8FF2-FC8C-1EE9-9A3D5FBB78A8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37931772-5918-BD48-2933-B6181167D96B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D3BA347B-2742-AFC9-8A32-308A85805EED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5E2B4B0C-5CF7-EF3A-BCAF-D9E4396B0C92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5703355D-0EB9-262A-1C31-BCC2EDD496F8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FC997181-0CF5-FDA1-DD88-DEE3138E2B4B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714DD436-AF3F-8B62-3901-E1633DD849D3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F7ABA473-1639-1FCD-83E6-50BF249C07DC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692EC968-FBB5-A45E-E799-B5023EDE78D0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117A8084-EB64-6921-6F4E-7A2779A85C29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C8BCE424-A1D7-CF3A-3779-274157360C90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6E27F3DA-1572-27AF-49DC-EF005A6182CB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21959BF5-6696-D4B1-3CF4-B76707E7795D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52547152-535C-3A44-7388-AE890FDA7E0A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8DED4B64-D564-B5E8-D997-056CBEBD587F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7BA5BCF6-EC50-87BF-48E6-B336A2F738DE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0040AE8B-52ED-57AD-4F7D-A18613A0F0BE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FED02A59-A448-E47D-C011-69960E56FF42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CEF32426-9298-1421-2438-1339DF2A59D1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E023D2FB-D40C-2651-6C08-B3CEBBF981FF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52" name="直接连接符 49151">
                <a:extLst>
                  <a:ext uri="{FF2B5EF4-FFF2-40B4-BE49-F238E27FC236}">
                    <a16:creationId xmlns:a16="http://schemas.microsoft.com/office/drawing/2014/main" id="{884B06A4-A7D9-CC9C-B70A-69E5616BF32F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53" name="直接连接符 49152">
                <a:extLst>
                  <a:ext uri="{FF2B5EF4-FFF2-40B4-BE49-F238E27FC236}">
                    <a16:creationId xmlns:a16="http://schemas.microsoft.com/office/drawing/2014/main" id="{CB8F217F-909D-EC9E-FA68-9A37597F7345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1" name="直接连接符 49160">
                <a:extLst>
                  <a:ext uri="{FF2B5EF4-FFF2-40B4-BE49-F238E27FC236}">
                    <a16:creationId xmlns:a16="http://schemas.microsoft.com/office/drawing/2014/main" id="{A4D7B189-A3F2-268A-4D9F-8B64C04A83A1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2" name="直接连接符 49161">
                <a:extLst>
                  <a:ext uri="{FF2B5EF4-FFF2-40B4-BE49-F238E27FC236}">
                    <a16:creationId xmlns:a16="http://schemas.microsoft.com/office/drawing/2014/main" id="{4753C3FB-C038-10BC-78EF-AE6F7C25F6CE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3" name="直接连接符 49162">
                <a:extLst>
                  <a:ext uri="{FF2B5EF4-FFF2-40B4-BE49-F238E27FC236}">
                    <a16:creationId xmlns:a16="http://schemas.microsoft.com/office/drawing/2014/main" id="{8F52C36A-3983-FC05-3E95-010DF06EB133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4" name="直接连接符 49163">
                <a:extLst>
                  <a:ext uri="{FF2B5EF4-FFF2-40B4-BE49-F238E27FC236}">
                    <a16:creationId xmlns:a16="http://schemas.microsoft.com/office/drawing/2014/main" id="{A5E1700F-5ED4-9E9C-4A88-64DDEDE4020E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5" name="直接连接符 49164">
                <a:extLst>
                  <a:ext uri="{FF2B5EF4-FFF2-40B4-BE49-F238E27FC236}">
                    <a16:creationId xmlns:a16="http://schemas.microsoft.com/office/drawing/2014/main" id="{EB2096A5-76F7-66C3-E64F-FDF98BD11BAF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6" name="直接连接符 49165">
                <a:extLst>
                  <a:ext uri="{FF2B5EF4-FFF2-40B4-BE49-F238E27FC236}">
                    <a16:creationId xmlns:a16="http://schemas.microsoft.com/office/drawing/2014/main" id="{B26DEC73-A254-11AD-7692-9A627C031B95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7" name="直接连接符 49166">
                <a:extLst>
                  <a:ext uri="{FF2B5EF4-FFF2-40B4-BE49-F238E27FC236}">
                    <a16:creationId xmlns:a16="http://schemas.microsoft.com/office/drawing/2014/main" id="{043550BC-B067-C0F0-DC63-56175B2D305A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8" name="直接连接符 49167">
                <a:extLst>
                  <a:ext uri="{FF2B5EF4-FFF2-40B4-BE49-F238E27FC236}">
                    <a16:creationId xmlns:a16="http://schemas.microsoft.com/office/drawing/2014/main" id="{6CB498FB-1B5C-ACE3-8DB1-56BBFB85902C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9" name="直接连接符 49168">
                <a:extLst>
                  <a:ext uri="{FF2B5EF4-FFF2-40B4-BE49-F238E27FC236}">
                    <a16:creationId xmlns:a16="http://schemas.microsoft.com/office/drawing/2014/main" id="{76472173-A410-FB72-F555-FEB7E81A69AD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0" name="直接连接符 49169">
                <a:extLst>
                  <a:ext uri="{FF2B5EF4-FFF2-40B4-BE49-F238E27FC236}">
                    <a16:creationId xmlns:a16="http://schemas.microsoft.com/office/drawing/2014/main" id="{3A22AF17-B282-9AAB-CAE7-672D765468DA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1" name="直接连接符 49170">
                <a:extLst>
                  <a:ext uri="{FF2B5EF4-FFF2-40B4-BE49-F238E27FC236}">
                    <a16:creationId xmlns:a16="http://schemas.microsoft.com/office/drawing/2014/main" id="{E27ED040-2A68-6BE4-637B-06212BA99E44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2" name="直接连接符 49171">
                <a:extLst>
                  <a:ext uri="{FF2B5EF4-FFF2-40B4-BE49-F238E27FC236}">
                    <a16:creationId xmlns:a16="http://schemas.microsoft.com/office/drawing/2014/main" id="{888970E0-D2D9-8F16-FBE3-A032D2BCEBD1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3" name="直接连接符 49172">
                <a:extLst>
                  <a:ext uri="{FF2B5EF4-FFF2-40B4-BE49-F238E27FC236}">
                    <a16:creationId xmlns:a16="http://schemas.microsoft.com/office/drawing/2014/main" id="{6D375524-94B1-66CE-4D87-4F129A546D1B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4" name="直接连接符 49173">
                <a:extLst>
                  <a:ext uri="{FF2B5EF4-FFF2-40B4-BE49-F238E27FC236}">
                    <a16:creationId xmlns:a16="http://schemas.microsoft.com/office/drawing/2014/main" id="{0C9A9E3D-C319-97CE-17BA-5EE32FF921B9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5" name="直接连接符 49174">
                <a:extLst>
                  <a:ext uri="{FF2B5EF4-FFF2-40B4-BE49-F238E27FC236}">
                    <a16:creationId xmlns:a16="http://schemas.microsoft.com/office/drawing/2014/main" id="{5180203F-BF35-EB8D-268D-8950FE59616C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6" name="直接连接符 49175">
                <a:extLst>
                  <a:ext uri="{FF2B5EF4-FFF2-40B4-BE49-F238E27FC236}">
                    <a16:creationId xmlns:a16="http://schemas.microsoft.com/office/drawing/2014/main" id="{8B99E268-6DF9-593B-8696-EF50ED9DE4EC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7" name="直接连接符 49176">
                <a:extLst>
                  <a:ext uri="{FF2B5EF4-FFF2-40B4-BE49-F238E27FC236}">
                    <a16:creationId xmlns:a16="http://schemas.microsoft.com/office/drawing/2014/main" id="{994D46D2-9778-7673-CA66-F7C8C638CA88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8" name="直接连接符 49177">
                <a:extLst>
                  <a:ext uri="{FF2B5EF4-FFF2-40B4-BE49-F238E27FC236}">
                    <a16:creationId xmlns:a16="http://schemas.microsoft.com/office/drawing/2014/main" id="{75F746D8-586B-9DE3-9849-19D6A0E41FB9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9" name="直接连接符 49178">
                <a:extLst>
                  <a:ext uri="{FF2B5EF4-FFF2-40B4-BE49-F238E27FC236}">
                    <a16:creationId xmlns:a16="http://schemas.microsoft.com/office/drawing/2014/main" id="{A72F366F-F13D-DFD4-656D-9C5FA871A798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0" name="直接连接符 49179">
                <a:extLst>
                  <a:ext uri="{FF2B5EF4-FFF2-40B4-BE49-F238E27FC236}">
                    <a16:creationId xmlns:a16="http://schemas.microsoft.com/office/drawing/2014/main" id="{12182AFA-E761-DB9A-F46C-04504914C127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1" name="直接连接符 49180">
                <a:extLst>
                  <a:ext uri="{FF2B5EF4-FFF2-40B4-BE49-F238E27FC236}">
                    <a16:creationId xmlns:a16="http://schemas.microsoft.com/office/drawing/2014/main" id="{32F8F47F-AE44-0805-A28D-AC57E808C5D2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2" name="直接连接符 49181">
                <a:extLst>
                  <a:ext uri="{FF2B5EF4-FFF2-40B4-BE49-F238E27FC236}">
                    <a16:creationId xmlns:a16="http://schemas.microsoft.com/office/drawing/2014/main" id="{CE7B3FA9-B303-C2D1-4315-8135D7A2368A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3" name="直接连接符 49182">
                <a:extLst>
                  <a:ext uri="{FF2B5EF4-FFF2-40B4-BE49-F238E27FC236}">
                    <a16:creationId xmlns:a16="http://schemas.microsoft.com/office/drawing/2014/main" id="{E63F2B73-5144-608D-A05A-29C253D0E63F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4" name="直接连接符 49183">
                <a:extLst>
                  <a:ext uri="{FF2B5EF4-FFF2-40B4-BE49-F238E27FC236}">
                    <a16:creationId xmlns:a16="http://schemas.microsoft.com/office/drawing/2014/main" id="{6E7173A4-2951-755B-1EF3-5BFDDA626A3D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5" name="直接连接符 49184">
                <a:extLst>
                  <a:ext uri="{FF2B5EF4-FFF2-40B4-BE49-F238E27FC236}">
                    <a16:creationId xmlns:a16="http://schemas.microsoft.com/office/drawing/2014/main" id="{7C8B33BD-B1E3-117C-EEEA-C8CD862273C4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6" name="直接连接符 49185">
                <a:extLst>
                  <a:ext uri="{FF2B5EF4-FFF2-40B4-BE49-F238E27FC236}">
                    <a16:creationId xmlns:a16="http://schemas.microsoft.com/office/drawing/2014/main" id="{80BF5A39-87B7-AF96-3048-D7F68C4057BC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7" name="直接连接符 49186">
                <a:extLst>
                  <a:ext uri="{FF2B5EF4-FFF2-40B4-BE49-F238E27FC236}">
                    <a16:creationId xmlns:a16="http://schemas.microsoft.com/office/drawing/2014/main" id="{5AD03672-3648-C72B-7643-9CF577D07621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8" name="直接连接符 49187">
                <a:extLst>
                  <a:ext uri="{FF2B5EF4-FFF2-40B4-BE49-F238E27FC236}">
                    <a16:creationId xmlns:a16="http://schemas.microsoft.com/office/drawing/2014/main" id="{EED1493E-D1E8-A070-5798-F5640255328F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9" name="直接连接符 49188">
                <a:extLst>
                  <a:ext uri="{FF2B5EF4-FFF2-40B4-BE49-F238E27FC236}">
                    <a16:creationId xmlns:a16="http://schemas.microsoft.com/office/drawing/2014/main" id="{A9E01267-069A-2FDC-4DAB-62E5C6ADDE71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0" name="直接连接符 49189">
                <a:extLst>
                  <a:ext uri="{FF2B5EF4-FFF2-40B4-BE49-F238E27FC236}">
                    <a16:creationId xmlns:a16="http://schemas.microsoft.com/office/drawing/2014/main" id="{AC6A2AF3-051B-E2E8-A581-07E97937E4B0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1" name="直接连接符 49190">
                <a:extLst>
                  <a:ext uri="{FF2B5EF4-FFF2-40B4-BE49-F238E27FC236}">
                    <a16:creationId xmlns:a16="http://schemas.microsoft.com/office/drawing/2014/main" id="{6BE1D7DE-D7D3-FFCC-BA4E-D679425820EE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2" name="直接连接符 49191">
                <a:extLst>
                  <a:ext uri="{FF2B5EF4-FFF2-40B4-BE49-F238E27FC236}">
                    <a16:creationId xmlns:a16="http://schemas.microsoft.com/office/drawing/2014/main" id="{98BB7DF3-04E2-E36D-C65F-61088E8D9F44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3" name="直接连接符 49192">
                <a:extLst>
                  <a:ext uri="{FF2B5EF4-FFF2-40B4-BE49-F238E27FC236}">
                    <a16:creationId xmlns:a16="http://schemas.microsoft.com/office/drawing/2014/main" id="{9A4BF5E1-A16E-DBCB-26A9-F441D5F9B6DC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4" name="直接连接符 49193">
                <a:extLst>
                  <a:ext uri="{FF2B5EF4-FFF2-40B4-BE49-F238E27FC236}">
                    <a16:creationId xmlns:a16="http://schemas.microsoft.com/office/drawing/2014/main" id="{18A935E0-6762-1F56-5A9D-355467294912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5" name="直接连接符 49194">
                <a:extLst>
                  <a:ext uri="{FF2B5EF4-FFF2-40B4-BE49-F238E27FC236}">
                    <a16:creationId xmlns:a16="http://schemas.microsoft.com/office/drawing/2014/main" id="{1EB53619-585C-55E4-6774-A82F288D6BD6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6" name="直接连接符 49195">
                <a:extLst>
                  <a:ext uri="{FF2B5EF4-FFF2-40B4-BE49-F238E27FC236}">
                    <a16:creationId xmlns:a16="http://schemas.microsoft.com/office/drawing/2014/main" id="{39295399-4C68-F881-AB06-61ACA1B39F2F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7" name="直接连接符 49196">
                <a:extLst>
                  <a:ext uri="{FF2B5EF4-FFF2-40B4-BE49-F238E27FC236}">
                    <a16:creationId xmlns:a16="http://schemas.microsoft.com/office/drawing/2014/main" id="{E81DB8AB-FE68-895A-64C5-0C82367CE9DD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8" name="直接连接符 49197">
                <a:extLst>
                  <a:ext uri="{FF2B5EF4-FFF2-40B4-BE49-F238E27FC236}">
                    <a16:creationId xmlns:a16="http://schemas.microsoft.com/office/drawing/2014/main" id="{7A4F18D2-C039-BA9F-0429-57A416EEB88A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9" name="直接连接符 49198">
                <a:extLst>
                  <a:ext uri="{FF2B5EF4-FFF2-40B4-BE49-F238E27FC236}">
                    <a16:creationId xmlns:a16="http://schemas.microsoft.com/office/drawing/2014/main" id="{E71A3559-9C68-8783-7E76-CF574F60026D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0" name="直接连接符 49199">
                <a:extLst>
                  <a:ext uri="{FF2B5EF4-FFF2-40B4-BE49-F238E27FC236}">
                    <a16:creationId xmlns:a16="http://schemas.microsoft.com/office/drawing/2014/main" id="{92F1AC10-5123-0E3F-5D25-CEA88F2FFBAB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1" name="直接连接符 49200">
                <a:extLst>
                  <a:ext uri="{FF2B5EF4-FFF2-40B4-BE49-F238E27FC236}">
                    <a16:creationId xmlns:a16="http://schemas.microsoft.com/office/drawing/2014/main" id="{42977DA5-FB19-F1E4-1B36-553D077749FD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2" name="直接连接符 49201">
                <a:extLst>
                  <a:ext uri="{FF2B5EF4-FFF2-40B4-BE49-F238E27FC236}">
                    <a16:creationId xmlns:a16="http://schemas.microsoft.com/office/drawing/2014/main" id="{B29EAB05-59D9-F751-BCA9-02C23E0E2616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3" name="直接连接符 49202">
                <a:extLst>
                  <a:ext uri="{FF2B5EF4-FFF2-40B4-BE49-F238E27FC236}">
                    <a16:creationId xmlns:a16="http://schemas.microsoft.com/office/drawing/2014/main" id="{ABF6CA5E-813B-879E-BB73-16E546167F62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4" name="直接连接符 49203">
                <a:extLst>
                  <a:ext uri="{FF2B5EF4-FFF2-40B4-BE49-F238E27FC236}">
                    <a16:creationId xmlns:a16="http://schemas.microsoft.com/office/drawing/2014/main" id="{DA3F328D-B066-A217-7489-1390787B9A26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5" name="直接连接符 49204">
                <a:extLst>
                  <a:ext uri="{FF2B5EF4-FFF2-40B4-BE49-F238E27FC236}">
                    <a16:creationId xmlns:a16="http://schemas.microsoft.com/office/drawing/2014/main" id="{93209704-C8A4-BB2B-9CE7-1AF6DF6D2DF9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6" name="直接连接符 49205">
                <a:extLst>
                  <a:ext uri="{FF2B5EF4-FFF2-40B4-BE49-F238E27FC236}">
                    <a16:creationId xmlns:a16="http://schemas.microsoft.com/office/drawing/2014/main" id="{C77DAC86-5B1F-9A7B-F82F-CF566240D38B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7" name="直接连接符 49206">
                <a:extLst>
                  <a:ext uri="{FF2B5EF4-FFF2-40B4-BE49-F238E27FC236}">
                    <a16:creationId xmlns:a16="http://schemas.microsoft.com/office/drawing/2014/main" id="{0A6C9530-0E76-79AD-7B6A-EE15ED57C345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8" name="直接连接符 49207">
                <a:extLst>
                  <a:ext uri="{FF2B5EF4-FFF2-40B4-BE49-F238E27FC236}">
                    <a16:creationId xmlns:a16="http://schemas.microsoft.com/office/drawing/2014/main" id="{F060D72C-56E9-466C-32FF-08A0DF27CD2B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9" name="直接连接符 49208">
                <a:extLst>
                  <a:ext uri="{FF2B5EF4-FFF2-40B4-BE49-F238E27FC236}">
                    <a16:creationId xmlns:a16="http://schemas.microsoft.com/office/drawing/2014/main" id="{2C250F65-FFE8-4DFB-CA41-7D8036FC65D8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0" name="直接连接符 49209">
                <a:extLst>
                  <a:ext uri="{FF2B5EF4-FFF2-40B4-BE49-F238E27FC236}">
                    <a16:creationId xmlns:a16="http://schemas.microsoft.com/office/drawing/2014/main" id="{903D6F1E-3E1D-AEB5-C39A-74C9534E0EF0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1" name="直接连接符 49210">
                <a:extLst>
                  <a:ext uri="{FF2B5EF4-FFF2-40B4-BE49-F238E27FC236}">
                    <a16:creationId xmlns:a16="http://schemas.microsoft.com/office/drawing/2014/main" id="{97C5F45F-A2CB-3B4E-180D-C11F3EA2DE2B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2" name="直接连接符 49211">
                <a:extLst>
                  <a:ext uri="{FF2B5EF4-FFF2-40B4-BE49-F238E27FC236}">
                    <a16:creationId xmlns:a16="http://schemas.microsoft.com/office/drawing/2014/main" id="{FEC31CB7-ABF5-AED0-5345-48177657E2DE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3" name="直接连接符 49212">
                <a:extLst>
                  <a:ext uri="{FF2B5EF4-FFF2-40B4-BE49-F238E27FC236}">
                    <a16:creationId xmlns:a16="http://schemas.microsoft.com/office/drawing/2014/main" id="{9CB39BB9-024E-B2AF-E77A-EF638FCC7E66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4" name="直接连接符 49213">
                <a:extLst>
                  <a:ext uri="{FF2B5EF4-FFF2-40B4-BE49-F238E27FC236}">
                    <a16:creationId xmlns:a16="http://schemas.microsoft.com/office/drawing/2014/main" id="{A7E3131F-C126-23D0-F38C-03540896EE17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5" name="直接连接符 49214">
                <a:extLst>
                  <a:ext uri="{FF2B5EF4-FFF2-40B4-BE49-F238E27FC236}">
                    <a16:creationId xmlns:a16="http://schemas.microsoft.com/office/drawing/2014/main" id="{49B177DA-B204-06A4-338E-6AB5571F16EC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6" name="直接连接符 49215">
                <a:extLst>
                  <a:ext uri="{FF2B5EF4-FFF2-40B4-BE49-F238E27FC236}">
                    <a16:creationId xmlns:a16="http://schemas.microsoft.com/office/drawing/2014/main" id="{41E027A6-25CE-3CE0-E4C7-F1FAF345DB15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7" name="直接连接符 49216">
                <a:extLst>
                  <a:ext uri="{FF2B5EF4-FFF2-40B4-BE49-F238E27FC236}">
                    <a16:creationId xmlns:a16="http://schemas.microsoft.com/office/drawing/2014/main" id="{F1FD5F3A-33D5-BDF7-4529-F37E335CE7BB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8" name="直接连接符 49217">
                <a:extLst>
                  <a:ext uri="{FF2B5EF4-FFF2-40B4-BE49-F238E27FC236}">
                    <a16:creationId xmlns:a16="http://schemas.microsoft.com/office/drawing/2014/main" id="{0F525E97-746D-30BC-1E00-AE8DA28F5B1C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9" name="直接连接符 49218">
                <a:extLst>
                  <a:ext uri="{FF2B5EF4-FFF2-40B4-BE49-F238E27FC236}">
                    <a16:creationId xmlns:a16="http://schemas.microsoft.com/office/drawing/2014/main" id="{6487BC61-365E-94E1-E7D5-B8E123C792D1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0" name="直接连接符 49219">
                <a:extLst>
                  <a:ext uri="{FF2B5EF4-FFF2-40B4-BE49-F238E27FC236}">
                    <a16:creationId xmlns:a16="http://schemas.microsoft.com/office/drawing/2014/main" id="{3056F2E2-BD4B-FB4D-68E3-863899804FA3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1" name="直接连接符 49220">
                <a:extLst>
                  <a:ext uri="{FF2B5EF4-FFF2-40B4-BE49-F238E27FC236}">
                    <a16:creationId xmlns:a16="http://schemas.microsoft.com/office/drawing/2014/main" id="{67EED270-D17C-E19B-2B25-659AC323FF27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2" name="直接连接符 49221">
                <a:extLst>
                  <a:ext uri="{FF2B5EF4-FFF2-40B4-BE49-F238E27FC236}">
                    <a16:creationId xmlns:a16="http://schemas.microsoft.com/office/drawing/2014/main" id="{277D1708-60E9-C27C-A58A-B59694891D2F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3" name="直接连接符 49222">
                <a:extLst>
                  <a:ext uri="{FF2B5EF4-FFF2-40B4-BE49-F238E27FC236}">
                    <a16:creationId xmlns:a16="http://schemas.microsoft.com/office/drawing/2014/main" id="{516F4871-9C79-E539-5108-D40A119D56C6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4" name="直接连接符 49223">
                <a:extLst>
                  <a:ext uri="{FF2B5EF4-FFF2-40B4-BE49-F238E27FC236}">
                    <a16:creationId xmlns:a16="http://schemas.microsoft.com/office/drawing/2014/main" id="{341BA796-3F1C-4906-1479-0CC5140C8441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5" name="直接连接符 49224">
                <a:extLst>
                  <a:ext uri="{FF2B5EF4-FFF2-40B4-BE49-F238E27FC236}">
                    <a16:creationId xmlns:a16="http://schemas.microsoft.com/office/drawing/2014/main" id="{9305BAF4-52D5-6DE3-AE46-446461280689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6" name="直接连接符 49225">
                <a:extLst>
                  <a:ext uri="{FF2B5EF4-FFF2-40B4-BE49-F238E27FC236}">
                    <a16:creationId xmlns:a16="http://schemas.microsoft.com/office/drawing/2014/main" id="{C58A357A-A634-7D4C-B193-F3D02F82715F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7" name="直接连接符 49226">
                <a:extLst>
                  <a:ext uri="{FF2B5EF4-FFF2-40B4-BE49-F238E27FC236}">
                    <a16:creationId xmlns:a16="http://schemas.microsoft.com/office/drawing/2014/main" id="{890CDE09-412B-0F3C-439B-5DC635220D75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6DABD8B-A7EE-E04D-36A6-C34B7464C99F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34150147-1847-7DD4-4E57-26C817048545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7B2D80C7-64B3-AC9F-D4C6-22C50E5248CA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A25DFAF5-F6DC-F9C4-094E-8DAF7D3059B2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54A9C020-483B-D60D-5190-E8BF220FD007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CAABB7DA-47E2-4AC9-9D41-26AC9581A48D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AC2E8717-59C6-07D2-A7C5-EDC7CDE58374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7D895953-B4FF-DB39-F804-B4EB9F44DC5D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0086C583-4307-6C25-D875-19D66711C145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907CCEF-07FF-D258-9605-A9CF908DCA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34367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8B4F0-1AF8-3D3C-44C9-E5C231AC7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>
            <a:extLst>
              <a:ext uri="{FF2B5EF4-FFF2-40B4-BE49-F238E27FC236}">
                <a16:creationId xmlns:a16="http://schemas.microsoft.com/office/drawing/2014/main" id="{9E02A89D-D303-F633-552B-2502B64531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DAG</a:t>
            </a:r>
          </a:p>
        </p:txBody>
      </p:sp>
      <p:sp>
        <p:nvSpPr>
          <p:cNvPr id="49154" name="灯片编号占位符 5">
            <a:extLst>
              <a:ext uri="{FF2B5EF4-FFF2-40B4-BE49-F238E27FC236}">
                <a16:creationId xmlns:a16="http://schemas.microsoft.com/office/drawing/2014/main" id="{2B8594ED-B697-42F1-F369-1CFED0D3F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B73F72-ADE9-4B4B-80BD-665A107C4CC8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kumimoji="0" lang="en-US" altLang="zh-CN" sz="1400"/>
          </a:p>
        </p:txBody>
      </p:sp>
      <p:sp>
        <p:nvSpPr>
          <p:cNvPr id="49159" name="Text Box 7">
            <a:extLst>
              <a:ext uri="{FF2B5EF4-FFF2-40B4-BE49-F238E27FC236}">
                <a16:creationId xmlns:a16="http://schemas.microsoft.com/office/drawing/2014/main" id="{18BCCC1C-F008-C392-3954-C08131900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70" y="1498581"/>
            <a:ext cx="739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/>
              <a:t>定理</a:t>
            </a:r>
            <a:r>
              <a:rPr lang="zh-CN" altLang="en-US" sz="2800" dirty="0"/>
              <a:t> 如果</a:t>
            </a:r>
            <a:r>
              <a:rPr lang="en-US" altLang="zh-CN" sz="2800" dirty="0"/>
              <a:t>G</a:t>
            </a:r>
            <a:r>
              <a:rPr lang="zh-CN" altLang="en-US" sz="2800" dirty="0"/>
              <a:t>是一个</a:t>
            </a:r>
            <a:r>
              <a:rPr lang="en-US" altLang="zh-CN" sz="2800" dirty="0"/>
              <a:t>DAG, </a:t>
            </a:r>
            <a:r>
              <a:rPr lang="zh-CN" altLang="en-US" sz="2800" dirty="0"/>
              <a:t>那么</a:t>
            </a:r>
            <a:r>
              <a:rPr lang="en-US" altLang="zh-CN" sz="2800" dirty="0"/>
              <a:t>G</a:t>
            </a:r>
            <a:r>
              <a:rPr lang="zh-CN" altLang="en-US" sz="2800" dirty="0"/>
              <a:t>有一个拓扑排序。</a:t>
            </a:r>
          </a:p>
        </p:txBody>
      </p:sp>
      <p:sp>
        <p:nvSpPr>
          <p:cNvPr id="49160" name="Text Box 8">
            <a:extLst>
              <a:ext uri="{FF2B5EF4-FFF2-40B4-BE49-F238E27FC236}">
                <a16:creationId xmlns:a16="http://schemas.microsoft.com/office/drawing/2014/main" id="{1C5CE702-37E6-6F80-4D49-72C5D4E57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70" y="2037270"/>
            <a:ext cx="7696139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/>
              <a:t>归纳证明：</a:t>
            </a:r>
            <a:endParaRPr lang="en-US" altLang="zh-CN" sz="2800" b="1" dirty="0"/>
          </a:p>
          <a:p>
            <a:pPr marL="457200" indent="-457200" eaLnBrk="1" hangingPunct="1">
              <a:spcBef>
                <a:spcPct val="50000"/>
              </a:spcBef>
              <a:buClrTx/>
              <a:buSzTx/>
              <a:buFont typeface="+mj-ea"/>
              <a:buAutoNum type="circleNumDbPlain" startAt="2"/>
            </a:pPr>
            <a:r>
              <a:rPr lang="zh-CN" altLang="en-US" sz="2800" b="1" dirty="0"/>
              <a:t>移除结点 </a:t>
            </a:r>
            <a:r>
              <a:rPr lang="en-US" altLang="zh-CN" sz="2800" b="1" dirty="0"/>
              <a:t>u </a:t>
            </a:r>
            <a:r>
              <a:rPr lang="zh-CN" altLang="en-US" sz="2800" b="1" dirty="0"/>
              <a:t>及其出边</a:t>
            </a:r>
            <a:r>
              <a:rPr lang="zh-CN" altLang="en-US" sz="2800" dirty="0"/>
              <a:t>，得到子图 </a:t>
            </a:r>
            <a:r>
              <a:rPr lang="en-US" altLang="zh-CN" sz="2800" dirty="0"/>
              <a:t>G’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457200" indent="-457200" eaLnBrk="1" hangingPunct="1">
              <a:spcBef>
                <a:spcPct val="50000"/>
              </a:spcBef>
              <a:buClrTx/>
              <a:buSzTx/>
              <a:buFont typeface="+mj-lt"/>
              <a:buAutoNum type="alphaLcPeriod"/>
            </a:pPr>
            <a:r>
              <a:rPr lang="en-US" altLang="zh-CN" sz="2800" dirty="0"/>
              <a:t>G' </a:t>
            </a:r>
            <a:r>
              <a:rPr lang="zh-CN" altLang="en-US" sz="2800" dirty="0"/>
              <a:t>仍为 </a:t>
            </a:r>
            <a:r>
              <a:rPr lang="en-US" altLang="zh-CN" sz="2800" dirty="0"/>
              <a:t>DAG</a:t>
            </a:r>
            <a:r>
              <a:rPr lang="zh-CN" altLang="en-US" sz="2800" dirty="0"/>
              <a:t>：原图无环，移除结点后不会产生新环。</a:t>
            </a:r>
            <a:endParaRPr lang="en-US" altLang="zh-CN" sz="2800" dirty="0"/>
          </a:p>
          <a:p>
            <a:pPr marL="457200" indent="-457200" eaLnBrk="1" hangingPunct="1">
              <a:spcBef>
                <a:spcPct val="50000"/>
              </a:spcBef>
              <a:buClrTx/>
              <a:buSzTx/>
              <a:buFont typeface="+mj-lt"/>
              <a:buAutoNum type="alphaLcPeriod"/>
            </a:pPr>
            <a:r>
              <a:rPr lang="en-US" altLang="zh-CN" sz="2800" dirty="0"/>
              <a:t>G' </a:t>
            </a:r>
            <a:r>
              <a:rPr lang="zh-CN" altLang="en-US" sz="2800" dirty="0"/>
              <a:t>的结点数为 </a:t>
            </a:r>
            <a:r>
              <a:rPr lang="en-US" altLang="zh-CN" sz="2800" dirty="0"/>
              <a:t>n-1</a:t>
            </a:r>
            <a:r>
              <a:rPr lang="zh-CN" altLang="en-US" sz="2800" dirty="0"/>
              <a:t>，满足归纳假设。</a:t>
            </a:r>
            <a:endParaRPr lang="en-US" altLang="zh-CN" sz="2800" dirty="0"/>
          </a:p>
          <a:p>
            <a:pPr marL="457200" indent="-457200" eaLnBrk="1" hangingPunct="1">
              <a:spcBef>
                <a:spcPct val="50000"/>
              </a:spcBef>
              <a:buClrTx/>
              <a:buSzTx/>
              <a:buFont typeface="+mj-ea"/>
              <a:buAutoNum type="circleNumDbPlain" startAt="3"/>
            </a:pPr>
            <a:r>
              <a:rPr lang="zh-CN" altLang="en-US" sz="2800" b="1" dirty="0"/>
              <a:t>递归构造拓补排序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/>
              <a:t>对 </a:t>
            </a:r>
            <a:r>
              <a:rPr lang="en-US" altLang="zh-CN" sz="2800" dirty="0"/>
              <a:t>G' </a:t>
            </a:r>
            <a:r>
              <a:rPr lang="zh-CN" altLang="en-US" sz="2800" dirty="0"/>
              <a:t>应用归纳假设，得到其拓补排序 </a:t>
            </a:r>
            <a:r>
              <a:rPr lang="en-US" altLang="zh-CN" sz="2800" dirty="0"/>
              <a:t>sort(G')</a:t>
            </a:r>
            <a:r>
              <a:rPr lang="zh-CN" altLang="en-US" sz="2800" dirty="0"/>
              <a:t>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2C20158-46AE-F957-0E95-A3B5E1F4D7B8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292FA33-271B-EC90-4000-DF822D0AE08E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CFEE699-D0A5-9313-1725-87887569DE86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976C448-4482-BF44-832B-04314EB76F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36CB20BB-BDE4-C84A-ED40-61DF176567C3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2B8E5DF-E5F3-5F9D-2074-3C667C9A4160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955EB2E-89B5-0CF9-91C3-D46469FA8EFE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BF7652F7-DC48-F743-FCD2-2F75B8783706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AEC7937D-4529-7CE3-B381-19977BAC4E0E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F15B04E5-F305-4AED-8AE5-D6D4F71AE990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1497AED-4390-18FA-E61B-74A2563CEC6A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C60DEEBF-6E30-6501-06D6-66F66E252569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9AE9C17D-909F-9747-0752-6204DFEB9637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1C29DDE3-DECE-F99A-04D4-5FA8788167F1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4A557716-C0EF-3286-B68A-5061FEDA16B5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80475DEC-698F-02C1-ABE7-9A1B473D19BF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D0FA2796-9214-0D44-48C1-1424BFF73123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D0237578-064E-69E1-4C5F-69B51D071580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796479B0-109D-D503-54FC-A82F63A88C52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D8007CFD-259F-90C9-09E2-1AEE0D538197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2E0C1AD-56D9-FC19-6BCF-0C57DD88D564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C500A78B-870D-2C33-8B0F-62543A73236C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D17A89C1-FE57-85FF-856E-36ADA25D610E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0ACAE855-1025-7025-550A-2E243B3A1A03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67A44D8E-D538-EDE8-5BC1-D7BFEDB6A28A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B2D1BBA0-447E-45F5-EEED-66580EB5EF45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B01D6798-97EB-DEB9-0CAA-3716EA1902E9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DFFACB0C-B5E8-1EF7-A0AD-09BB3A7949CD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EF4E9592-EB0A-EC87-D449-67EE0EDE7C3A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63A44F4A-08DC-A84C-9DCC-546701E48D78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D2BE3DFC-3F02-A79F-FCAA-49487C162F31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D71A2FFF-17B1-E552-97D8-4155124DE18E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8AB1FC5F-38B4-3B70-1924-8CE4A5431FE2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8AEA0F04-79EB-E4AE-E590-C6D4E0B6DF70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E659C81B-039F-AFB1-410F-A7935FA3CF35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6D23DB50-0075-11F7-A593-1275FAD5E138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E5765500-2D98-C39C-0152-B3DEFB758C53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3D571809-123C-EFE6-1891-2605A221496E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5A19856D-248A-6D45-DA20-4F2C5CFCCA62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8AEEB453-D549-A149-0177-B88BFCEEF6C9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E209EAB7-2C54-8247-63B4-975897174740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6F230E08-FB6E-F73D-6F8D-C336D75B3A75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8657A425-8302-F221-5841-36DABD1447EA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2387AE9E-0E11-9080-9230-EF9C82810123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DF4E843-8BDA-AA30-8731-A9C09B92DAFF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17AF8EC5-D56B-26D1-5AF1-49F784F90BF0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7904A7FC-0DE9-0B86-D294-EA46981409BD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F996C1AC-8F8F-EAAC-8195-6E86374B84AF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E63D21A1-BEF9-6F38-2159-A59286862CC0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8DA0FD96-3CB3-18C5-FB90-73B4881AA6AF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D2FAE1AB-F163-BA47-ED96-E230CBD10693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67EFFCD4-0F7B-93B1-E197-A2FCC50977F9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52" name="直接连接符 49151">
                <a:extLst>
                  <a:ext uri="{FF2B5EF4-FFF2-40B4-BE49-F238E27FC236}">
                    <a16:creationId xmlns:a16="http://schemas.microsoft.com/office/drawing/2014/main" id="{5752ABB9-FAAA-DDB5-8842-77411AF614C3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53" name="直接连接符 49152">
                <a:extLst>
                  <a:ext uri="{FF2B5EF4-FFF2-40B4-BE49-F238E27FC236}">
                    <a16:creationId xmlns:a16="http://schemas.microsoft.com/office/drawing/2014/main" id="{C5882657-CC1C-654B-AFCD-070CC4A455D8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1" name="直接连接符 49160">
                <a:extLst>
                  <a:ext uri="{FF2B5EF4-FFF2-40B4-BE49-F238E27FC236}">
                    <a16:creationId xmlns:a16="http://schemas.microsoft.com/office/drawing/2014/main" id="{2F3CA319-68D3-B129-245E-0496105F230E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2" name="直接连接符 49161">
                <a:extLst>
                  <a:ext uri="{FF2B5EF4-FFF2-40B4-BE49-F238E27FC236}">
                    <a16:creationId xmlns:a16="http://schemas.microsoft.com/office/drawing/2014/main" id="{82B56A9E-1254-9C23-7C57-1EF5E477D504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3" name="直接连接符 49162">
                <a:extLst>
                  <a:ext uri="{FF2B5EF4-FFF2-40B4-BE49-F238E27FC236}">
                    <a16:creationId xmlns:a16="http://schemas.microsoft.com/office/drawing/2014/main" id="{AE140A2A-8B75-CDB3-C064-E3EA2B1DA51C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4" name="直接连接符 49163">
                <a:extLst>
                  <a:ext uri="{FF2B5EF4-FFF2-40B4-BE49-F238E27FC236}">
                    <a16:creationId xmlns:a16="http://schemas.microsoft.com/office/drawing/2014/main" id="{A779BEC4-0418-0922-4A8C-88526EEDE990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5" name="直接连接符 49164">
                <a:extLst>
                  <a:ext uri="{FF2B5EF4-FFF2-40B4-BE49-F238E27FC236}">
                    <a16:creationId xmlns:a16="http://schemas.microsoft.com/office/drawing/2014/main" id="{8C40C7BB-3336-3DE9-7A01-F36D2C01E4D9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6" name="直接连接符 49165">
                <a:extLst>
                  <a:ext uri="{FF2B5EF4-FFF2-40B4-BE49-F238E27FC236}">
                    <a16:creationId xmlns:a16="http://schemas.microsoft.com/office/drawing/2014/main" id="{B7B83128-6A91-31A0-AD97-CFF32169B775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7" name="直接连接符 49166">
                <a:extLst>
                  <a:ext uri="{FF2B5EF4-FFF2-40B4-BE49-F238E27FC236}">
                    <a16:creationId xmlns:a16="http://schemas.microsoft.com/office/drawing/2014/main" id="{2A07D031-22DD-91BE-B46C-DF942A9D4A7C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8" name="直接连接符 49167">
                <a:extLst>
                  <a:ext uri="{FF2B5EF4-FFF2-40B4-BE49-F238E27FC236}">
                    <a16:creationId xmlns:a16="http://schemas.microsoft.com/office/drawing/2014/main" id="{9AFA063A-BC90-16CD-E711-82D9027D572F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9" name="直接连接符 49168">
                <a:extLst>
                  <a:ext uri="{FF2B5EF4-FFF2-40B4-BE49-F238E27FC236}">
                    <a16:creationId xmlns:a16="http://schemas.microsoft.com/office/drawing/2014/main" id="{66122D48-63D7-05C3-0480-85714ABF8C82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0" name="直接连接符 49169">
                <a:extLst>
                  <a:ext uri="{FF2B5EF4-FFF2-40B4-BE49-F238E27FC236}">
                    <a16:creationId xmlns:a16="http://schemas.microsoft.com/office/drawing/2014/main" id="{ACEAB5B4-1256-1E1B-FF9A-E3D21972AF2B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1" name="直接连接符 49170">
                <a:extLst>
                  <a:ext uri="{FF2B5EF4-FFF2-40B4-BE49-F238E27FC236}">
                    <a16:creationId xmlns:a16="http://schemas.microsoft.com/office/drawing/2014/main" id="{FA21B212-F92D-0F94-A399-569253C8BDC0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2" name="直接连接符 49171">
                <a:extLst>
                  <a:ext uri="{FF2B5EF4-FFF2-40B4-BE49-F238E27FC236}">
                    <a16:creationId xmlns:a16="http://schemas.microsoft.com/office/drawing/2014/main" id="{2EE6F7C4-839D-946E-2434-46EF945F6E6E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3" name="直接连接符 49172">
                <a:extLst>
                  <a:ext uri="{FF2B5EF4-FFF2-40B4-BE49-F238E27FC236}">
                    <a16:creationId xmlns:a16="http://schemas.microsoft.com/office/drawing/2014/main" id="{1F226DBE-D380-070C-2966-2B32E81A964B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4" name="直接连接符 49173">
                <a:extLst>
                  <a:ext uri="{FF2B5EF4-FFF2-40B4-BE49-F238E27FC236}">
                    <a16:creationId xmlns:a16="http://schemas.microsoft.com/office/drawing/2014/main" id="{CD62AC9C-67A2-2EB5-5F1D-DF14A25F4E23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5" name="直接连接符 49174">
                <a:extLst>
                  <a:ext uri="{FF2B5EF4-FFF2-40B4-BE49-F238E27FC236}">
                    <a16:creationId xmlns:a16="http://schemas.microsoft.com/office/drawing/2014/main" id="{A32E9C7E-0E9A-9270-5894-4FDE4321A1F0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6" name="直接连接符 49175">
                <a:extLst>
                  <a:ext uri="{FF2B5EF4-FFF2-40B4-BE49-F238E27FC236}">
                    <a16:creationId xmlns:a16="http://schemas.microsoft.com/office/drawing/2014/main" id="{424AF8D5-6765-9C63-C2F1-47B98BD17FB7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7" name="直接连接符 49176">
                <a:extLst>
                  <a:ext uri="{FF2B5EF4-FFF2-40B4-BE49-F238E27FC236}">
                    <a16:creationId xmlns:a16="http://schemas.microsoft.com/office/drawing/2014/main" id="{91924B6F-9232-0F2B-5054-B1593639B1D0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8" name="直接连接符 49177">
                <a:extLst>
                  <a:ext uri="{FF2B5EF4-FFF2-40B4-BE49-F238E27FC236}">
                    <a16:creationId xmlns:a16="http://schemas.microsoft.com/office/drawing/2014/main" id="{4A28B12E-B1E2-0DA5-63CF-E0D4FE844125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9" name="直接连接符 49178">
                <a:extLst>
                  <a:ext uri="{FF2B5EF4-FFF2-40B4-BE49-F238E27FC236}">
                    <a16:creationId xmlns:a16="http://schemas.microsoft.com/office/drawing/2014/main" id="{698BCFBA-6A3D-1207-A9A4-F761AFFA35F8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0" name="直接连接符 49179">
                <a:extLst>
                  <a:ext uri="{FF2B5EF4-FFF2-40B4-BE49-F238E27FC236}">
                    <a16:creationId xmlns:a16="http://schemas.microsoft.com/office/drawing/2014/main" id="{68233CE7-E588-963A-DA66-187BFB2604E9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1" name="直接连接符 49180">
                <a:extLst>
                  <a:ext uri="{FF2B5EF4-FFF2-40B4-BE49-F238E27FC236}">
                    <a16:creationId xmlns:a16="http://schemas.microsoft.com/office/drawing/2014/main" id="{0FC5FE16-DD80-C25C-1272-64960DBFCE7C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2" name="直接连接符 49181">
                <a:extLst>
                  <a:ext uri="{FF2B5EF4-FFF2-40B4-BE49-F238E27FC236}">
                    <a16:creationId xmlns:a16="http://schemas.microsoft.com/office/drawing/2014/main" id="{B4D711F4-795D-4A77-7C6D-CF356722EA27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3" name="直接连接符 49182">
                <a:extLst>
                  <a:ext uri="{FF2B5EF4-FFF2-40B4-BE49-F238E27FC236}">
                    <a16:creationId xmlns:a16="http://schemas.microsoft.com/office/drawing/2014/main" id="{1BD65FBC-8738-7265-D3E8-1F71E7B5E917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4" name="直接连接符 49183">
                <a:extLst>
                  <a:ext uri="{FF2B5EF4-FFF2-40B4-BE49-F238E27FC236}">
                    <a16:creationId xmlns:a16="http://schemas.microsoft.com/office/drawing/2014/main" id="{EBA22BE2-B971-4032-1DA1-0E765DEEDE5B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5" name="直接连接符 49184">
                <a:extLst>
                  <a:ext uri="{FF2B5EF4-FFF2-40B4-BE49-F238E27FC236}">
                    <a16:creationId xmlns:a16="http://schemas.microsoft.com/office/drawing/2014/main" id="{EBDDD91C-0874-1589-1E3C-85406437CBC3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6" name="直接连接符 49185">
                <a:extLst>
                  <a:ext uri="{FF2B5EF4-FFF2-40B4-BE49-F238E27FC236}">
                    <a16:creationId xmlns:a16="http://schemas.microsoft.com/office/drawing/2014/main" id="{3DB676C9-86A2-F8FE-F3A4-873E5B1C0080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7" name="直接连接符 49186">
                <a:extLst>
                  <a:ext uri="{FF2B5EF4-FFF2-40B4-BE49-F238E27FC236}">
                    <a16:creationId xmlns:a16="http://schemas.microsoft.com/office/drawing/2014/main" id="{D611AD9A-AA73-2C20-E4F3-398CFAD99DF2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8" name="直接连接符 49187">
                <a:extLst>
                  <a:ext uri="{FF2B5EF4-FFF2-40B4-BE49-F238E27FC236}">
                    <a16:creationId xmlns:a16="http://schemas.microsoft.com/office/drawing/2014/main" id="{5C6A4BF6-5FD2-BAAA-7B53-4811F550D495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9" name="直接连接符 49188">
                <a:extLst>
                  <a:ext uri="{FF2B5EF4-FFF2-40B4-BE49-F238E27FC236}">
                    <a16:creationId xmlns:a16="http://schemas.microsoft.com/office/drawing/2014/main" id="{82C5C846-974F-51B1-A01A-AE8EFD0C31FD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0" name="直接连接符 49189">
                <a:extLst>
                  <a:ext uri="{FF2B5EF4-FFF2-40B4-BE49-F238E27FC236}">
                    <a16:creationId xmlns:a16="http://schemas.microsoft.com/office/drawing/2014/main" id="{7613DC01-8E78-2923-7086-4EB2BCAE5E30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1" name="直接连接符 49190">
                <a:extLst>
                  <a:ext uri="{FF2B5EF4-FFF2-40B4-BE49-F238E27FC236}">
                    <a16:creationId xmlns:a16="http://schemas.microsoft.com/office/drawing/2014/main" id="{C2560978-A9EE-D86C-0710-23D2CE32C417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2" name="直接连接符 49191">
                <a:extLst>
                  <a:ext uri="{FF2B5EF4-FFF2-40B4-BE49-F238E27FC236}">
                    <a16:creationId xmlns:a16="http://schemas.microsoft.com/office/drawing/2014/main" id="{B96E125F-4323-4762-CE48-3C956E874400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3" name="直接连接符 49192">
                <a:extLst>
                  <a:ext uri="{FF2B5EF4-FFF2-40B4-BE49-F238E27FC236}">
                    <a16:creationId xmlns:a16="http://schemas.microsoft.com/office/drawing/2014/main" id="{69C5A6BD-BE3A-BCCE-4D59-15327D9D8F12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4" name="直接连接符 49193">
                <a:extLst>
                  <a:ext uri="{FF2B5EF4-FFF2-40B4-BE49-F238E27FC236}">
                    <a16:creationId xmlns:a16="http://schemas.microsoft.com/office/drawing/2014/main" id="{F24ACD5A-0EC5-6A6A-8282-A1B601856FB6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5" name="直接连接符 49194">
                <a:extLst>
                  <a:ext uri="{FF2B5EF4-FFF2-40B4-BE49-F238E27FC236}">
                    <a16:creationId xmlns:a16="http://schemas.microsoft.com/office/drawing/2014/main" id="{11F04A3E-FE3C-BB1D-037B-5CEC0C481F52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6" name="直接连接符 49195">
                <a:extLst>
                  <a:ext uri="{FF2B5EF4-FFF2-40B4-BE49-F238E27FC236}">
                    <a16:creationId xmlns:a16="http://schemas.microsoft.com/office/drawing/2014/main" id="{C5371CDE-0638-3125-235B-3E61D840FF41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7" name="直接连接符 49196">
                <a:extLst>
                  <a:ext uri="{FF2B5EF4-FFF2-40B4-BE49-F238E27FC236}">
                    <a16:creationId xmlns:a16="http://schemas.microsoft.com/office/drawing/2014/main" id="{77C57F03-F3CE-0F66-27B2-ACB1D35881A0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8" name="直接连接符 49197">
                <a:extLst>
                  <a:ext uri="{FF2B5EF4-FFF2-40B4-BE49-F238E27FC236}">
                    <a16:creationId xmlns:a16="http://schemas.microsoft.com/office/drawing/2014/main" id="{74947654-8370-12EB-A07A-4EED05AEBC21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9" name="直接连接符 49198">
                <a:extLst>
                  <a:ext uri="{FF2B5EF4-FFF2-40B4-BE49-F238E27FC236}">
                    <a16:creationId xmlns:a16="http://schemas.microsoft.com/office/drawing/2014/main" id="{A73BC670-C2F5-7186-1541-18A33193BF76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0" name="直接连接符 49199">
                <a:extLst>
                  <a:ext uri="{FF2B5EF4-FFF2-40B4-BE49-F238E27FC236}">
                    <a16:creationId xmlns:a16="http://schemas.microsoft.com/office/drawing/2014/main" id="{7533FEC8-7D97-E307-A7C0-1CA4116B8242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1" name="直接连接符 49200">
                <a:extLst>
                  <a:ext uri="{FF2B5EF4-FFF2-40B4-BE49-F238E27FC236}">
                    <a16:creationId xmlns:a16="http://schemas.microsoft.com/office/drawing/2014/main" id="{EB97280E-B8C7-81D9-0E64-A302FC982EA3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2" name="直接连接符 49201">
                <a:extLst>
                  <a:ext uri="{FF2B5EF4-FFF2-40B4-BE49-F238E27FC236}">
                    <a16:creationId xmlns:a16="http://schemas.microsoft.com/office/drawing/2014/main" id="{E2181506-E33E-29BE-A0DC-D389694754EB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3" name="直接连接符 49202">
                <a:extLst>
                  <a:ext uri="{FF2B5EF4-FFF2-40B4-BE49-F238E27FC236}">
                    <a16:creationId xmlns:a16="http://schemas.microsoft.com/office/drawing/2014/main" id="{C8AF844E-6685-F1ED-6E6D-219B6C3DBABC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4" name="直接连接符 49203">
                <a:extLst>
                  <a:ext uri="{FF2B5EF4-FFF2-40B4-BE49-F238E27FC236}">
                    <a16:creationId xmlns:a16="http://schemas.microsoft.com/office/drawing/2014/main" id="{15A2146E-08FC-DF3B-8443-EE7A049557F0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5" name="直接连接符 49204">
                <a:extLst>
                  <a:ext uri="{FF2B5EF4-FFF2-40B4-BE49-F238E27FC236}">
                    <a16:creationId xmlns:a16="http://schemas.microsoft.com/office/drawing/2014/main" id="{8E7DA4E8-67A3-0848-A275-9976907D3951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6" name="直接连接符 49205">
                <a:extLst>
                  <a:ext uri="{FF2B5EF4-FFF2-40B4-BE49-F238E27FC236}">
                    <a16:creationId xmlns:a16="http://schemas.microsoft.com/office/drawing/2014/main" id="{A43520A4-D250-075F-4357-D772D52CE5DB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7" name="直接连接符 49206">
                <a:extLst>
                  <a:ext uri="{FF2B5EF4-FFF2-40B4-BE49-F238E27FC236}">
                    <a16:creationId xmlns:a16="http://schemas.microsoft.com/office/drawing/2014/main" id="{F8431B0F-839C-54F2-5E58-2AD714448316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8" name="直接连接符 49207">
                <a:extLst>
                  <a:ext uri="{FF2B5EF4-FFF2-40B4-BE49-F238E27FC236}">
                    <a16:creationId xmlns:a16="http://schemas.microsoft.com/office/drawing/2014/main" id="{F20CCDCB-5DB8-1935-C819-67DA762CF8C7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9" name="直接连接符 49208">
                <a:extLst>
                  <a:ext uri="{FF2B5EF4-FFF2-40B4-BE49-F238E27FC236}">
                    <a16:creationId xmlns:a16="http://schemas.microsoft.com/office/drawing/2014/main" id="{0225B1AD-82A1-3E34-6B38-DA66FDF40B45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0" name="直接连接符 49209">
                <a:extLst>
                  <a:ext uri="{FF2B5EF4-FFF2-40B4-BE49-F238E27FC236}">
                    <a16:creationId xmlns:a16="http://schemas.microsoft.com/office/drawing/2014/main" id="{BB9BA1D9-650D-0D18-784F-31E3410C4EFE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1" name="直接连接符 49210">
                <a:extLst>
                  <a:ext uri="{FF2B5EF4-FFF2-40B4-BE49-F238E27FC236}">
                    <a16:creationId xmlns:a16="http://schemas.microsoft.com/office/drawing/2014/main" id="{C7A6C34F-A58B-C95D-0308-D033BD50F309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2" name="直接连接符 49211">
                <a:extLst>
                  <a:ext uri="{FF2B5EF4-FFF2-40B4-BE49-F238E27FC236}">
                    <a16:creationId xmlns:a16="http://schemas.microsoft.com/office/drawing/2014/main" id="{0287E10A-49C1-F266-E787-874A1875DCC5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3" name="直接连接符 49212">
                <a:extLst>
                  <a:ext uri="{FF2B5EF4-FFF2-40B4-BE49-F238E27FC236}">
                    <a16:creationId xmlns:a16="http://schemas.microsoft.com/office/drawing/2014/main" id="{E2295B69-8AA4-AD04-5DC9-03F454D107D5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4" name="直接连接符 49213">
                <a:extLst>
                  <a:ext uri="{FF2B5EF4-FFF2-40B4-BE49-F238E27FC236}">
                    <a16:creationId xmlns:a16="http://schemas.microsoft.com/office/drawing/2014/main" id="{F288E76F-0C65-824B-C8D2-135519CC6DDF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5" name="直接连接符 49214">
                <a:extLst>
                  <a:ext uri="{FF2B5EF4-FFF2-40B4-BE49-F238E27FC236}">
                    <a16:creationId xmlns:a16="http://schemas.microsoft.com/office/drawing/2014/main" id="{30518992-7E59-7540-B3D3-4CF2A8877B10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6" name="直接连接符 49215">
                <a:extLst>
                  <a:ext uri="{FF2B5EF4-FFF2-40B4-BE49-F238E27FC236}">
                    <a16:creationId xmlns:a16="http://schemas.microsoft.com/office/drawing/2014/main" id="{554B102C-84B2-CAD5-B33C-EC73C82E88CA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7" name="直接连接符 49216">
                <a:extLst>
                  <a:ext uri="{FF2B5EF4-FFF2-40B4-BE49-F238E27FC236}">
                    <a16:creationId xmlns:a16="http://schemas.microsoft.com/office/drawing/2014/main" id="{CACC4ADE-87B3-3F05-E769-8CBFEC38E887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8" name="直接连接符 49217">
                <a:extLst>
                  <a:ext uri="{FF2B5EF4-FFF2-40B4-BE49-F238E27FC236}">
                    <a16:creationId xmlns:a16="http://schemas.microsoft.com/office/drawing/2014/main" id="{6FA03B85-819C-4D08-643D-91E16941FEF2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9" name="直接连接符 49218">
                <a:extLst>
                  <a:ext uri="{FF2B5EF4-FFF2-40B4-BE49-F238E27FC236}">
                    <a16:creationId xmlns:a16="http://schemas.microsoft.com/office/drawing/2014/main" id="{F0FB35B6-8402-F5FC-036C-BF70DE851CE8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0" name="直接连接符 49219">
                <a:extLst>
                  <a:ext uri="{FF2B5EF4-FFF2-40B4-BE49-F238E27FC236}">
                    <a16:creationId xmlns:a16="http://schemas.microsoft.com/office/drawing/2014/main" id="{B46346DD-CCB2-D513-6BB2-32EB3980B29E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1" name="直接连接符 49220">
                <a:extLst>
                  <a:ext uri="{FF2B5EF4-FFF2-40B4-BE49-F238E27FC236}">
                    <a16:creationId xmlns:a16="http://schemas.microsoft.com/office/drawing/2014/main" id="{DD3F2861-4AC5-7FF8-A501-4C7C336ED1E5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2" name="直接连接符 49221">
                <a:extLst>
                  <a:ext uri="{FF2B5EF4-FFF2-40B4-BE49-F238E27FC236}">
                    <a16:creationId xmlns:a16="http://schemas.microsoft.com/office/drawing/2014/main" id="{356C2B10-83CD-419E-49B8-20FC85D307F2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3" name="直接连接符 49222">
                <a:extLst>
                  <a:ext uri="{FF2B5EF4-FFF2-40B4-BE49-F238E27FC236}">
                    <a16:creationId xmlns:a16="http://schemas.microsoft.com/office/drawing/2014/main" id="{782EF8C7-AE96-B40A-645F-E22AA2F0F727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4" name="直接连接符 49223">
                <a:extLst>
                  <a:ext uri="{FF2B5EF4-FFF2-40B4-BE49-F238E27FC236}">
                    <a16:creationId xmlns:a16="http://schemas.microsoft.com/office/drawing/2014/main" id="{97924CD6-2E7E-96E8-942B-4940D9CCEE6A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5" name="直接连接符 49224">
                <a:extLst>
                  <a:ext uri="{FF2B5EF4-FFF2-40B4-BE49-F238E27FC236}">
                    <a16:creationId xmlns:a16="http://schemas.microsoft.com/office/drawing/2014/main" id="{5C9407F8-9620-2F3A-7262-A52C03E6F283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6" name="直接连接符 49225">
                <a:extLst>
                  <a:ext uri="{FF2B5EF4-FFF2-40B4-BE49-F238E27FC236}">
                    <a16:creationId xmlns:a16="http://schemas.microsoft.com/office/drawing/2014/main" id="{38B18D79-8D23-21C5-EFB4-7B493DB6DF7A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7" name="直接连接符 49226">
                <a:extLst>
                  <a:ext uri="{FF2B5EF4-FFF2-40B4-BE49-F238E27FC236}">
                    <a16:creationId xmlns:a16="http://schemas.microsoft.com/office/drawing/2014/main" id="{79B0F4ED-CB73-F085-066F-3A6A4B87DD2D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7F1D9B1B-AF26-6ADA-D2CE-1E9B61C0BAEE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576305B2-97EA-2231-6576-C30CFE0798C8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8062F3B2-BF5C-295F-38A2-6E999E79670D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8C3C359C-61D1-141E-F9D3-E07A7C5D0489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92541DF5-F420-9930-4BCB-C261B2C312A8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BF4B2482-43F5-D502-02C6-3EA83FF70E52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EDAE6A7E-D36C-CCF6-F241-948BF95F2C8C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C8FE102C-EAA3-6B98-E420-CC469F98DA05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135FF675-8848-6E8E-CA70-699C9B8E584F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9D5DBF92-9E6A-4197-5FE0-34B163C7E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33300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AE9AF-9D51-302F-9EB1-8D903834B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>
            <a:extLst>
              <a:ext uri="{FF2B5EF4-FFF2-40B4-BE49-F238E27FC236}">
                <a16:creationId xmlns:a16="http://schemas.microsoft.com/office/drawing/2014/main" id="{07EFE18B-6E99-E82A-1579-C186A1725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DAG</a:t>
            </a:r>
          </a:p>
        </p:txBody>
      </p:sp>
      <p:sp>
        <p:nvSpPr>
          <p:cNvPr id="49154" name="灯片编号占位符 5">
            <a:extLst>
              <a:ext uri="{FF2B5EF4-FFF2-40B4-BE49-F238E27FC236}">
                <a16:creationId xmlns:a16="http://schemas.microsoft.com/office/drawing/2014/main" id="{1A73B004-7C7A-2515-541F-6A8ED7E5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B73F72-ADE9-4B4B-80BD-665A107C4CC8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kumimoji="0" lang="en-US" altLang="zh-CN" sz="1400"/>
          </a:p>
        </p:txBody>
      </p:sp>
      <p:sp>
        <p:nvSpPr>
          <p:cNvPr id="49159" name="Text Box 7">
            <a:extLst>
              <a:ext uri="{FF2B5EF4-FFF2-40B4-BE49-F238E27FC236}">
                <a16:creationId xmlns:a16="http://schemas.microsoft.com/office/drawing/2014/main" id="{5E03D5C1-145A-476C-BEA9-BD21F4BB5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70" y="1498581"/>
            <a:ext cx="739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/>
              <a:t>定理</a:t>
            </a:r>
            <a:r>
              <a:rPr lang="zh-CN" altLang="en-US" sz="2800" dirty="0"/>
              <a:t> 如果</a:t>
            </a:r>
            <a:r>
              <a:rPr lang="en-US" altLang="zh-CN" sz="2800" dirty="0"/>
              <a:t>G</a:t>
            </a:r>
            <a:r>
              <a:rPr lang="zh-CN" altLang="en-US" sz="2800" dirty="0"/>
              <a:t>是一个</a:t>
            </a:r>
            <a:r>
              <a:rPr lang="en-US" altLang="zh-CN" sz="2800" dirty="0"/>
              <a:t>DAG, </a:t>
            </a:r>
            <a:r>
              <a:rPr lang="zh-CN" altLang="en-US" sz="2800" dirty="0"/>
              <a:t>那么</a:t>
            </a:r>
            <a:r>
              <a:rPr lang="en-US" altLang="zh-CN" sz="2800" dirty="0"/>
              <a:t>G</a:t>
            </a:r>
            <a:r>
              <a:rPr lang="zh-CN" altLang="en-US" sz="2800" dirty="0"/>
              <a:t>有一个拓扑排序。</a:t>
            </a:r>
          </a:p>
        </p:txBody>
      </p:sp>
      <p:sp>
        <p:nvSpPr>
          <p:cNvPr id="49160" name="Text Box 8">
            <a:extLst>
              <a:ext uri="{FF2B5EF4-FFF2-40B4-BE49-F238E27FC236}">
                <a16:creationId xmlns:a16="http://schemas.microsoft.com/office/drawing/2014/main" id="{3A5B34DB-9F64-4438-79D5-9CB62D04F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70" y="2111769"/>
            <a:ext cx="769613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/>
              <a:t>归纳证明：</a:t>
            </a:r>
            <a:endParaRPr lang="en-US" altLang="zh-CN" sz="2800" b="1" dirty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/>
              <a:t>将 </a:t>
            </a:r>
            <a:r>
              <a:rPr lang="en-US" altLang="zh-CN" sz="2400" dirty="0"/>
              <a:t>u </a:t>
            </a:r>
            <a:r>
              <a:rPr lang="zh-CN" altLang="en-US" sz="2400" dirty="0"/>
              <a:t>插入到 </a:t>
            </a:r>
            <a:r>
              <a:rPr lang="en-US" altLang="zh-CN" sz="2400" dirty="0"/>
              <a:t>sort(G') </a:t>
            </a:r>
            <a:r>
              <a:rPr lang="zh-CN" altLang="en-US" sz="2400" dirty="0"/>
              <a:t>的最前端，得到原图 </a:t>
            </a:r>
            <a:r>
              <a:rPr lang="en-US" altLang="zh-CN" sz="2400" dirty="0"/>
              <a:t>G </a:t>
            </a:r>
            <a:r>
              <a:rPr lang="zh-CN" altLang="en-US" sz="2400" dirty="0"/>
              <a:t>的拓补排序：</a:t>
            </a:r>
            <a:r>
              <a:rPr lang="en-US" altLang="zh-CN" sz="2400" dirty="0"/>
              <a:t>sort(G) = [u] + sort(G’)</a:t>
            </a:r>
          </a:p>
          <a:p>
            <a:pPr marL="457200" indent="-457200" eaLnBrk="1" hangingPunct="1">
              <a:spcBef>
                <a:spcPct val="50000"/>
              </a:spcBef>
              <a:buClrTx/>
              <a:buSzTx/>
              <a:buFont typeface="+mj-ea"/>
              <a:buAutoNum type="circleNumDbPlain" startAt="4"/>
            </a:pPr>
            <a:r>
              <a:rPr lang="zh-CN" altLang="en-US" sz="2400" b="1" dirty="0"/>
              <a:t>验证正确性</a:t>
            </a:r>
            <a:endParaRPr lang="en-US" altLang="zh-CN" sz="2400" b="1" dirty="0"/>
          </a:p>
          <a:p>
            <a:pPr marL="457200" indent="-457200" eaLnBrk="1" hangingPunct="1">
              <a:spcBef>
                <a:spcPct val="50000"/>
              </a:spcBef>
              <a:buClrTx/>
              <a:buSzTx/>
              <a:buFont typeface="+mj-lt"/>
              <a:buAutoNum type="alphaLcPeriod"/>
            </a:pPr>
            <a:r>
              <a:rPr lang="zh-CN" altLang="en-US" sz="2400" dirty="0"/>
              <a:t>对于原图中任意边 </a:t>
            </a:r>
            <a:r>
              <a:rPr lang="en-US" altLang="zh-CN" sz="2400" dirty="0"/>
              <a:t>u </a:t>
            </a:r>
            <a:r>
              <a:rPr lang="en-US" altLang="zh-CN" sz="2400" dirty="0">
                <a:sym typeface="Wingdings" panose="05000000000000000000" pitchFamily="2" charset="2"/>
              </a:rPr>
              <a:t></a:t>
            </a:r>
            <a:r>
              <a:rPr lang="en-US" altLang="zh-CN" sz="2400" dirty="0"/>
              <a:t>v</a:t>
            </a:r>
            <a:r>
              <a:rPr lang="zh-CN" altLang="en-US" sz="2400" dirty="0"/>
              <a:t>，由于 </a:t>
            </a:r>
            <a:r>
              <a:rPr lang="en-US" altLang="zh-CN" sz="2400" dirty="0"/>
              <a:t>u </a:t>
            </a:r>
            <a:r>
              <a:rPr lang="zh-CN" altLang="en-US" sz="2400" dirty="0"/>
              <a:t>被插入到最前端，</a:t>
            </a:r>
            <a:r>
              <a:rPr lang="en-US" altLang="zh-CN" sz="2400" dirty="0"/>
              <a:t>u </a:t>
            </a:r>
            <a:r>
              <a:rPr lang="zh-CN" altLang="en-US" sz="2400" dirty="0"/>
              <a:t>在排序中位于 </a:t>
            </a:r>
            <a:r>
              <a:rPr lang="en-US" altLang="zh-CN" sz="2400" dirty="0"/>
              <a:t>v </a:t>
            </a:r>
            <a:r>
              <a:rPr lang="zh-CN" altLang="en-US" sz="2400" dirty="0"/>
              <a:t>之前。</a:t>
            </a:r>
            <a:endParaRPr lang="en-US" altLang="zh-CN" sz="2400" dirty="0"/>
          </a:p>
          <a:p>
            <a:pPr marL="457200" indent="-457200" eaLnBrk="1" hangingPunct="1">
              <a:spcBef>
                <a:spcPct val="50000"/>
              </a:spcBef>
              <a:buClrTx/>
              <a:buSzTx/>
              <a:buFont typeface="+mj-lt"/>
              <a:buAutoNum type="alphaLcPeriod"/>
            </a:pPr>
            <a:r>
              <a:rPr lang="zh-CN" altLang="en-US" sz="2400" dirty="0"/>
              <a:t>对于原图中其他边（不含 </a:t>
            </a:r>
            <a:r>
              <a:rPr lang="en-US" altLang="zh-CN" sz="2400" dirty="0"/>
              <a:t>u</a:t>
            </a:r>
            <a:r>
              <a:rPr lang="zh-CN" altLang="en-US" sz="2400" dirty="0"/>
              <a:t>），其顺序在 </a:t>
            </a:r>
            <a:r>
              <a:rPr lang="en-US" altLang="zh-CN" sz="2400" dirty="0"/>
              <a:t>sort(G') </a:t>
            </a:r>
            <a:r>
              <a:rPr lang="zh-CN" altLang="en-US" sz="2400" dirty="0"/>
              <a:t>中已满足拓补排序要求。</a:t>
            </a:r>
            <a:endParaRPr lang="en-US" altLang="zh-CN" sz="2400" dirty="0"/>
          </a:p>
          <a:p>
            <a:pPr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/>
              <a:t>通过归纳法可证：每一个 </a:t>
            </a:r>
            <a:r>
              <a:rPr lang="en-US" altLang="zh-CN" sz="2400" b="1" dirty="0"/>
              <a:t>DAG </a:t>
            </a:r>
            <a:r>
              <a:rPr lang="zh-CN" altLang="en-US" sz="2400" b="1" dirty="0"/>
              <a:t>都存在拓补排序</a:t>
            </a:r>
            <a:r>
              <a:rPr lang="zh-CN" altLang="en-US" sz="2400" dirty="0"/>
              <a:t>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08A1A77-80E7-DF8D-306A-94C8FC06FCE8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BADEFE9-C23F-CC78-BD82-0FB7CFD8C77D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7FD3E579-BC76-1F1D-84BC-9EEA0832C814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D47CB7D-8FD5-2339-D3FC-6781952944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85D97DD5-36E8-883E-E5B6-EE4A40094F35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E1FA295-2EC5-50D2-72CC-9AD119AAF910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14CAC64-F1D3-7A87-911A-4448880C2F85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596A53B2-E071-E850-C1CB-FF4D842B2DAB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4EC72BCE-0D9A-3995-611A-7023A7D99E6B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9AE116B2-7EAC-0176-E70B-33CAC3F321F9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E94A1FE2-D71F-CE3F-2826-9909DB25315A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A6FB709A-F446-48C6-B7CA-2E2AE4A436E3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12A7BB0A-FAEE-1A21-65F3-4A7B0ED0FDDA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FDF79086-03AE-7CAD-395B-5FBED4A4994B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593E2705-B03B-BC4D-8626-52B4F99D6B26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3E5B2287-062C-F3D6-FD51-B7A5E95DFEA8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4E66AE5D-AA43-2553-6AEB-44A8E1419030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2424C5BE-D453-57FC-E896-58DDCDBB5442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5579522F-55DB-C8D9-AEE3-2F4669863778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32E9F22F-9CA1-36EB-A4FE-60C441A30C88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D1175803-E035-0028-27B6-45C690FFF238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B7AA30FA-C08E-8E54-043F-CC3A690D9A7E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A8BC7239-646F-D006-5FA7-736A147C4D12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96837AF7-6606-B35D-9A15-1BF82808AB49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F59ED11F-B1C9-8831-6E4C-642CD067FA49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15CEA7D4-9C32-488C-C9B4-D663F7C797F8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C3D34399-F68F-80D1-0E6C-5F8D6CAE7D5F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DF6DB453-2C55-CB01-28A5-F26AA8AABB26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5BE5EEA9-341E-505E-5665-65AC5A9170AD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62E04BE3-D847-97F4-028D-8E54B2E4ED5A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7D6D73D2-3CB8-5997-74AD-36536BDA9A41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EEB91C05-D9D9-BA98-2BC3-3017B06B906B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E0057C60-742C-9B55-6ECA-05638294DD8B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D298C3FA-AED4-8A93-1919-D18716DCC2E4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770F1A63-7C05-7BC2-7369-947166B5C864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A9A9ECB2-6F59-C8CD-6251-1A7130853DA8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CB030AFB-9E9C-BF11-246D-8DF57F688BD3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3AF36D8F-942A-76E6-F446-9265082744BD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131B8DEF-B9F4-00D2-49F2-9FA52D02BC6B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3C8B9B5D-9AA6-20C0-382B-D419A59812B6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777150FD-EB3B-6D72-47DF-D7FED06CEABB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31AAFBAB-A90B-F5AD-920C-40D86F7C56BE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12C1DD0F-3AD2-D9C2-5DAB-C4B1B9072410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8EA52890-AB24-6FFF-0603-A9F449254A50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8148344E-FCC7-8495-B410-EF0E4D0B45D6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E522A5BF-6BD5-B169-FE5E-1CDE712572A2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E2C1AEDA-681A-750C-5F38-21398AEB4EC2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A9E6D785-F0FB-8124-9D82-D7DF98797698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EAF7911D-A062-453E-1653-2E54669DCFE9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F17DE353-FC43-8C9E-EA90-752933C1AC0E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32D5701A-BEB8-21B5-3852-AA3823E9749D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DD0D6459-898C-0CFA-0D6B-2DA1796F9DE4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52" name="直接连接符 49151">
                <a:extLst>
                  <a:ext uri="{FF2B5EF4-FFF2-40B4-BE49-F238E27FC236}">
                    <a16:creationId xmlns:a16="http://schemas.microsoft.com/office/drawing/2014/main" id="{8D867F10-3986-182B-1394-F819D0C6C670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53" name="直接连接符 49152">
                <a:extLst>
                  <a:ext uri="{FF2B5EF4-FFF2-40B4-BE49-F238E27FC236}">
                    <a16:creationId xmlns:a16="http://schemas.microsoft.com/office/drawing/2014/main" id="{4611A6B3-66AE-1183-BD61-80383A0AB1E0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1" name="直接连接符 49160">
                <a:extLst>
                  <a:ext uri="{FF2B5EF4-FFF2-40B4-BE49-F238E27FC236}">
                    <a16:creationId xmlns:a16="http://schemas.microsoft.com/office/drawing/2014/main" id="{7F5E14D5-CB11-0A83-2888-ADD27684AC89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2" name="直接连接符 49161">
                <a:extLst>
                  <a:ext uri="{FF2B5EF4-FFF2-40B4-BE49-F238E27FC236}">
                    <a16:creationId xmlns:a16="http://schemas.microsoft.com/office/drawing/2014/main" id="{80E19891-99D5-8ECE-50A4-8FBE0725153C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3" name="直接连接符 49162">
                <a:extLst>
                  <a:ext uri="{FF2B5EF4-FFF2-40B4-BE49-F238E27FC236}">
                    <a16:creationId xmlns:a16="http://schemas.microsoft.com/office/drawing/2014/main" id="{9BEB7EED-314F-401F-838C-26EC879DC7EE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4" name="直接连接符 49163">
                <a:extLst>
                  <a:ext uri="{FF2B5EF4-FFF2-40B4-BE49-F238E27FC236}">
                    <a16:creationId xmlns:a16="http://schemas.microsoft.com/office/drawing/2014/main" id="{942F3B4A-B3AD-48BF-4F61-27B54F6F05F8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5" name="直接连接符 49164">
                <a:extLst>
                  <a:ext uri="{FF2B5EF4-FFF2-40B4-BE49-F238E27FC236}">
                    <a16:creationId xmlns:a16="http://schemas.microsoft.com/office/drawing/2014/main" id="{DBAB71F5-9DF4-9F90-261A-A4CD110B3AAE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6" name="直接连接符 49165">
                <a:extLst>
                  <a:ext uri="{FF2B5EF4-FFF2-40B4-BE49-F238E27FC236}">
                    <a16:creationId xmlns:a16="http://schemas.microsoft.com/office/drawing/2014/main" id="{AB31A62A-E51A-1850-633A-FDC8634771CD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7" name="直接连接符 49166">
                <a:extLst>
                  <a:ext uri="{FF2B5EF4-FFF2-40B4-BE49-F238E27FC236}">
                    <a16:creationId xmlns:a16="http://schemas.microsoft.com/office/drawing/2014/main" id="{59B94295-98DF-23A6-E610-22B8114467D2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8" name="直接连接符 49167">
                <a:extLst>
                  <a:ext uri="{FF2B5EF4-FFF2-40B4-BE49-F238E27FC236}">
                    <a16:creationId xmlns:a16="http://schemas.microsoft.com/office/drawing/2014/main" id="{A748ECAB-D9F0-FBF8-29B4-79B6C3D7A555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69" name="直接连接符 49168">
                <a:extLst>
                  <a:ext uri="{FF2B5EF4-FFF2-40B4-BE49-F238E27FC236}">
                    <a16:creationId xmlns:a16="http://schemas.microsoft.com/office/drawing/2014/main" id="{175175C5-1C55-C428-558D-371A4F4C4197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0" name="直接连接符 49169">
                <a:extLst>
                  <a:ext uri="{FF2B5EF4-FFF2-40B4-BE49-F238E27FC236}">
                    <a16:creationId xmlns:a16="http://schemas.microsoft.com/office/drawing/2014/main" id="{2DC9FD6C-9BD2-D4E8-A04C-96B65EC234CF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1" name="直接连接符 49170">
                <a:extLst>
                  <a:ext uri="{FF2B5EF4-FFF2-40B4-BE49-F238E27FC236}">
                    <a16:creationId xmlns:a16="http://schemas.microsoft.com/office/drawing/2014/main" id="{02716A4E-B0DC-055B-ADE0-C4E984D95FF8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2" name="直接连接符 49171">
                <a:extLst>
                  <a:ext uri="{FF2B5EF4-FFF2-40B4-BE49-F238E27FC236}">
                    <a16:creationId xmlns:a16="http://schemas.microsoft.com/office/drawing/2014/main" id="{A65E5F47-A621-E1CE-4AEE-D6AF5E23EB01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3" name="直接连接符 49172">
                <a:extLst>
                  <a:ext uri="{FF2B5EF4-FFF2-40B4-BE49-F238E27FC236}">
                    <a16:creationId xmlns:a16="http://schemas.microsoft.com/office/drawing/2014/main" id="{752612E2-E4F4-946B-D502-863718D41E6A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4" name="直接连接符 49173">
                <a:extLst>
                  <a:ext uri="{FF2B5EF4-FFF2-40B4-BE49-F238E27FC236}">
                    <a16:creationId xmlns:a16="http://schemas.microsoft.com/office/drawing/2014/main" id="{851083B7-3641-D156-B937-107F31BF248E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5" name="直接连接符 49174">
                <a:extLst>
                  <a:ext uri="{FF2B5EF4-FFF2-40B4-BE49-F238E27FC236}">
                    <a16:creationId xmlns:a16="http://schemas.microsoft.com/office/drawing/2014/main" id="{A08516B4-4CBF-5F8D-BF96-423809BFB16E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6" name="直接连接符 49175">
                <a:extLst>
                  <a:ext uri="{FF2B5EF4-FFF2-40B4-BE49-F238E27FC236}">
                    <a16:creationId xmlns:a16="http://schemas.microsoft.com/office/drawing/2014/main" id="{465A32EB-CF19-9954-CEB0-3B49789A722F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7" name="直接连接符 49176">
                <a:extLst>
                  <a:ext uri="{FF2B5EF4-FFF2-40B4-BE49-F238E27FC236}">
                    <a16:creationId xmlns:a16="http://schemas.microsoft.com/office/drawing/2014/main" id="{1FF479B3-77C2-5DD0-0E9B-D9387544207C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8" name="直接连接符 49177">
                <a:extLst>
                  <a:ext uri="{FF2B5EF4-FFF2-40B4-BE49-F238E27FC236}">
                    <a16:creationId xmlns:a16="http://schemas.microsoft.com/office/drawing/2014/main" id="{6FBB6954-3224-B8E4-66B8-A41AD1B73C8E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79" name="直接连接符 49178">
                <a:extLst>
                  <a:ext uri="{FF2B5EF4-FFF2-40B4-BE49-F238E27FC236}">
                    <a16:creationId xmlns:a16="http://schemas.microsoft.com/office/drawing/2014/main" id="{DB0F2405-43DE-C4CF-ADEA-2AD852EE5C73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0" name="直接连接符 49179">
                <a:extLst>
                  <a:ext uri="{FF2B5EF4-FFF2-40B4-BE49-F238E27FC236}">
                    <a16:creationId xmlns:a16="http://schemas.microsoft.com/office/drawing/2014/main" id="{CC347829-E16A-716C-8A6C-9B21209075B7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1" name="直接连接符 49180">
                <a:extLst>
                  <a:ext uri="{FF2B5EF4-FFF2-40B4-BE49-F238E27FC236}">
                    <a16:creationId xmlns:a16="http://schemas.microsoft.com/office/drawing/2014/main" id="{9E8FAF64-036C-62BE-2D71-FB04F8D45BC3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2" name="直接连接符 49181">
                <a:extLst>
                  <a:ext uri="{FF2B5EF4-FFF2-40B4-BE49-F238E27FC236}">
                    <a16:creationId xmlns:a16="http://schemas.microsoft.com/office/drawing/2014/main" id="{666C3FC3-E457-1869-8901-EDA2B13B5123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3" name="直接连接符 49182">
                <a:extLst>
                  <a:ext uri="{FF2B5EF4-FFF2-40B4-BE49-F238E27FC236}">
                    <a16:creationId xmlns:a16="http://schemas.microsoft.com/office/drawing/2014/main" id="{6E827E69-2229-4893-13B3-CB23E01388FB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4" name="直接连接符 49183">
                <a:extLst>
                  <a:ext uri="{FF2B5EF4-FFF2-40B4-BE49-F238E27FC236}">
                    <a16:creationId xmlns:a16="http://schemas.microsoft.com/office/drawing/2014/main" id="{925E5278-3CB6-32FD-3E79-7A8788FEBF0E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5" name="直接连接符 49184">
                <a:extLst>
                  <a:ext uri="{FF2B5EF4-FFF2-40B4-BE49-F238E27FC236}">
                    <a16:creationId xmlns:a16="http://schemas.microsoft.com/office/drawing/2014/main" id="{DF5B0910-76F8-DB57-A0C5-D5447C3A1988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6" name="直接连接符 49185">
                <a:extLst>
                  <a:ext uri="{FF2B5EF4-FFF2-40B4-BE49-F238E27FC236}">
                    <a16:creationId xmlns:a16="http://schemas.microsoft.com/office/drawing/2014/main" id="{51EABC0B-3013-F7F3-F4A4-289731FBA16A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7" name="直接连接符 49186">
                <a:extLst>
                  <a:ext uri="{FF2B5EF4-FFF2-40B4-BE49-F238E27FC236}">
                    <a16:creationId xmlns:a16="http://schemas.microsoft.com/office/drawing/2014/main" id="{6780754D-54D9-CE33-19D2-53EB3D3F4684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8" name="直接连接符 49187">
                <a:extLst>
                  <a:ext uri="{FF2B5EF4-FFF2-40B4-BE49-F238E27FC236}">
                    <a16:creationId xmlns:a16="http://schemas.microsoft.com/office/drawing/2014/main" id="{2F9BD674-A93B-45B7-A3A1-AEB4348FF119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89" name="直接连接符 49188">
                <a:extLst>
                  <a:ext uri="{FF2B5EF4-FFF2-40B4-BE49-F238E27FC236}">
                    <a16:creationId xmlns:a16="http://schemas.microsoft.com/office/drawing/2014/main" id="{AC019AD0-91F7-A364-CDD5-7195DF13896B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0" name="直接连接符 49189">
                <a:extLst>
                  <a:ext uri="{FF2B5EF4-FFF2-40B4-BE49-F238E27FC236}">
                    <a16:creationId xmlns:a16="http://schemas.microsoft.com/office/drawing/2014/main" id="{49A62D7A-17B2-CCE5-2F89-0B2982A091CB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1" name="直接连接符 49190">
                <a:extLst>
                  <a:ext uri="{FF2B5EF4-FFF2-40B4-BE49-F238E27FC236}">
                    <a16:creationId xmlns:a16="http://schemas.microsoft.com/office/drawing/2014/main" id="{CBBC2F82-8D6A-B1C5-9050-008E0867A230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2" name="直接连接符 49191">
                <a:extLst>
                  <a:ext uri="{FF2B5EF4-FFF2-40B4-BE49-F238E27FC236}">
                    <a16:creationId xmlns:a16="http://schemas.microsoft.com/office/drawing/2014/main" id="{130AE34C-581C-0361-C139-3AA7926B41CC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3" name="直接连接符 49192">
                <a:extLst>
                  <a:ext uri="{FF2B5EF4-FFF2-40B4-BE49-F238E27FC236}">
                    <a16:creationId xmlns:a16="http://schemas.microsoft.com/office/drawing/2014/main" id="{20AF6909-3D7E-0461-5D73-48D2E5C377D2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4" name="直接连接符 49193">
                <a:extLst>
                  <a:ext uri="{FF2B5EF4-FFF2-40B4-BE49-F238E27FC236}">
                    <a16:creationId xmlns:a16="http://schemas.microsoft.com/office/drawing/2014/main" id="{1DABF93F-CF6E-0929-B3A3-ECF1F1867567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5" name="直接连接符 49194">
                <a:extLst>
                  <a:ext uri="{FF2B5EF4-FFF2-40B4-BE49-F238E27FC236}">
                    <a16:creationId xmlns:a16="http://schemas.microsoft.com/office/drawing/2014/main" id="{7374A9F8-54C7-63E6-E5A4-EF018D22A592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6" name="直接连接符 49195">
                <a:extLst>
                  <a:ext uri="{FF2B5EF4-FFF2-40B4-BE49-F238E27FC236}">
                    <a16:creationId xmlns:a16="http://schemas.microsoft.com/office/drawing/2014/main" id="{5DDC7322-D81B-E76B-A89D-DC581048E7E9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7" name="直接连接符 49196">
                <a:extLst>
                  <a:ext uri="{FF2B5EF4-FFF2-40B4-BE49-F238E27FC236}">
                    <a16:creationId xmlns:a16="http://schemas.microsoft.com/office/drawing/2014/main" id="{9ACBBBD5-DF4B-AEA1-2A57-A1C4C9B9B419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8" name="直接连接符 49197">
                <a:extLst>
                  <a:ext uri="{FF2B5EF4-FFF2-40B4-BE49-F238E27FC236}">
                    <a16:creationId xmlns:a16="http://schemas.microsoft.com/office/drawing/2014/main" id="{8FD187ED-229D-BF71-0C21-8164B8297C4E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99" name="直接连接符 49198">
                <a:extLst>
                  <a:ext uri="{FF2B5EF4-FFF2-40B4-BE49-F238E27FC236}">
                    <a16:creationId xmlns:a16="http://schemas.microsoft.com/office/drawing/2014/main" id="{D103F18F-6C4E-1281-7B30-999BD27AF24C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0" name="直接连接符 49199">
                <a:extLst>
                  <a:ext uri="{FF2B5EF4-FFF2-40B4-BE49-F238E27FC236}">
                    <a16:creationId xmlns:a16="http://schemas.microsoft.com/office/drawing/2014/main" id="{E758EA73-E774-1613-D6C9-5259CD6C3FAC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1" name="直接连接符 49200">
                <a:extLst>
                  <a:ext uri="{FF2B5EF4-FFF2-40B4-BE49-F238E27FC236}">
                    <a16:creationId xmlns:a16="http://schemas.microsoft.com/office/drawing/2014/main" id="{2AA5D55C-12EC-D963-D67B-C8015812E70A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2" name="直接连接符 49201">
                <a:extLst>
                  <a:ext uri="{FF2B5EF4-FFF2-40B4-BE49-F238E27FC236}">
                    <a16:creationId xmlns:a16="http://schemas.microsoft.com/office/drawing/2014/main" id="{5BCB5013-36DF-4B4A-349A-B6B7E9A7B805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3" name="直接连接符 49202">
                <a:extLst>
                  <a:ext uri="{FF2B5EF4-FFF2-40B4-BE49-F238E27FC236}">
                    <a16:creationId xmlns:a16="http://schemas.microsoft.com/office/drawing/2014/main" id="{3B67DB4D-6D21-9E1D-1E28-01CBC991D397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4" name="直接连接符 49203">
                <a:extLst>
                  <a:ext uri="{FF2B5EF4-FFF2-40B4-BE49-F238E27FC236}">
                    <a16:creationId xmlns:a16="http://schemas.microsoft.com/office/drawing/2014/main" id="{EA3A3EB4-23F9-32D0-1875-6EC736C8A923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5" name="直接连接符 49204">
                <a:extLst>
                  <a:ext uri="{FF2B5EF4-FFF2-40B4-BE49-F238E27FC236}">
                    <a16:creationId xmlns:a16="http://schemas.microsoft.com/office/drawing/2014/main" id="{57A494C3-C149-D20E-95D7-12227EE4149A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6" name="直接连接符 49205">
                <a:extLst>
                  <a:ext uri="{FF2B5EF4-FFF2-40B4-BE49-F238E27FC236}">
                    <a16:creationId xmlns:a16="http://schemas.microsoft.com/office/drawing/2014/main" id="{5D5F0023-77E9-9235-8444-50D17FB10E0B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7" name="直接连接符 49206">
                <a:extLst>
                  <a:ext uri="{FF2B5EF4-FFF2-40B4-BE49-F238E27FC236}">
                    <a16:creationId xmlns:a16="http://schemas.microsoft.com/office/drawing/2014/main" id="{5F29F3B9-81AF-F453-5C9B-4F07F0504D1D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8" name="直接连接符 49207">
                <a:extLst>
                  <a:ext uri="{FF2B5EF4-FFF2-40B4-BE49-F238E27FC236}">
                    <a16:creationId xmlns:a16="http://schemas.microsoft.com/office/drawing/2014/main" id="{2EE77BA9-27BC-F5B6-B566-4726F879262B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09" name="直接连接符 49208">
                <a:extLst>
                  <a:ext uri="{FF2B5EF4-FFF2-40B4-BE49-F238E27FC236}">
                    <a16:creationId xmlns:a16="http://schemas.microsoft.com/office/drawing/2014/main" id="{95D989DF-2FB2-6C0B-2CCD-5E7773606E85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0" name="直接连接符 49209">
                <a:extLst>
                  <a:ext uri="{FF2B5EF4-FFF2-40B4-BE49-F238E27FC236}">
                    <a16:creationId xmlns:a16="http://schemas.microsoft.com/office/drawing/2014/main" id="{EFEDC5B4-7730-B067-FCC8-A9EA9F5351C6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1" name="直接连接符 49210">
                <a:extLst>
                  <a:ext uri="{FF2B5EF4-FFF2-40B4-BE49-F238E27FC236}">
                    <a16:creationId xmlns:a16="http://schemas.microsoft.com/office/drawing/2014/main" id="{6178E8B1-7D22-4CED-50FC-A0DE909BCA93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2" name="直接连接符 49211">
                <a:extLst>
                  <a:ext uri="{FF2B5EF4-FFF2-40B4-BE49-F238E27FC236}">
                    <a16:creationId xmlns:a16="http://schemas.microsoft.com/office/drawing/2014/main" id="{772D9AA9-4058-2C1F-0208-F1328784AA41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3" name="直接连接符 49212">
                <a:extLst>
                  <a:ext uri="{FF2B5EF4-FFF2-40B4-BE49-F238E27FC236}">
                    <a16:creationId xmlns:a16="http://schemas.microsoft.com/office/drawing/2014/main" id="{AD3121C9-F5F9-BEA2-7773-F36162C20724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4" name="直接连接符 49213">
                <a:extLst>
                  <a:ext uri="{FF2B5EF4-FFF2-40B4-BE49-F238E27FC236}">
                    <a16:creationId xmlns:a16="http://schemas.microsoft.com/office/drawing/2014/main" id="{32187D07-F9A3-CAF9-236D-F1861DF3996D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5" name="直接连接符 49214">
                <a:extLst>
                  <a:ext uri="{FF2B5EF4-FFF2-40B4-BE49-F238E27FC236}">
                    <a16:creationId xmlns:a16="http://schemas.microsoft.com/office/drawing/2014/main" id="{B32E80FC-71E1-AC61-6B6B-5B9407721C48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6" name="直接连接符 49215">
                <a:extLst>
                  <a:ext uri="{FF2B5EF4-FFF2-40B4-BE49-F238E27FC236}">
                    <a16:creationId xmlns:a16="http://schemas.microsoft.com/office/drawing/2014/main" id="{12179E21-B72A-5F98-3296-CFCC3BF08A33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7" name="直接连接符 49216">
                <a:extLst>
                  <a:ext uri="{FF2B5EF4-FFF2-40B4-BE49-F238E27FC236}">
                    <a16:creationId xmlns:a16="http://schemas.microsoft.com/office/drawing/2014/main" id="{E374541F-2D17-2794-E8FA-8FEBA58C4580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8" name="直接连接符 49217">
                <a:extLst>
                  <a:ext uri="{FF2B5EF4-FFF2-40B4-BE49-F238E27FC236}">
                    <a16:creationId xmlns:a16="http://schemas.microsoft.com/office/drawing/2014/main" id="{7D2B946E-9E0A-7A6F-3C9A-12DE12F11678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19" name="直接连接符 49218">
                <a:extLst>
                  <a:ext uri="{FF2B5EF4-FFF2-40B4-BE49-F238E27FC236}">
                    <a16:creationId xmlns:a16="http://schemas.microsoft.com/office/drawing/2014/main" id="{71B8D058-3831-C4E8-F683-31D348560BC9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0" name="直接连接符 49219">
                <a:extLst>
                  <a:ext uri="{FF2B5EF4-FFF2-40B4-BE49-F238E27FC236}">
                    <a16:creationId xmlns:a16="http://schemas.microsoft.com/office/drawing/2014/main" id="{0F5680AE-0548-9AB1-E836-DB55566CEC4F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1" name="直接连接符 49220">
                <a:extLst>
                  <a:ext uri="{FF2B5EF4-FFF2-40B4-BE49-F238E27FC236}">
                    <a16:creationId xmlns:a16="http://schemas.microsoft.com/office/drawing/2014/main" id="{5DE8A7C1-FE2E-9684-54C4-7877F6251749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2" name="直接连接符 49221">
                <a:extLst>
                  <a:ext uri="{FF2B5EF4-FFF2-40B4-BE49-F238E27FC236}">
                    <a16:creationId xmlns:a16="http://schemas.microsoft.com/office/drawing/2014/main" id="{476346BC-9DCF-7A51-3218-8A0608859672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3" name="直接连接符 49222">
                <a:extLst>
                  <a:ext uri="{FF2B5EF4-FFF2-40B4-BE49-F238E27FC236}">
                    <a16:creationId xmlns:a16="http://schemas.microsoft.com/office/drawing/2014/main" id="{CD97058A-FE94-E563-6B54-BC9EE999F11F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4" name="直接连接符 49223">
                <a:extLst>
                  <a:ext uri="{FF2B5EF4-FFF2-40B4-BE49-F238E27FC236}">
                    <a16:creationId xmlns:a16="http://schemas.microsoft.com/office/drawing/2014/main" id="{19EB2A3F-CF91-2268-8DE5-54FAB364B4FB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5" name="直接连接符 49224">
                <a:extLst>
                  <a:ext uri="{FF2B5EF4-FFF2-40B4-BE49-F238E27FC236}">
                    <a16:creationId xmlns:a16="http://schemas.microsoft.com/office/drawing/2014/main" id="{D7F5D8F8-FCDE-5167-D1CF-385B8607257B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6" name="直接连接符 49225">
                <a:extLst>
                  <a:ext uri="{FF2B5EF4-FFF2-40B4-BE49-F238E27FC236}">
                    <a16:creationId xmlns:a16="http://schemas.microsoft.com/office/drawing/2014/main" id="{785E9EFE-A63C-7169-72A4-16B4B5AE6C0A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27" name="直接连接符 49226">
                <a:extLst>
                  <a:ext uri="{FF2B5EF4-FFF2-40B4-BE49-F238E27FC236}">
                    <a16:creationId xmlns:a16="http://schemas.microsoft.com/office/drawing/2014/main" id="{267CE09C-D34B-0BBE-3DE2-EE5B239D682A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1EC0DA3-4B47-3011-5CA3-5786D1F49BB7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F8643ECD-58E2-305F-6A19-1B55204E31CE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E456420C-2104-13C5-84ED-72DC8292D05E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A412A7B0-FC71-FA40-C7C3-8AD6A5FA2211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D4E39767-A8EC-C92C-7B09-60EB8395D857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35BE5820-1D1A-2366-76BC-DE65EFB9ADB4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E9B481CE-23F8-33FE-7B3B-29E0E5AD360B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AF16540C-EE26-0CE3-61FD-6A1CDBA3846D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B51B89EC-6FE8-DAD2-45F4-D5272B6508AF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3C3EC15-8DF0-9EA3-8F35-9D2E76F412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67159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>
            <a:extLst>
              <a:ext uri="{FF2B5EF4-FFF2-40B4-BE49-F238E27FC236}">
                <a16:creationId xmlns:a16="http://schemas.microsoft.com/office/drawing/2014/main" id="{6DF84225-3DD6-4989-BDC9-AD15A51AB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DAG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5937EEF-A084-495E-A7B6-60DDE8570C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7700" y="1446214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dirty="0"/>
              <a:t>算法</a:t>
            </a:r>
          </a:p>
        </p:txBody>
      </p:sp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590AF7FF-F4EE-48C9-BFF7-745A9CBDD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C143BE-3234-4457-90F2-8997F9DFE36C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kumimoji="0" lang="en-US" altLang="zh-CN" sz="1400"/>
          </a:p>
        </p:txBody>
      </p:sp>
      <p:pic>
        <p:nvPicPr>
          <p:cNvPr id="46084" name="Picture 4" descr="kleinberg_03a05p102">
            <a:extLst>
              <a:ext uri="{FF2B5EF4-FFF2-40B4-BE49-F238E27FC236}">
                <a16:creationId xmlns:a16="http://schemas.microsoft.com/office/drawing/2014/main" id="{DD5AB142-6E74-4E89-944A-AB8E20462E43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508"/>
          <a:stretch>
            <a:fillRect/>
          </a:stretch>
        </p:blipFill>
        <p:spPr bwMode="auto">
          <a:xfrm>
            <a:off x="345364" y="1847443"/>
            <a:ext cx="6674909" cy="2143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6095" name="Group 15">
            <a:extLst>
              <a:ext uri="{FF2B5EF4-FFF2-40B4-BE49-F238E27FC236}">
                <a16:creationId xmlns:a16="http://schemas.microsoft.com/office/drawing/2014/main" id="{7378C340-2611-4FFE-87AE-D89B2862E477}"/>
              </a:ext>
            </a:extLst>
          </p:cNvPr>
          <p:cNvGrpSpPr>
            <a:grpSpLocks/>
          </p:cNvGrpSpPr>
          <p:nvPr/>
        </p:nvGrpSpPr>
        <p:grpSpPr bwMode="auto">
          <a:xfrm>
            <a:off x="7143273" y="2086837"/>
            <a:ext cx="1354138" cy="1524000"/>
            <a:chOff x="4656" y="1678"/>
            <a:chExt cx="853" cy="960"/>
          </a:xfrm>
        </p:grpSpPr>
        <p:sp>
          <p:nvSpPr>
            <p:cNvPr id="50185" name="Freeform 5">
              <a:extLst>
                <a:ext uri="{FF2B5EF4-FFF2-40B4-BE49-F238E27FC236}">
                  <a16:creationId xmlns:a16="http://schemas.microsoft.com/office/drawing/2014/main" id="{AA41D40C-3EB9-4622-B245-F0E928E6F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1678"/>
              <a:ext cx="853" cy="576"/>
            </a:xfrm>
            <a:custGeom>
              <a:avLst/>
              <a:gdLst>
                <a:gd name="T0" fmla="*/ 6 w 1813"/>
                <a:gd name="T1" fmla="*/ 14 h 960"/>
                <a:gd name="T2" fmla="*/ 10 w 1813"/>
                <a:gd name="T3" fmla="*/ 6 h 960"/>
                <a:gd name="T4" fmla="*/ 14 w 1813"/>
                <a:gd name="T5" fmla="*/ 5 h 960"/>
                <a:gd name="T6" fmla="*/ 19 w 1813"/>
                <a:gd name="T7" fmla="*/ 2 h 960"/>
                <a:gd name="T8" fmla="*/ 20 w 1813"/>
                <a:gd name="T9" fmla="*/ 1 h 960"/>
                <a:gd name="T10" fmla="*/ 21 w 1813"/>
                <a:gd name="T11" fmla="*/ 1 h 960"/>
                <a:gd name="T12" fmla="*/ 23 w 1813"/>
                <a:gd name="T13" fmla="*/ 0 h 960"/>
                <a:gd name="T14" fmla="*/ 32 w 1813"/>
                <a:gd name="T15" fmla="*/ 1 h 960"/>
                <a:gd name="T16" fmla="*/ 34 w 1813"/>
                <a:gd name="T17" fmla="*/ 2 h 960"/>
                <a:gd name="T18" fmla="*/ 35 w 1813"/>
                <a:gd name="T19" fmla="*/ 4 h 960"/>
                <a:gd name="T20" fmla="*/ 38 w 1813"/>
                <a:gd name="T21" fmla="*/ 8 h 960"/>
                <a:gd name="T22" fmla="*/ 40 w 1813"/>
                <a:gd name="T23" fmla="*/ 12 h 960"/>
                <a:gd name="T24" fmla="*/ 41 w 1813"/>
                <a:gd name="T25" fmla="*/ 20 h 960"/>
                <a:gd name="T26" fmla="*/ 41 w 1813"/>
                <a:gd name="T27" fmla="*/ 44 h 960"/>
                <a:gd name="T28" fmla="*/ 40 w 1813"/>
                <a:gd name="T29" fmla="*/ 55 h 960"/>
                <a:gd name="T30" fmla="*/ 37 w 1813"/>
                <a:gd name="T31" fmla="*/ 66 h 960"/>
                <a:gd name="T32" fmla="*/ 35 w 1813"/>
                <a:gd name="T33" fmla="*/ 70 h 960"/>
                <a:gd name="T34" fmla="*/ 32 w 1813"/>
                <a:gd name="T35" fmla="*/ 73 h 960"/>
                <a:gd name="T36" fmla="*/ 29 w 1813"/>
                <a:gd name="T37" fmla="*/ 75 h 960"/>
                <a:gd name="T38" fmla="*/ 17 w 1813"/>
                <a:gd name="T39" fmla="*/ 74 h 960"/>
                <a:gd name="T40" fmla="*/ 11 w 1813"/>
                <a:gd name="T41" fmla="*/ 68 h 960"/>
                <a:gd name="T42" fmla="*/ 9 w 1813"/>
                <a:gd name="T43" fmla="*/ 65 h 960"/>
                <a:gd name="T44" fmla="*/ 7 w 1813"/>
                <a:gd name="T45" fmla="*/ 64 h 960"/>
                <a:gd name="T46" fmla="*/ 5 w 1813"/>
                <a:gd name="T47" fmla="*/ 60 h 960"/>
                <a:gd name="T48" fmla="*/ 4 w 1813"/>
                <a:gd name="T49" fmla="*/ 56 h 960"/>
                <a:gd name="T50" fmla="*/ 3 w 1813"/>
                <a:gd name="T51" fmla="*/ 52 h 960"/>
                <a:gd name="T52" fmla="*/ 0 w 1813"/>
                <a:gd name="T53" fmla="*/ 37 h 960"/>
                <a:gd name="T54" fmla="*/ 6 w 1813"/>
                <a:gd name="T55" fmla="*/ 14 h 960"/>
                <a:gd name="T56" fmla="*/ 6 w 1813"/>
                <a:gd name="T57" fmla="*/ 14 h 96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813" h="960">
                  <a:moveTo>
                    <a:pt x="272" y="175"/>
                  </a:moveTo>
                  <a:cubicBezTo>
                    <a:pt x="309" y="153"/>
                    <a:pt x="414" y="75"/>
                    <a:pt x="453" y="72"/>
                  </a:cubicBezTo>
                  <a:cubicBezTo>
                    <a:pt x="506" y="67"/>
                    <a:pt x="560" y="68"/>
                    <a:pt x="614" y="66"/>
                  </a:cubicBezTo>
                  <a:cubicBezTo>
                    <a:pt x="684" y="47"/>
                    <a:pt x="757" y="33"/>
                    <a:pt x="830" y="22"/>
                  </a:cubicBezTo>
                  <a:cubicBezTo>
                    <a:pt x="844" y="20"/>
                    <a:pt x="857" y="18"/>
                    <a:pt x="871" y="17"/>
                  </a:cubicBezTo>
                  <a:cubicBezTo>
                    <a:pt x="880" y="15"/>
                    <a:pt x="890" y="13"/>
                    <a:pt x="899" y="11"/>
                  </a:cubicBezTo>
                  <a:cubicBezTo>
                    <a:pt x="923" y="7"/>
                    <a:pt x="968" y="0"/>
                    <a:pt x="968" y="0"/>
                  </a:cubicBezTo>
                  <a:cubicBezTo>
                    <a:pt x="1106" y="2"/>
                    <a:pt x="1243" y="2"/>
                    <a:pt x="1381" y="6"/>
                  </a:cubicBezTo>
                  <a:cubicBezTo>
                    <a:pt x="1403" y="6"/>
                    <a:pt x="1444" y="13"/>
                    <a:pt x="1464" y="22"/>
                  </a:cubicBezTo>
                  <a:cubicBezTo>
                    <a:pt x="1537" y="53"/>
                    <a:pt x="1479" y="37"/>
                    <a:pt x="1528" y="50"/>
                  </a:cubicBezTo>
                  <a:cubicBezTo>
                    <a:pt x="1560" y="67"/>
                    <a:pt x="1593" y="88"/>
                    <a:pt x="1632" y="98"/>
                  </a:cubicBezTo>
                  <a:cubicBezTo>
                    <a:pt x="1665" y="116"/>
                    <a:pt x="1691" y="137"/>
                    <a:pt x="1723" y="153"/>
                  </a:cubicBezTo>
                  <a:cubicBezTo>
                    <a:pt x="1751" y="185"/>
                    <a:pt x="1772" y="220"/>
                    <a:pt x="1799" y="251"/>
                  </a:cubicBezTo>
                  <a:cubicBezTo>
                    <a:pt x="1813" y="358"/>
                    <a:pt x="1807" y="461"/>
                    <a:pt x="1764" y="562"/>
                  </a:cubicBezTo>
                  <a:cubicBezTo>
                    <a:pt x="1760" y="622"/>
                    <a:pt x="1775" y="661"/>
                    <a:pt x="1737" y="704"/>
                  </a:cubicBezTo>
                  <a:cubicBezTo>
                    <a:pt x="1713" y="760"/>
                    <a:pt x="1645" y="814"/>
                    <a:pt x="1583" y="846"/>
                  </a:cubicBezTo>
                  <a:cubicBezTo>
                    <a:pt x="1564" y="868"/>
                    <a:pt x="1535" y="886"/>
                    <a:pt x="1506" y="900"/>
                  </a:cubicBezTo>
                  <a:cubicBezTo>
                    <a:pt x="1482" y="929"/>
                    <a:pt x="1448" y="926"/>
                    <a:pt x="1409" y="933"/>
                  </a:cubicBezTo>
                  <a:cubicBezTo>
                    <a:pt x="1358" y="943"/>
                    <a:pt x="1306" y="949"/>
                    <a:pt x="1255" y="960"/>
                  </a:cubicBezTo>
                  <a:cubicBezTo>
                    <a:pt x="1089" y="958"/>
                    <a:pt x="925" y="958"/>
                    <a:pt x="759" y="955"/>
                  </a:cubicBezTo>
                  <a:cubicBezTo>
                    <a:pt x="655" y="954"/>
                    <a:pt x="557" y="907"/>
                    <a:pt x="463" y="882"/>
                  </a:cubicBezTo>
                  <a:cubicBezTo>
                    <a:pt x="448" y="864"/>
                    <a:pt x="414" y="853"/>
                    <a:pt x="392" y="840"/>
                  </a:cubicBezTo>
                  <a:cubicBezTo>
                    <a:pt x="379" y="832"/>
                    <a:pt x="297" y="816"/>
                    <a:pt x="297" y="816"/>
                  </a:cubicBezTo>
                  <a:cubicBezTo>
                    <a:pt x="282" y="791"/>
                    <a:pt x="259" y="793"/>
                    <a:pt x="226" y="775"/>
                  </a:cubicBezTo>
                  <a:cubicBezTo>
                    <a:pt x="221" y="770"/>
                    <a:pt x="172" y="720"/>
                    <a:pt x="166" y="716"/>
                  </a:cubicBezTo>
                  <a:cubicBezTo>
                    <a:pt x="158" y="706"/>
                    <a:pt x="137" y="716"/>
                    <a:pt x="113" y="674"/>
                  </a:cubicBezTo>
                  <a:cubicBezTo>
                    <a:pt x="89" y="632"/>
                    <a:pt x="0" y="547"/>
                    <a:pt x="24" y="466"/>
                  </a:cubicBezTo>
                  <a:cubicBezTo>
                    <a:pt x="48" y="385"/>
                    <a:pt x="217" y="234"/>
                    <a:pt x="258" y="186"/>
                  </a:cubicBezTo>
                  <a:cubicBezTo>
                    <a:pt x="273" y="167"/>
                    <a:pt x="272" y="163"/>
                    <a:pt x="272" y="175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0186" name="Text Box 6">
              <a:extLst>
                <a:ext uri="{FF2B5EF4-FFF2-40B4-BE49-F238E27FC236}">
                  <a16:creationId xmlns:a16="http://schemas.microsoft.com/office/drawing/2014/main" id="{2D6B5144-E1F7-4CCF-B835-62B3E68EB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9" y="1846"/>
              <a:ext cx="389" cy="21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Comic Sans MS" panose="030F0702030302020204" pitchFamily="66" charset="0"/>
                </a:rPr>
                <a:t>DAG</a:t>
              </a:r>
            </a:p>
          </p:txBody>
        </p:sp>
        <p:sp>
          <p:nvSpPr>
            <p:cNvPr id="50187" name="Oval 7">
              <a:extLst>
                <a:ext uri="{FF2B5EF4-FFF2-40B4-BE49-F238E27FC236}">
                  <a16:creationId xmlns:a16="http://schemas.microsoft.com/office/drawing/2014/main" id="{D4E4B8F5-EC84-4967-9DBD-D9E04ED87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368"/>
              <a:ext cx="143" cy="14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Comic Sans MS" panose="030F0702030302020204" pitchFamily="66" charset="0"/>
                </a:rPr>
                <a:t>v</a:t>
              </a:r>
            </a:p>
          </p:txBody>
        </p:sp>
        <p:sp>
          <p:nvSpPr>
            <p:cNvPr id="50188" name="Line 8">
              <a:extLst>
                <a:ext uri="{FF2B5EF4-FFF2-40B4-BE49-F238E27FC236}">
                  <a16:creationId xmlns:a16="http://schemas.microsoft.com/office/drawing/2014/main" id="{323D9D7A-FEBE-450B-8E38-A64B5243D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2446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0189" name="Line 9">
              <a:extLst>
                <a:ext uri="{FF2B5EF4-FFF2-40B4-BE49-F238E27FC236}">
                  <a16:creationId xmlns:a16="http://schemas.microsoft.com/office/drawing/2014/main" id="{FB51C531-716D-4900-BC71-34A46A567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9" y="2494"/>
              <a:ext cx="167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0190" name="Line 10">
              <a:extLst>
                <a:ext uri="{FF2B5EF4-FFF2-40B4-BE49-F238E27FC236}">
                  <a16:creationId xmlns:a16="http://schemas.microsoft.com/office/drawing/2014/main" id="{E14D1CD9-7DC8-4CD4-914A-B8CA4AD1E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5" y="2138"/>
              <a:ext cx="96" cy="24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prstDash val="dash"/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0191" name="Line 11">
              <a:extLst>
                <a:ext uri="{FF2B5EF4-FFF2-40B4-BE49-F238E27FC236}">
                  <a16:creationId xmlns:a16="http://schemas.microsoft.com/office/drawing/2014/main" id="{CAB5D6F2-656F-439F-B487-4F3889D003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99" y="2143"/>
              <a:ext cx="124" cy="225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prstDash val="dash"/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0192" name="Line 12">
              <a:extLst>
                <a:ext uri="{FF2B5EF4-FFF2-40B4-BE49-F238E27FC236}">
                  <a16:creationId xmlns:a16="http://schemas.microsoft.com/office/drawing/2014/main" id="{5E3C97FA-2FB3-416C-90BC-8E3BFA8EA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6" y="2110"/>
              <a:ext cx="0" cy="255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prstDash val="dash"/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46093" name="Text Box 13">
            <a:extLst>
              <a:ext uri="{FF2B5EF4-FFF2-40B4-BE49-F238E27FC236}">
                <a16:creationId xmlns:a16="http://schemas.microsoft.com/office/drawing/2014/main" id="{326D88E2-0669-49EF-A633-6CE12DE7F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4142537"/>
            <a:ext cx="838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/>
              <a:t>定理</a:t>
            </a:r>
            <a:r>
              <a:rPr lang="zh-CN" altLang="en-US" sz="2800" dirty="0"/>
              <a:t> 上面算法</a:t>
            </a:r>
            <a:r>
              <a:rPr lang="zh-CN" altLang="en-US" sz="2800" dirty="0">
                <a:latin typeface="Comic Sans MS" panose="030F0702030302020204" pitchFamily="66" charset="0"/>
              </a:rPr>
              <a:t>在 </a:t>
            </a:r>
            <a:r>
              <a:rPr lang="en-US" altLang="zh-CN" sz="2800" dirty="0">
                <a:latin typeface="Comic Sans MS" panose="030F0702030302020204" pitchFamily="66" charset="0"/>
              </a:rPr>
              <a:t>O(m + n) </a:t>
            </a:r>
            <a:r>
              <a:rPr lang="zh-CN" altLang="en-US" sz="2800" dirty="0">
                <a:latin typeface="Comic Sans MS" panose="030F0702030302020204" pitchFamily="66" charset="0"/>
              </a:rPr>
              <a:t>时间内找到一个拓扑排序.</a:t>
            </a:r>
          </a:p>
        </p:txBody>
      </p:sp>
      <p:sp>
        <p:nvSpPr>
          <p:cNvPr id="46094" name="Text Box 14">
            <a:extLst>
              <a:ext uri="{FF2B5EF4-FFF2-40B4-BE49-F238E27FC236}">
                <a16:creationId xmlns:a16="http://schemas.microsoft.com/office/drawing/2014/main" id="{E74B1F93-A6F1-4E23-B695-3C789E5DA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699" y="4881564"/>
            <a:ext cx="8041271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/>
              <a:t>Pf. </a:t>
            </a:r>
            <a:r>
              <a:rPr lang="zh-CN" altLang="en-US" sz="2800" dirty="0"/>
              <a:t>考虑边逐次递减的代价</a:t>
            </a:r>
            <a:r>
              <a:rPr lang="en-US" altLang="zh-CN" sz="2800" dirty="0"/>
              <a:t>O(m); </a:t>
            </a:r>
            <a:r>
              <a:rPr lang="zh-CN" altLang="en-US" sz="2800" dirty="0"/>
              <a:t>追踪被删除的结点代价</a:t>
            </a:r>
            <a:r>
              <a:rPr lang="en-US" altLang="zh-CN" sz="2800" dirty="0"/>
              <a:t>O(n).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89F67FF-D09E-4039-A55B-6DC7E55A6C74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2B14C00-2123-8588-B11E-D41DCCD972AE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88C35045-A817-CD52-0658-5449D94B5A1B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FF29A07-8D20-C5F3-7AAA-4F7E0B4919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44251C6-3F78-E904-8B97-D2EAE7326F40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F21EC0F-7B8D-AC45-1219-7A663CC17C6A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BCB680F-D25D-8A8E-025C-CF626AA071AE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FE8FAD45-BAB6-86A1-6992-BA9B1A5314DA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D5882836-44AF-060F-5F48-B5887ABD2182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3875B34B-3781-5EBF-0A88-E53315FF7D2C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1F4294DD-858D-6CB1-A84D-BD69C4A268D5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3ED4629F-F561-2A1E-D697-54D15BE5779B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EB695B1F-A3EC-684D-C9B3-F1C29876EF25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B951C532-7FF9-4D66-8BFD-87224716FDD4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AF045DFF-AE66-A7A6-315A-CF3EAFB6C2AB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42A34EA5-EEFC-8278-B1B2-22BAD6E34E36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D12A1428-1B4C-ECEB-F5B0-4DEEDEFFDE3B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5C2C200-CDF5-5D6C-B980-F6CB065A052B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E5CE1987-4B08-41C6-EE6C-19B06EFED450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85C79F5C-DA1F-0501-2B25-4D9C012B8081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3D1B4117-A714-1ED8-4492-B8F5F8AA0CB7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F3BB0841-823F-3495-97E2-892765620A53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129A67FC-2D5E-F93C-2014-8D75472AA4F6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906EF87C-69C8-6877-9D83-44470E073BA5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0FB076C4-D8F3-3450-2FCD-E4B38F826045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475A0C8-E3BF-3332-B314-70C87AD160CA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4C58B5CB-0F24-FC45-D777-6CCC94EF8FE2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6BD704FE-CF1B-698E-1424-9A5BD1765D73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324DE8C7-5865-8FDE-55BD-B5F2BE5A3A56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605C8482-8C40-A829-9BE5-DBFF3856AE9C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C939C67A-5485-853F-C443-ACFB5E662850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3037B885-D3DB-11B9-C09E-2124EF179585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1CB66149-5C24-E569-9B5F-F3CB6896BE02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3C3042FF-BD58-DCDE-36C4-46F127494D88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EE4657ED-3DD6-63EB-4DBB-478292788D5E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0BE9A563-193B-F8A8-784A-31F74AFD808B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E774AF40-8F9B-D860-9974-C766A5280AE7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A062A55B-8332-7A10-29AD-BB1CFCCB39CB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907850E1-1CA4-6999-2161-3A8AD00D88BB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E45C8AD1-A5FC-72E1-3E19-06E91B630B09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0B157B1F-F74E-2495-75D6-753FFEE9445C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DCD8DFE4-C2BC-99BB-AA2A-A3F285C2B66F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A6988011-FC90-C812-4A7E-D33AFB83729E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35549F54-DE6E-2EF2-2E02-CB9167F5CEEA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F8CF0ACB-DCC3-CBE7-E134-944A8AE816E6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212667FF-10F3-90E8-7A7D-48AC18786169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1DA6F434-980B-10EC-1336-16206C1E0747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0BAD1DEE-E284-3811-B23E-2D0FE270F2C8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334354B5-B61F-15F5-D35F-4BBED90735EA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D963FE5F-22A6-831F-D305-0E75008DFEC4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3CB0F92A-F288-6566-5F17-BC05AE04E364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65D40993-7548-B7F7-6A94-56EB288D510E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76" name="直接连接符 50175">
                <a:extLst>
                  <a:ext uri="{FF2B5EF4-FFF2-40B4-BE49-F238E27FC236}">
                    <a16:creationId xmlns:a16="http://schemas.microsoft.com/office/drawing/2014/main" id="{CF2DCE1F-706E-1A49-9398-189297544A06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77" name="直接连接符 50176">
                <a:extLst>
                  <a:ext uri="{FF2B5EF4-FFF2-40B4-BE49-F238E27FC236}">
                    <a16:creationId xmlns:a16="http://schemas.microsoft.com/office/drawing/2014/main" id="{8A25BD45-61E1-AE13-3146-91120C75777B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80" name="直接连接符 50179">
                <a:extLst>
                  <a:ext uri="{FF2B5EF4-FFF2-40B4-BE49-F238E27FC236}">
                    <a16:creationId xmlns:a16="http://schemas.microsoft.com/office/drawing/2014/main" id="{78DEBF4E-5014-87F8-7212-CDA0B13FCD49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81" name="直接连接符 50180">
                <a:extLst>
                  <a:ext uri="{FF2B5EF4-FFF2-40B4-BE49-F238E27FC236}">
                    <a16:creationId xmlns:a16="http://schemas.microsoft.com/office/drawing/2014/main" id="{A05A561D-A723-90C2-1C02-5FC7A53BDEE8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82" name="直接连接符 50181">
                <a:extLst>
                  <a:ext uri="{FF2B5EF4-FFF2-40B4-BE49-F238E27FC236}">
                    <a16:creationId xmlns:a16="http://schemas.microsoft.com/office/drawing/2014/main" id="{7A264293-DF50-5B9A-7108-6641CF732DCD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83" name="直接连接符 50182">
                <a:extLst>
                  <a:ext uri="{FF2B5EF4-FFF2-40B4-BE49-F238E27FC236}">
                    <a16:creationId xmlns:a16="http://schemas.microsoft.com/office/drawing/2014/main" id="{DD2EB05F-E167-A66C-BF39-F16CC9BB7462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84" name="直接连接符 50183">
                <a:extLst>
                  <a:ext uri="{FF2B5EF4-FFF2-40B4-BE49-F238E27FC236}">
                    <a16:creationId xmlns:a16="http://schemas.microsoft.com/office/drawing/2014/main" id="{D3841E40-9877-81D0-5E05-05DC1DFCFBB3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93" name="直接连接符 50192">
                <a:extLst>
                  <a:ext uri="{FF2B5EF4-FFF2-40B4-BE49-F238E27FC236}">
                    <a16:creationId xmlns:a16="http://schemas.microsoft.com/office/drawing/2014/main" id="{814DD8AB-CA59-606C-138C-9360F68B89B1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94" name="直接连接符 50193">
                <a:extLst>
                  <a:ext uri="{FF2B5EF4-FFF2-40B4-BE49-F238E27FC236}">
                    <a16:creationId xmlns:a16="http://schemas.microsoft.com/office/drawing/2014/main" id="{A120A1FA-B2A4-0B7E-179B-2ACA2FBAF731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95" name="直接连接符 50194">
                <a:extLst>
                  <a:ext uri="{FF2B5EF4-FFF2-40B4-BE49-F238E27FC236}">
                    <a16:creationId xmlns:a16="http://schemas.microsoft.com/office/drawing/2014/main" id="{AC79DFA6-3530-E05E-F981-2EB62903CB8E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96" name="直接连接符 50195">
                <a:extLst>
                  <a:ext uri="{FF2B5EF4-FFF2-40B4-BE49-F238E27FC236}">
                    <a16:creationId xmlns:a16="http://schemas.microsoft.com/office/drawing/2014/main" id="{BBEDF617-916E-C0B1-E3E8-46A8594F5D1F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97" name="直接连接符 50196">
                <a:extLst>
                  <a:ext uri="{FF2B5EF4-FFF2-40B4-BE49-F238E27FC236}">
                    <a16:creationId xmlns:a16="http://schemas.microsoft.com/office/drawing/2014/main" id="{36D34339-58A3-9C31-0C3A-7D961F001C03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98" name="直接连接符 50197">
                <a:extLst>
                  <a:ext uri="{FF2B5EF4-FFF2-40B4-BE49-F238E27FC236}">
                    <a16:creationId xmlns:a16="http://schemas.microsoft.com/office/drawing/2014/main" id="{B13FB922-B0FE-3BAA-5505-C02F6C0357A7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99" name="直接连接符 50198">
                <a:extLst>
                  <a:ext uri="{FF2B5EF4-FFF2-40B4-BE49-F238E27FC236}">
                    <a16:creationId xmlns:a16="http://schemas.microsoft.com/office/drawing/2014/main" id="{28B18A44-9BA8-1A81-B69F-6AF438B998EF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0" name="直接连接符 50199">
                <a:extLst>
                  <a:ext uri="{FF2B5EF4-FFF2-40B4-BE49-F238E27FC236}">
                    <a16:creationId xmlns:a16="http://schemas.microsoft.com/office/drawing/2014/main" id="{40BF41D9-8661-32E2-F913-26CDE73291F3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1" name="直接连接符 50200">
                <a:extLst>
                  <a:ext uri="{FF2B5EF4-FFF2-40B4-BE49-F238E27FC236}">
                    <a16:creationId xmlns:a16="http://schemas.microsoft.com/office/drawing/2014/main" id="{C48402CB-094F-B3C1-0517-51FF192DBB4A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2" name="直接连接符 50201">
                <a:extLst>
                  <a:ext uri="{FF2B5EF4-FFF2-40B4-BE49-F238E27FC236}">
                    <a16:creationId xmlns:a16="http://schemas.microsoft.com/office/drawing/2014/main" id="{53C2D585-4590-7E7A-6E53-DD64CD0DE160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3" name="直接连接符 50202">
                <a:extLst>
                  <a:ext uri="{FF2B5EF4-FFF2-40B4-BE49-F238E27FC236}">
                    <a16:creationId xmlns:a16="http://schemas.microsoft.com/office/drawing/2014/main" id="{3F2AE1EF-C67F-EC3F-0503-D1426E3E635A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4" name="直接连接符 50203">
                <a:extLst>
                  <a:ext uri="{FF2B5EF4-FFF2-40B4-BE49-F238E27FC236}">
                    <a16:creationId xmlns:a16="http://schemas.microsoft.com/office/drawing/2014/main" id="{4DC0F7D2-4D54-CC68-F9D9-B500305F35CD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5" name="直接连接符 50204">
                <a:extLst>
                  <a:ext uri="{FF2B5EF4-FFF2-40B4-BE49-F238E27FC236}">
                    <a16:creationId xmlns:a16="http://schemas.microsoft.com/office/drawing/2014/main" id="{D78126AA-A87B-0D01-D471-200C6254248C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6" name="直接连接符 50205">
                <a:extLst>
                  <a:ext uri="{FF2B5EF4-FFF2-40B4-BE49-F238E27FC236}">
                    <a16:creationId xmlns:a16="http://schemas.microsoft.com/office/drawing/2014/main" id="{E34497DB-3253-BCE4-776E-9C33004D6AF5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7" name="直接连接符 50206">
                <a:extLst>
                  <a:ext uri="{FF2B5EF4-FFF2-40B4-BE49-F238E27FC236}">
                    <a16:creationId xmlns:a16="http://schemas.microsoft.com/office/drawing/2014/main" id="{2E958762-C7C3-C005-B86D-62A8C36DB615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8" name="直接连接符 50207">
                <a:extLst>
                  <a:ext uri="{FF2B5EF4-FFF2-40B4-BE49-F238E27FC236}">
                    <a16:creationId xmlns:a16="http://schemas.microsoft.com/office/drawing/2014/main" id="{B5D54C9B-5906-B2DF-FF72-8B7DBC9F9B88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9" name="直接连接符 50208">
                <a:extLst>
                  <a:ext uri="{FF2B5EF4-FFF2-40B4-BE49-F238E27FC236}">
                    <a16:creationId xmlns:a16="http://schemas.microsoft.com/office/drawing/2014/main" id="{6B94D62F-98EC-CF6A-4B7F-DC96DAD03E25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0" name="直接连接符 50209">
                <a:extLst>
                  <a:ext uri="{FF2B5EF4-FFF2-40B4-BE49-F238E27FC236}">
                    <a16:creationId xmlns:a16="http://schemas.microsoft.com/office/drawing/2014/main" id="{B4A087A7-0C0C-4A5C-5E0D-BE089325A343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1" name="直接连接符 50210">
                <a:extLst>
                  <a:ext uri="{FF2B5EF4-FFF2-40B4-BE49-F238E27FC236}">
                    <a16:creationId xmlns:a16="http://schemas.microsoft.com/office/drawing/2014/main" id="{D9504859-DBEE-4CCF-1AE1-9A55D9684B35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2" name="直接连接符 50211">
                <a:extLst>
                  <a:ext uri="{FF2B5EF4-FFF2-40B4-BE49-F238E27FC236}">
                    <a16:creationId xmlns:a16="http://schemas.microsoft.com/office/drawing/2014/main" id="{620A3AAD-9254-8CC3-0EA1-641CFCDDD323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3" name="直接连接符 50212">
                <a:extLst>
                  <a:ext uri="{FF2B5EF4-FFF2-40B4-BE49-F238E27FC236}">
                    <a16:creationId xmlns:a16="http://schemas.microsoft.com/office/drawing/2014/main" id="{2BDE4EDC-796A-4430-2F97-D78CD9AE6C29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4" name="直接连接符 50213">
                <a:extLst>
                  <a:ext uri="{FF2B5EF4-FFF2-40B4-BE49-F238E27FC236}">
                    <a16:creationId xmlns:a16="http://schemas.microsoft.com/office/drawing/2014/main" id="{1D71E1C2-F0B1-B923-7FD0-324A52A75EBA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5" name="直接连接符 50214">
                <a:extLst>
                  <a:ext uri="{FF2B5EF4-FFF2-40B4-BE49-F238E27FC236}">
                    <a16:creationId xmlns:a16="http://schemas.microsoft.com/office/drawing/2014/main" id="{25F32286-CB60-BCCC-0344-D8141E4BDBEC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6" name="直接连接符 50215">
                <a:extLst>
                  <a:ext uri="{FF2B5EF4-FFF2-40B4-BE49-F238E27FC236}">
                    <a16:creationId xmlns:a16="http://schemas.microsoft.com/office/drawing/2014/main" id="{AF1B2D0A-0B1B-3566-3655-E59434F57E9A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7" name="直接连接符 50216">
                <a:extLst>
                  <a:ext uri="{FF2B5EF4-FFF2-40B4-BE49-F238E27FC236}">
                    <a16:creationId xmlns:a16="http://schemas.microsoft.com/office/drawing/2014/main" id="{72D7223A-F34B-B791-7878-5ED14E264D1C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8" name="直接连接符 50217">
                <a:extLst>
                  <a:ext uri="{FF2B5EF4-FFF2-40B4-BE49-F238E27FC236}">
                    <a16:creationId xmlns:a16="http://schemas.microsoft.com/office/drawing/2014/main" id="{913C358D-5C74-A938-3783-91627A084CCB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9" name="直接连接符 50218">
                <a:extLst>
                  <a:ext uri="{FF2B5EF4-FFF2-40B4-BE49-F238E27FC236}">
                    <a16:creationId xmlns:a16="http://schemas.microsoft.com/office/drawing/2014/main" id="{63F88E8C-6F89-D3F3-329C-81218DAFB4D0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0" name="直接连接符 50219">
                <a:extLst>
                  <a:ext uri="{FF2B5EF4-FFF2-40B4-BE49-F238E27FC236}">
                    <a16:creationId xmlns:a16="http://schemas.microsoft.com/office/drawing/2014/main" id="{1AC6F71D-A3BB-F853-84C5-96511C324082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1" name="直接连接符 50220">
                <a:extLst>
                  <a:ext uri="{FF2B5EF4-FFF2-40B4-BE49-F238E27FC236}">
                    <a16:creationId xmlns:a16="http://schemas.microsoft.com/office/drawing/2014/main" id="{334F3FF6-B269-A492-E758-7D42EC46B118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2" name="直接连接符 50221">
                <a:extLst>
                  <a:ext uri="{FF2B5EF4-FFF2-40B4-BE49-F238E27FC236}">
                    <a16:creationId xmlns:a16="http://schemas.microsoft.com/office/drawing/2014/main" id="{E01C7CC6-A36D-24EF-EF3A-4C1A7AAD40FE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3" name="直接连接符 50222">
                <a:extLst>
                  <a:ext uri="{FF2B5EF4-FFF2-40B4-BE49-F238E27FC236}">
                    <a16:creationId xmlns:a16="http://schemas.microsoft.com/office/drawing/2014/main" id="{78011CB4-3F02-959E-7ED9-504E7B160808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4" name="直接连接符 50223">
                <a:extLst>
                  <a:ext uri="{FF2B5EF4-FFF2-40B4-BE49-F238E27FC236}">
                    <a16:creationId xmlns:a16="http://schemas.microsoft.com/office/drawing/2014/main" id="{D39860AC-6D01-0ED4-76EE-763D6EC05D56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5" name="直接连接符 50224">
                <a:extLst>
                  <a:ext uri="{FF2B5EF4-FFF2-40B4-BE49-F238E27FC236}">
                    <a16:creationId xmlns:a16="http://schemas.microsoft.com/office/drawing/2014/main" id="{C8180FAC-C34E-8236-04AD-2C9AB5A6AACF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6" name="直接连接符 50225">
                <a:extLst>
                  <a:ext uri="{FF2B5EF4-FFF2-40B4-BE49-F238E27FC236}">
                    <a16:creationId xmlns:a16="http://schemas.microsoft.com/office/drawing/2014/main" id="{1F0579E2-4CB3-79AD-4EDA-8E214E8463F1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7" name="直接连接符 50226">
                <a:extLst>
                  <a:ext uri="{FF2B5EF4-FFF2-40B4-BE49-F238E27FC236}">
                    <a16:creationId xmlns:a16="http://schemas.microsoft.com/office/drawing/2014/main" id="{D379E250-EF7B-879A-6DE8-70BEBD38D98C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8" name="直接连接符 50227">
                <a:extLst>
                  <a:ext uri="{FF2B5EF4-FFF2-40B4-BE49-F238E27FC236}">
                    <a16:creationId xmlns:a16="http://schemas.microsoft.com/office/drawing/2014/main" id="{F87E3555-4981-F74D-CBC5-A015AAC84B12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9" name="直接连接符 50228">
                <a:extLst>
                  <a:ext uri="{FF2B5EF4-FFF2-40B4-BE49-F238E27FC236}">
                    <a16:creationId xmlns:a16="http://schemas.microsoft.com/office/drawing/2014/main" id="{DC45B05E-E9CF-FE48-BCF4-B8D046240029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0" name="直接连接符 50229">
                <a:extLst>
                  <a:ext uri="{FF2B5EF4-FFF2-40B4-BE49-F238E27FC236}">
                    <a16:creationId xmlns:a16="http://schemas.microsoft.com/office/drawing/2014/main" id="{BCD731B6-21FE-650B-B89D-26860DAC3BC7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1" name="直接连接符 50230">
                <a:extLst>
                  <a:ext uri="{FF2B5EF4-FFF2-40B4-BE49-F238E27FC236}">
                    <a16:creationId xmlns:a16="http://schemas.microsoft.com/office/drawing/2014/main" id="{C95CC67E-6949-B421-A5FF-78BBD863C829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2" name="直接连接符 50231">
                <a:extLst>
                  <a:ext uri="{FF2B5EF4-FFF2-40B4-BE49-F238E27FC236}">
                    <a16:creationId xmlns:a16="http://schemas.microsoft.com/office/drawing/2014/main" id="{F29557EC-0B8E-0E64-E262-DD460A389ACE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3" name="直接连接符 50232">
                <a:extLst>
                  <a:ext uri="{FF2B5EF4-FFF2-40B4-BE49-F238E27FC236}">
                    <a16:creationId xmlns:a16="http://schemas.microsoft.com/office/drawing/2014/main" id="{50CB439E-598F-EC4F-A836-68BC3FB5E990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4" name="直接连接符 50233">
                <a:extLst>
                  <a:ext uri="{FF2B5EF4-FFF2-40B4-BE49-F238E27FC236}">
                    <a16:creationId xmlns:a16="http://schemas.microsoft.com/office/drawing/2014/main" id="{5EFF885C-9C70-E9BD-48D8-6ED91B5D88E5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5" name="直接连接符 50234">
                <a:extLst>
                  <a:ext uri="{FF2B5EF4-FFF2-40B4-BE49-F238E27FC236}">
                    <a16:creationId xmlns:a16="http://schemas.microsoft.com/office/drawing/2014/main" id="{598574E6-6445-AEB9-978D-3C6B01FCE5F0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6" name="直接连接符 50235">
                <a:extLst>
                  <a:ext uri="{FF2B5EF4-FFF2-40B4-BE49-F238E27FC236}">
                    <a16:creationId xmlns:a16="http://schemas.microsoft.com/office/drawing/2014/main" id="{F2305170-3176-C6B8-640A-4D6D8EF31768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7" name="直接连接符 50236">
                <a:extLst>
                  <a:ext uri="{FF2B5EF4-FFF2-40B4-BE49-F238E27FC236}">
                    <a16:creationId xmlns:a16="http://schemas.microsoft.com/office/drawing/2014/main" id="{6B426A7D-B823-EE63-5709-810F8706484A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8" name="直接连接符 50237">
                <a:extLst>
                  <a:ext uri="{FF2B5EF4-FFF2-40B4-BE49-F238E27FC236}">
                    <a16:creationId xmlns:a16="http://schemas.microsoft.com/office/drawing/2014/main" id="{D4FC7D63-9016-DE4C-B8D9-E7641107622F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9" name="直接连接符 50238">
                <a:extLst>
                  <a:ext uri="{FF2B5EF4-FFF2-40B4-BE49-F238E27FC236}">
                    <a16:creationId xmlns:a16="http://schemas.microsoft.com/office/drawing/2014/main" id="{1B481F45-5E92-5B7E-9618-2A220769819F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0" name="直接连接符 46079">
                <a:extLst>
                  <a:ext uri="{FF2B5EF4-FFF2-40B4-BE49-F238E27FC236}">
                    <a16:creationId xmlns:a16="http://schemas.microsoft.com/office/drawing/2014/main" id="{CC69D84B-1306-FF30-95EC-A4A73DACECFB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1" name="直接连接符 46080">
                <a:extLst>
                  <a:ext uri="{FF2B5EF4-FFF2-40B4-BE49-F238E27FC236}">
                    <a16:creationId xmlns:a16="http://schemas.microsoft.com/office/drawing/2014/main" id="{F18182E0-4E31-F785-AED3-809AB0D64DCA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2" name="直接连接符 46081">
                <a:extLst>
                  <a:ext uri="{FF2B5EF4-FFF2-40B4-BE49-F238E27FC236}">
                    <a16:creationId xmlns:a16="http://schemas.microsoft.com/office/drawing/2014/main" id="{F9F87E69-A13A-A022-2764-27154B94FCD1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5" name="直接连接符 46084">
                <a:extLst>
                  <a:ext uri="{FF2B5EF4-FFF2-40B4-BE49-F238E27FC236}">
                    <a16:creationId xmlns:a16="http://schemas.microsoft.com/office/drawing/2014/main" id="{F79333CB-EE8C-6F72-2A04-1B98726A88A6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6" name="直接连接符 46085">
                <a:extLst>
                  <a:ext uri="{FF2B5EF4-FFF2-40B4-BE49-F238E27FC236}">
                    <a16:creationId xmlns:a16="http://schemas.microsoft.com/office/drawing/2014/main" id="{F2275845-2135-AC4F-099B-DE27DF84195C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7" name="直接连接符 46086">
                <a:extLst>
                  <a:ext uri="{FF2B5EF4-FFF2-40B4-BE49-F238E27FC236}">
                    <a16:creationId xmlns:a16="http://schemas.microsoft.com/office/drawing/2014/main" id="{2013AB60-FF97-0BE9-91B6-DE2BA102319E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8" name="直接连接符 46087">
                <a:extLst>
                  <a:ext uri="{FF2B5EF4-FFF2-40B4-BE49-F238E27FC236}">
                    <a16:creationId xmlns:a16="http://schemas.microsoft.com/office/drawing/2014/main" id="{087091A9-0F89-37B5-FA74-53D94DE7EBD1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9" name="直接连接符 46088">
                <a:extLst>
                  <a:ext uri="{FF2B5EF4-FFF2-40B4-BE49-F238E27FC236}">
                    <a16:creationId xmlns:a16="http://schemas.microsoft.com/office/drawing/2014/main" id="{0160E750-1A93-CE17-54D5-C536B91FDF00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0" name="直接连接符 46089">
                <a:extLst>
                  <a:ext uri="{FF2B5EF4-FFF2-40B4-BE49-F238E27FC236}">
                    <a16:creationId xmlns:a16="http://schemas.microsoft.com/office/drawing/2014/main" id="{DFC7EE85-93A9-FFA3-D3A0-7C3155422C24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1" name="直接连接符 46090">
                <a:extLst>
                  <a:ext uri="{FF2B5EF4-FFF2-40B4-BE49-F238E27FC236}">
                    <a16:creationId xmlns:a16="http://schemas.microsoft.com/office/drawing/2014/main" id="{2FF3F8A5-D878-C18B-D8EB-0616816DB07C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2" name="直接连接符 46091">
                <a:extLst>
                  <a:ext uri="{FF2B5EF4-FFF2-40B4-BE49-F238E27FC236}">
                    <a16:creationId xmlns:a16="http://schemas.microsoft.com/office/drawing/2014/main" id="{D5CF9E51-4011-30AA-2595-F464ABC7A2DC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6" name="直接连接符 46095">
                <a:extLst>
                  <a:ext uri="{FF2B5EF4-FFF2-40B4-BE49-F238E27FC236}">
                    <a16:creationId xmlns:a16="http://schemas.microsoft.com/office/drawing/2014/main" id="{FA23237C-93A1-2461-5615-308AC56EF218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7" name="直接连接符 46096">
                <a:extLst>
                  <a:ext uri="{FF2B5EF4-FFF2-40B4-BE49-F238E27FC236}">
                    <a16:creationId xmlns:a16="http://schemas.microsoft.com/office/drawing/2014/main" id="{449DC918-6768-A588-79F0-BB59B0A9F7AE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8" name="直接连接符 46097">
                <a:extLst>
                  <a:ext uri="{FF2B5EF4-FFF2-40B4-BE49-F238E27FC236}">
                    <a16:creationId xmlns:a16="http://schemas.microsoft.com/office/drawing/2014/main" id="{4AAA7801-7300-0A79-FA66-72E89AD56E31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9" name="直接连接符 46098">
                <a:extLst>
                  <a:ext uri="{FF2B5EF4-FFF2-40B4-BE49-F238E27FC236}">
                    <a16:creationId xmlns:a16="http://schemas.microsoft.com/office/drawing/2014/main" id="{EC8AC028-FADE-BD91-31C9-6212FB5EFA28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D9E8B53D-ABC7-A785-73BC-E48A96F98E39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396A4A2C-21B6-179D-923C-31EAA6B707FC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B245B4CF-091E-9E24-31C2-3E4FB8DFF640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F945F26C-DD2D-6C54-972F-44E8C4C511ED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35908714-E133-FC08-9767-7D744EE8EA6F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9D5B6C37-FA8D-C0D9-641C-595D45510834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F84FFF82-1C59-5FB2-B5C5-84264002AB3D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FDCB9BDE-A696-BBEF-3AE4-7D70681ED4CC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178816DE-DCE9-9A7F-1F6C-730A2CAC8DCA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F419FC49-B437-A42E-713F-D1901436A3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D83B88C-E109-5F87-0096-2627A91FE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>
            <a:extLst>
              <a:ext uri="{FF2B5EF4-FFF2-40B4-BE49-F238E27FC236}">
                <a16:creationId xmlns:a16="http://schemas.microsoft.com/office/drawing/2014/main" id="{1A7F3CA0-D7AF-0D9C-38FA-091A43CF9A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复习</a:t>
            </a:r>
            <a:endParaRPr lang="en-US" altLang="zh-CN" dirty="0"/>
          </a:p>
        </p:txBody>
      </p:sp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A0C0A3C2-8E84-80B8-8814-6FB0F016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C143BE-3234-4457-90F2-8997F9DFE36C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kumimoji="0" lang="en-US" altLang="zh-CN" sz="14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61AE361-7E1E-A293-1B48-FDC409FBEF50}"/>
              </a:ext>
            </a:extLst>
          </p:cNvPr>
          <p:cNvGrpSpPr/>
          <p:nvPr/>
        </p:nvGrpSpPr>
        <p:grpSpPr>
          <a:xfrm flipH="1">
            <a:off x="247222" y="179707"/>
            <a:ext cx="84480" cy="1193800"/>
            <a:chOff x="4399082" y="1624876"/>
            <a:chExt cx="231871" cy="3276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A7F0C6F9-595D-7E18-226D-EE475A650EA7}"/>
                </a:ext>
              </a:extLst>
            </p:cNvPr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27BC7E4-97DE-F8F5-46BC-77A32C51DAAB}"/>
                </a:ext>
              </a:extLst>
            </p:cNvPr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>
                <a:gsLst>
                  <a:gs pos="11000">
                    <a:srgbClr val="7E0C6E">
                      <a:alpha val="0"/>
                    </a:srgbClr>
                  </a:gs>
                  <a:gs pos="100000">
                    <a:srgbClr val="7E0C6E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D99AE27-4361-5794-78A5-037F9032A0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4" y="281518"/>
            <a:ext cx="1668697" cy="481027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28F4BAB-1EFB-A32A-D242-97B1E7AD0D64}"/>
              </a:ext>
            </a:extLst>
          </p:cNvPr>
          <p:cNvGrpSpPr/>
          <p:nvPr/>
        </p:nvGrpSpPr>
        <p:grpSpPr>
          <a:xfrm>
            <a:off x="0" y="6359110"/>
            <a:ext cx="9036484" cy="362367"/>
            <a:chOff x="-31973" y="6359109"/>
            <a:chExt cx="12307321" cy="2247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96BA9C6-9C4D-6509-8BBA-B826440321C0}"/>
                </a:ext>
              </a:extLst>
            </p:cNvPr>
            <p:cNvGrpSpPr/>
            <p:nvPr userDrawn="1"/>
          </p:nvGrpSpPr>
          <p:grpSpPr>
            <a:xfrm>
              <a:off x="-31973" y="6414350"/>
              <a:ext cx="9656823" cy="114300"/>
              <a:chOff x="-111800" y="6407270"/>
              <a:chExt cx="9656823" cy="11430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D9E7CBAE-B8B3-CCA3-BC5C-54A71DD1DBA3}"/>
                  </a:ext>
                </a:extLst>
              </p:cNvPr>
              <p:cNvCxnSpPr/>
              <p:nvPr/>
            </p:nvCxnSpPr>
            <p:spPr>
              <a:xfrm flipH="1">
                <a:off x="-1118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99EE2838-D674-4528-C6F4-11CF1FFBD533}"/>
                  </a:ext>
                </a:extLst>
              </p:cNvPr>
              <p:cNvCxnSpPr/>
              <p:nvPr/>
            </p:nvCxnSpPr>
            <p:spPr>
              <a:xfrm flipH="1">
                <a:off x="-2709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439AF59B-9B4B-9DDB-0D0E-CC54334D74A6}"/>
                  </a:ext>
                </a:extLst>
              </p:cNvPr>
              <p:cNvCxnSpPr/>
              <p:nvPr/>
            </p:nvCxnSpPr>
            <p:spPr>
              <a:xfrm flipH="1">
                <a:off x="576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C9AAFC15-257F-ECD2-E6F6-7F018FDAC8F4}"/>
                  </a:ext>
                </a:extLst>
              </p:cNvPr>
              <p:cNvCxnSpPr/>
              <p:nvPr/>
            </p:nvCxnSpPr>
            <p:spPr>
              <a:xfrm flipH="1">
                <a:off x="1423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F2C46390-07E1-678F-CF4D-AE04E1C2F0D0}"/>
                  </a:ext>
                </a:extLst>
              </p:cNvPr>
              <p:cNvCxnSpPr/>
              <p:nvPr/>
            </p:nvCxnSpPr>
            <p:spPr>
              <a:xfrm flipH="1">
                <a:off x="2270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2A69BB30-E8A9-0B6D-736A-FE8B38A50749}"/>
                  </a:ext>
                </a:extLst>
              </p:cNvPr>
              <p:cNvCxnSpPr/>
              <p:nvPr/>
            </p:nvCxnSpPr>
            <p:spPr>
              <a:xfrm flipH="1">
                <a:off x="3117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9EA815BB-72CB-81C0-A81D-03FC7635A79E}"/>
                  </a:ext>
                </a:extLst>
              </p:cNvPr>
              <p:cNvCxnSpPr/>
              <p:nvPr/>
            </p:nvCxnSpPr>
            <p:spPr>
              <a:xfrm flipH="1">
                <a:off x="3964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F54FED0D-A6D7-D67B-AC96-C1928729CB63}"/>
                  </a:ext>
                </a:extLst>
              </p:cNvPr>
              <p:cNvCxnSpPr/>
              <p:nvPr/>
            </p:nvCxnSpPr>
            <p:spPr>
              <a:xfrm flipH="1">
                <a:off x="4811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E70F8D86-5880-BA5B-8043-FC018DACAD5D}"/>
                  </a:ext>
                </a:extLst>
              </p:cNvPr>
              <p:cNvCxnSpPr/>
              <p:nvPr/>
            </p:nvCxnSpPr>
            <p:spPr>
              <a:xfrm flipH="1">
                <a:off x="56587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32AB82B0-ADA4-6513-BA7E-93EE9F54E1E4}"/>
                  </a:ext>
                </a:extLst>
              </p:cNvPr>
              <p:cNvCxnSpPr/>
              <p:nvPr/>
            </p:nvCxnSpPr>
            <p:spPr>
              <a:xfrm flipH="1">
                <a:off x="6505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D8FB7A56-DDDE-7DB0-5385-21F6E2B0A159}"/>
                  </a:ext>
                </a:extLst>
              </p:cNvPr>
              <p:cNvCxnSpPr/>
              <p:nvPr/>
            </p:nvCxnSpPr>
            <p:spPr>
              <a:xfrm flipH="1">
                <a:off x="73529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599512DC-AD55-6744-9E93-779AABCA2F4F}"/>
                  </a:ext>
                </a:extLst>
              </p:cNvPr>
              <p:cNvCxnSpPr/>
              <p:nvPr/>
            </p:nvCxnSpPr>
            <p:spPr>
              <a:xfrm flipH="1">
                <a:off x="8200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DA1E7173-E09C-081E-C5B5-BB8C8382F9D6}"/>
                  </a:ext>
                </a:extLst>
              </p:cNvPr>
              <p:cNvCxnSpPr/>
              <p:nvPr/>
            </p:nvCxnSpPr>
            <p:spPr>
              <a:xfrm flipH="1">
                <a:off x="9047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C5ED1E16-D49E-844C-50DF-7BC3F373D731}"/>
                  </a:ext>
                </a:extLst>
              </p:cNvPr>
              <p:cNvCxnSpPr/>
              <p:nvPr/>
            </p:nvCxnSpPr>
            <p:spPr>
              <a:xfrm flipH="1">
                <a:off x="9894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3F4FC2C2-C65D-02C6-D4BF-E7B97FE8B1A2}"/>
                  </a:ext>
                </a:extLst>
              </p:cNvPr>
              <p:cNvCxnSpPr/>
              <p:nvPr/>
            </p:nvCxnSpPr>
            <p:spPr>
              <a:xfrm flipH="1">
                <a:off x="10741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F0CCBB3E-CBE5-7E76-5416-41B6EDD297E1}"/>
                  </a:ext>
                </a:extLst>
              </p:cNvPr>
              <p:cNvCxnSpPr/>
              <p:nvPr/>
            </p:nvCxnSpPr>
            <p:spPr>
              <a:xfrm flipH="1">
                <a:off x="11588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2AB83640-C79E-B8BE-6931-1853E792935D}"/>
                  </a:ext>
                </a:extLst>
              </p:cNvPr>
              <p:cNvCxnSpPr/>
              <p:nvPr/>
            </p:nvCxnSpPr>
            <p:spPr>
              <a:xfrm flipH="1">
                <a:off x="12435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B10D21F2-91BC-0E39-178B-6BA70BA76CEC}"/>
                  </a:ext>
                </a:extLst>
              </p:cNvPr>
              <p:cNvCxnSpPr/>
              <p:nvPr/>
            </p:nvCxnSpPr>
            <p:spPr>
              <a:xfrm flipH="1">
                <a:off x="13282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D755BE1E-14CC-C699-A3F0-92F38F40A600}"/>
                  </a:ext>
                </a:extLst>
              </p:cNvPr>
              <p:cNvCxnSpPr/>
              <p:nvPr/>
            </p:nvCxnSpPr>
            <p:spPr>
              <a:xfrm flipH="1">
                <a:off x="14129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65A9E45C-685C-3D93-1EF0-36FD4E6B0B41}"/>
                  </a:ext>
                </a:extLst>
              </p:cNvPr>
              <p:cNvCxnSpPr/>
              <p:nvPr/>
            </p:nvCxnSpPr>
            <p:spPr>
              <a:xfrm flipH="1">
                <a:off x="14976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3A79E49C-414E-7DB9-2CA8-22C1B911FFA0}"/>
                  </a:ext>
                </a:extLst>
              </p:cNvPr>
              <p:cNvCxnSpPr/>
              <p:nvPr/>
            </p:nvCxnSpPr>
            <p:spPr>
              <a:xfrm flipH="1">
                <a:off x="15823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B6AC4B99-74B5-0ECB-9282-B086AD778F01}"/>
                  </a:ext>
                </a:extLst>
              </p:cNvPr>
              <p:cNvCxnSpPr/>
              <p:nvPr/>
            </p:nvCxnSpPr>
            <p:spPr>
              <a:xfrm flipH="1">
                <a:off x="16671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DF77D876-218F-6129-AB24-1C4500DB7A42}"/>
                  </a:ext>
                </a:extLst>
              </p:cNvPr>
              <p:cNvCxnSpPr/>
              <p:nvPr/>
            </p:nvCxnSpPr>
            <p:spPr>
              <a:xfrm flipH="1">
                <a:off x="17518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73893A76-950A-541E-4F2E-0510D73B66BF}"/>
                  </a:ext>
                </a:extLst>
              </p:cNvPr>
              <p:cNvCxnSpPr/>
              <p:nvPr/>
            </p:nvCxnSpPr>
            <p:spPr>
              <a:xfrm flipH="1">
                <a:off x="18365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598EC41F-C5C1-1A7F-AB32-3271BC8B0FF2}"/>
                  </a:ext>
                </a:extLst>
              </p:cNvPr>
              <p:cNvCxnSpPr/>
              <p:nvPr/>
            </p:nvCxnSpPr>
            <p:spPr>
              <a:xfrm flipH="1">
                <a:off x="19212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7FDA5CA6-7CF7-0C88-7841-A14D03DF5DA0}"/>
                  </a:ext>
                </a:extLst>
              </p:cNvPr>
              <p:cNvCxnSpPr/>
              <p:nvPr/>
            </p:nvCxnSpPr>
            <p:spPr>
              <a:xfrm flipH="1">
                <a:off x="200593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21674A7A-3991-91D5-AA21-FF1B3FE7F53E}"/>
                  </a:ext>
                </a:extLst>
              </p:cNvPr>
              <p:cNvCxnSpPr/>
              <p:nvPr/>
            </p:nvCxnSpPr>
            <p:spPr>
              <a:xfrm flipH="1">
                <a:off x="20906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8496834E-CA17-E501-0E51-41363DCB21A2}"/>
                  </a:ext>
                </a:extLst>
              </p:cNvPr>
              <p:cNvCxnSpPr/>
              <p:nvPr/>
            </p:nvCxnSpPr>
            <p:spPr>
              <a:xfrm flipH="1">
                <a:off x="217535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A5449DE2-8A88-F777-027B-9671D039EDA1}"/>
                  </a:ext>
                </a:extLst>
              </p:cNvPr>
              <p:cNvCxnSpPr/>
              <p:nvPr/>
            </p:nvCxnSpPr>
            <p:spPr>
              <a:xfrm flipH="1">
                <a:off x="22600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CF7C5861-BB31-823D-C02C-3118B50AEDA3}"/>
                  </a:ext>
                </a:extLst>
              </p:cNvPr>
              <p:cNvCxnSpPr/>
              <p:nvPr/>
            </p:nvCxnSpPr>
            <p:spPr>
              <a:xfrm flipH="1">
                <a:off x="23447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EAC0FAFB-1A6A-7718-8CB2-776321644BEA}"/>
                  </a:ext>
                </a:extLst>
              </p:cNvPr>
              <p:cNvCxnSpPr/>
              <p:nvPr/>
            </p:nvCxnSpPr>
            <p:spPr>
              <a:xfrm flipH="1">
                <a:off x="24294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0DECEC4D-AE51-141F-6D5C-1EB42E83DDDF}"/>
                  </a:ext>
                </a:extLst>
              </p:cNvPr>
              <p:cNvCxnSpPr/>
              <p:nvPr/>
            </p:nvCxnSpPr>
            <p:spPr>
              <a:xfrm flipH="1">
                <a:off x="25141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F0F799EC-FE39-FA68-3282-F4F223AAED39}"/>
                  </a:ext>
                </a:extLst>
              </p:cNvPr>
              <p:cNvCxnSpPr/>
              <p:nvPr/>
            </p:nvCxnSpPr>
            <p:spPr>
              <a:xfrm flipH="1">
                <a:off x="25989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B9A8AAE8-99C9-40B3-99AD-1928836BCF9C}"/>
                  </a:ext>
                </a:extLst>
              </p:cNvPr>
              <p:cNvCxnSpPr/>
              <p:nvPr/>
            </p:nvCxnSpPr>
            <p:spPr>
              <a:xfrm flipH="1">
                <a:off x="26836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C32BF374-B5B6-4284-0724-757BDF1DEAB3}"/>
                  </a:ext>
                </a:extLst>
              </p:cNvPr>
              <p:cNvCxnSpPr/>
              <p:nvPr/>
            </p:nvCxnSpPr>
            <p:spPr>
              <a:xfrm flipH="1">
                <a:off x="27683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30C8756F-A739-D2B9-97A0-F292BDA8B25E}"/>
                  </a:ext>
                </a:extLst>
              </p:cNvPr>
              <p:cNvCxnSpPr/>
              <p:nvPr/>
            </p:nvCxnSpPr>
            <p:spPr>
              <a:xfrm flipH="1">
                <a:off x="28530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57D1C1D5-9698-8885-5F4D-80C1A9018BAD}"/>
                  </a:ext>
                </a:extLst>
              </p:cNvPr>
              <p:cNvCxnSpPr/>
              <p:nvPr/>
            </p:nvCxnSpPr>
            <p:spPr>
              <a:xfrm flipH="1">
                <a:off x="29377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C8E0B389-6EBF-2F08-BCEF-7B385C6B800F}"/>
                  </a:ext>
                </a:extLst>
              </p:cNvPr>
              <p:cNvCxnSpPr/>
              <p:nvPr/>
            </p:nvCxnSpPr>
            <p:spPr>
              <a:xfrm flipH="1">
                <a:off x="30224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741704B8-2491-E5C5-97BE-621C383B6DF5}"/>
                  </a:ext>
                </a:extLst>
              </p:cNvPr>
              <p:cNvCxnSpPr/>
              <p:nvPr/>
            </p:nvCxnSpPr>
            <p:spPr>
              <a:xfrm flipH="1">
                <a:off x="31071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10510F0F-7EEC-15B7-3E0B-8A5EA3E30C81}"/>
                  </a:ext>
                </a:extLst>
              </p:cNvPr>
              <p:cNvCxnSpPr/>
              <p:nvPr/>
            </p:nvCxnSpPr>
            <p:spPr>
              <a:xfrm flipH="1">
                <a:off x="31918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16F2950A-3166-51EA-A455-6E79A631C647}"/>
                  </a:ext>
                </a:extLst>
              </p:cNvPr>
              <p:cNvCxnSpPr/>
              <p:nvPr/>
            </p:nvCxnSpPr>
            <p:spPr>
              <a:xfrm flipH="1">
                <a:off x="32765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173A4079-3171-EFCA-75AB-11E211683DD8}"/>
                  </a:ext>
                </a:extLst>
              </p:cNvPr>
              <p:cNvCxnSpPr/>
              <p:nvPr/>
            </p:nvCxnSpPr>
            <p:spPr>
              <a:xfrm flipH="1">
                <a:off x="33612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369D5BE0-FFEC-19E9-8B05-731D087ADF1B}"/>
                  </a:ext>
                </a:extLst>
              </p:cNvPr>
              <p:cNvCxnSpPr/>
              <p:nvPr/>
            </p:nvCxnSpPr>
            <p:spPr>
              <a:xfrm flipH="1">
                <a:off x="344600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BBA95F59-5130-B475-95D3-455F324CF331}"/>
                  </a:ext>
                </a:extLst>
              </p:cNvPr>
              <p:cNvCxnSpPr/>
              <p:nvPr/>
            </p:nvCxnSpPr>
            <p:spPr>
              <a:xfrm flipH="1">
                <a:off x="35307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41E863FF-53DD-5411-73DC-9139361FB1F8}"/>
                  </a:ext>
                </a:extLst>
              </p:cNvPr>
              <p:cNvCxnSpPr/>
              <p:nvPr/>
            </p:nvCxnSpPr>
            <p:spPr>
              <a:xfrm flipH="1">
                <a:off x="361541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76" name="直接连接符 50175">
                <a:extLst>
                  <a:ext uri="{FF2B5EF4-FFF2-40B4-BE49-F238E27FC236}">
                    <a16:creationId xmlns:a16="http://schemas.microsoft.com/office/drawing/2014/main" id="{7179F8E8-4DED-D3CE-4EFA-3AE5DD50CAA6}"/>
                  </a:ext>
                </a:extLst>
              </p:cNvPr>
              <p:cNvCxnSpPr/>
              <p:nvPr/>
            </p:nvCxnSpPr>
            <p:spPr>
              <a:xfrm flipH="1">
                <a:off x="37001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77" name="直接连接符 50176">
                <a:extLst>
                  <a:ext uri="{FF2B5EF4-FFF2-40B4-BE49-F238E27FC236}">
                    <a16:creationId xmlns:a16="http://schemas.microsoft.com/office/drawing/2014/main" id="{B4196D44-6350-5BCE-0F56-83BCEB9115A4}"/>
                  </a:ext>
                </a:extLst>
              </p:cNvPr>
              <p:cNvCxnSpPr/>
              <p:nvPr/>
            </p:nvCxnSpPr>
            <p:spPr>
              <a:xfrm flipH="1">
                <a:off x="37848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80" name="直接连接符 50179">
                <a:extLst>
                  <a:ext uri="{FF2B5EF4-FFF2-40B4-BE49-F238E27FC236}">
                    <a16:creationId xmlns:a16="http://schemas.microsoft.com/office/drawing/2014/main" id="{DB0B7085-B561-093F-6148-1D099122225B}"/>
                  </a:ext>
                </a:extLst>
              </p:cNvPr>
              <p:cNvCxnSpPr/>
              <p:nvPr/>
            </p:nvCxnSpPr>
            <p:spPr>
              <a:xfrm flipH="1">
                <a:off x="38695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81" name="直接连接符 50180">
                <a:extLst>
                  <a:ext uri="{FF2B5EF4-FFF2-40B4-BE49-F238E27FC236}">
                    <a16:creationId xmlns:a16="http://schemas.microsoft.com/office/drawing/2014/main" id="{345E79A1-FF61-40F3-2AFB-4EDC870F09C7}"/>
                  </a:ext>
                </a:extLst>
              </p:cNvPr>
              <p:cNvCxnSpPr/>
              <p:nvPr/>
            </p:nvCxnSpPr>
            <p:spPr>
              <a:xfrm flipH="1">
                <a:off x="39542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82" name="直接连接符 50181">
                <a:extLst>
                  <a:ext uri="{FF2B5EF4-FFF2-40B4-BE49-F238E27FC236}">
                    <a16:creationId xmlns:a16="http://schemas.microsoft.com/office/drawing/2014/main" id="{A358F918-2116-681F-6A93-77ADA18CF4B0}"/>
                  </a:ext>
                </a:extLst>
              </p:cNvPr>
              <p:cNvCxnSpPr/>
              <p:nvPr/>
            </p:nvCxnSpPr>
            <p:spPr>
              <a:xfrm flipH="1">
                <a:off x="40389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83" name="直接连接符 50182">
                <a:extLst>
                  <a:ext uri="{FF2B5EF4-FFF2-40B4-BE49-F238E27FC236}">
                    <a16:creationId xmlns:a16="http://schemas.microsoft.com/office/drawing/2014/main" id="{5F4DE1D6-2BE3-F578-2C6F-A976BAE7C138}"/>
                  </a:ext>
                </a:extLst>
              </p:cNvPr>
              <p:cNvCxnSpPr/>
              <p:nvPr/>
            </p:nvCxnSpPr>
            <p:spPr>
              <a:xfrm flipH="1">
                <a:off x="41236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84" name="直接连接符 50183">
                <a:extLst>
                  <a:ext uri="{FF2B5EF4-FFF2-40B4-BE49-F238E27FC236}">
                    <a16:creationId xmlns:a16="http://schemas.microsoft.com/office/drawing/2014/main" id="{4EDE45FD-5B7F-1AA6-DB77-45F609201579}"/>
                  </a:ext>
                </a:extLst>
              </p:cNvPr>
              <p:cNvCxnSpPr/>
              <p:nvPr/>
            </p:nvCxnSpPr>
            <p:spPr>
              <a:xfrm flipH="1">
                <a:off x="42083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93" name="直接连接符 50192">
                <a:extLst>
                  <a:ext uri="{FF2B5EF4-FFF2-40B4-BE49-F238E27FC236}">
                    <a16:creationId xmlns:a16="http://schemas.microsoft.com/office/drawing/2014/main" id="{C76D5F4F-F54E-9A2F-96BF-64D4E453193A}"/>
                  </a:ext>
                </a:extLst>
              </p:cNvPr>
              <p:cNvCxnSpPr/>
              <p:nvPr/>
            </p:nvCxnSpPr>
            <p:spPr>
              <a:xfrm flipH="1">
                <a:off x="42930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94" name="直接连接符 50193">
                <a:extLst>
                  <a:ext uri="{FF2B5EF4-FFF2-40B4-BE49-F238E27FC236}">
                    <a16:creationId xmlns:a16="http://schemas.microsoft.com/office/drawing/2014/main" id="{A66ABFAA-7099-97BE-7D87-3939EAE10AB3}"/>
                  </a:ext>
                </a:extLst>
              </p:cNvPr>
              <p:cNvCxnSpPr/>
              <p:nvPr/>
            </p:nvCxnSpPr>
            <p:spPr>
              <a:xfrm flipH="1">
                <a:off x="44625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95" name="直接连接符 50194">
                <a:extLst>
                  <a:ext uri="{FF2B5EF4-FFF2-40B4-BE49-F238E27FC236}">
                    <a16:creationId xmlns:a16="http://schemas.microsoft.com/office/drawing/2014/main" id="{1D23F96E-64C4-E00A-AEA6-83FA34107883}"/>
                  </a:ext>
                </a:extLst>
              </p:cNvPr>
              <p:cNvCxnSpPr/>
              <p:nvPr/>
            </p:nvCxnSpPr>
            <p:spPr>
              <a:xfrm flipH="1">
                <a:off x="43778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96" name="直接连接符 50195">
                <a:extLst>
                  <a:ext uri="{FF2B5EF4-FFF2-40B4-BE49-F238E27FC236}">
                    <a16:creationId xmlns:a16="http://schemas.microsoft.com/office/drawing/2014/main" id="{EEF242B8-C384-AB88-499A-72E6895B347B}"/>
                  </a:ext>
                </a:extLst>
              </p:cNvPr>
              <p:cNvCxnSpPr/>
              <p:nvPr/>
            </p:nvCxnSpPr>
            <p:spPr>
              <a:xfrm flipH="1">
                <a:off x="45472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97" name="直接连接符 50196">
                <a:extLst>
                  <a:ext uri="{FF2B5EF4-FFF2-40B4-BE49-F238E27FC236}">
                    <a16:creationId xmlns:a16="http://schemas.microsoft.com/office/drawing/2014/main" id="{043B478C-3E3B-3E2E-BF44-7E1D7CD75B3B}"/>
                  </a:ext>
                </a:extLst>
              </p:cNvPr>
              <p:cNvCxnSpPr/>
              <p:nvPr/>
            </p:nvCxnSpPr>
            <p:spPr>
              <a:xfrm flipH="1">
                <a:off x="46319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98" name="直接连接符 50197">
                <a:extLst>
                  <a:ext uri="{FF2B5EF4-FFF2-40B4-BE49-F238E27FC236}">
                    <a16:creationId xmlns:a16="http://schemas.microsoft.com/office/drawing/2014/main" id="{6694E3E5-48BA-83E4-CCAF-F824110B9A1A}"/>
                  </a:ext>
                </a:extLst>
              </p:cNvPr>
              <p:cNvCxnSpPr/>
              <p:nvPr/>
            </p:nvCxnSpPr>
            <p:spPr>
              <a:xfrm flipH="1">
                <a:off x="47166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99" name="直接连接符 50198">
                <a:extLst>
                  <a:ext uri="{FF2B5EF4-FFF2-40B4-BE49-F238E27FC236}">
                    <a16:creationId xmlns:a16="http://schemas.microsoft.com/office/drawing/2014/main" id="{70C8894B-0586-44F8-8BD8-F8C147C85E38}"/>
                  </a:ext>
                </a:extLst>
              </p:cNvPr>
              <p:cNvCxnSpPr/>
              <p:nvPr/>
            </p:nvCxnSpPr>
            <p:spPr>
              <a:xfrm flipH="1">
                <a:off x="48013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0" name="直接连接符 50199">
                <a:extLst>
                  <a:ext uri="{FF2B5EF4-FFF2-40B4-BE49-F238E27FC236}">
                    <a16:creationId xmlns:a16="http://schemas.microsoft.com/office/drawing/2014/main" id="{60835EAA-1068-D5F8-1F75-153D7FC30A47}"/>
                  </a:ext>
                </a:extLst>
              </p:cNvPr>
              <p:cNvCxnSpPr/>
              <p:nvPr/>
            </p:nvCxnSpPr>
            <p:spPr>
              <a:xfrm flipH="1">
                <a:off x="488606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1" name="直接连接符 50200">
                <a:extLst>
                  <a:ext uri="{FF2B5EF4-FFF2-40B4-BE49-F238E27FC236}">
                    <a16:creationId xmlns:a16="http://schemas.microsoft.com/office/drawing/2014/main" id="{90BE3B40-72B9-0C75-01E3-AAAA6805C55A}"/>
                  </a:ext>
                </a:extLst>
              </p:cNvPr>
              <p:cNvCxnSpPr/>
              <p:nvPr/>
            </p:nvCxnSpPr>
            <p:spPr>
              <a:xfrm flipH="1">
                <a:off x="49707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2" name="直接连接符 50201">
                <a:extLst>
                  <a:ext uri="{FF2B5EF4-FFF2-40B4-BE49-F238E27FC236}">
                    <a16:creationId xmlns:a16="http://schemas.microsoft.com/office/drawing/2014/main" id="{4C468DF5-B0AC-CF95-634B-DCCAD6F5AE51}"/>
                  </a:ext>
                </a:extLst>
              </p:cNvPr>
              <p:cNvCxnSpPr/>
              <p:nvPr/>
            </p:nvCxnSpPr>
            <p:spPr>
              <a:xfrm flipH="1">
                <a:off x="505548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3" name="直接连接符 50202">
                <a:extLst>
                  <a:ext uri="{FF2B5EF4-FFF2-40B4-BE49-F238E27FC236}">
                    <a16:creationId xmlns:a16="http://schemas.microsoft.com/office/drawing/2014/main" id="{686069EC-539A-FB54-A387-8E2349E70852}"/>
                  </a:ext>
                </a:extLst>
              </p:cNvPr>
              <p:cNvCxnSpPr/>
              <p:nvPr/>
            </p:nvCxnSpPr>
            <p:spPr>
              <a:xfrm flipH="1">
                <a:off x="51401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4" name="直接连接符 50203">
                <a:extLst>
                  <a:ext uri="{FF2B5EF4-FFF2-40B4-BE49-F238E27FC236}">
                    <a16:creationId xmlns:a16="http://schemas.microsoft.com/office/drawing/2014/main" id="{4A889E5A-B92A-E71C-6425-790D1BD3E1B4}"/>
                  </a:ext>
                </a:extLst>
              </p:cNvPr>
              <p:cNvCxnSpPr/>
              <p:nvPr/>
            </p:nvCxnSpPr>
            <p:spPr>
              <a:xfrm flipH="1">
                <a:off x="52249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5" name="直接连接符 50204">
                <a:extLst>
                  <a:ext uri="{FF2B5EF4-FFF2-40B4-BE49-F238E27FC236}">
                    <a16:creationId xmlns:a16="http://schemas.microsoft.com/office/drawing/2014/main" id="{87DFD6F4-C894-147D-6255-267E88F192ED}"/>
                  </a:ext>
                </a:extLst>
              </p:cNvPr>
              <p:cNvCxnSpPr/>
              <p:nvPr/>
            </p:nvCxnSpPr>
            <p:spPr>
              <a:xfrm flipH="1">
                <a:off x="53096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6" name="直接连接符 50205">
                <a:extLst>
                  <a:ext uri="{FF2B5EF4-FFF2-40B4-BE49-F238E27FC236}">
                    <a16:creationId xmlns:a16="http://schemas.microsoft.com/office/drawing/2014/main" id="{3B2F436C-7082-53A1-0186-59A3EFF32EA3}"/>
                  </a:ext>
                </a:extLst>
              </p:cNvPr>
              <p:cNvCxnSpPr/>
              <p:nvPr/>
            </p:nvCxnSpPr>
            <p:spPr>
              <a:xfrm flipH="1">
                <a:off x="53943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7" name="直接连接符 50206">
                <a:extLst>
                  <a:ext uri="{FF2B5EF4-FFF2-40B4-BE49-F238E27FC236}">
                    <a16:creationId xmlns:a16="http://schemas.microsoft.com/office/drawing/2014/main" id="{BACABEB3-8B68-E093-E5D5-6ECC036CFEB1}"/>
                  </a:ext>
                </a:extLst>
              </p:cNvPr>
              <p:cNvCxnSpPr/>
              <p:nvPr/>
            </p:nvCxnSpPr>
            <p:spPr>
              <a:xfrm flipH="1">
                <a:off x="54790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8" name="直接连接符 50207">
                <a:extLst>
                  <a:ext uri="{FF2B5EF4-FFF2-40B4-BE49-F238E27FC236}">
                    <a16:creationId xmlns:a16="http://schemas.microsoft.com/office/drawing/2014/main" id="{0512CE5B-0BA1-98F9-37FE-8308B3DC920B}"/>
                  </a:ext>
                </a:extLst>
              </p:cNvPr>
              <p:cNvCxnSpPr/>
              <p:nvPr/>
            </p:nvCxnSpPr>
            <p:spPr>
              <a:xfrm flipH="1">
                <a:off x="55637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09" name="直接连接符 50208">
                <a:extLst>
                  <a:ext uri="{FF2B5EF4-FFF2-40B4-BE49-F238E27FC236}">
                    <a16:creationId xmlns:a16="http://schemas.microsoft.com/office/drawing/2014/main" id="{98CFE36A-E634-E3A7-0088-0E192684A9F6}"/>
                  </a:ext>
                </a:extLst>
              </p:cNvPr>
              <p:cNvCxnSpPr/>
              <p:nvPr/>
            </p:nvCxnSpPr>
            <p:spPr>
              <a:xfrm flipH="1">
                <a:off x="56484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0" name="直接连接符 50209">
                <a:extLst>
                  <a:ext uri="{FF2B5EF4-FFF2-40B4-BE49-F238E27FC236}">
                    <a16:creationId xmlns:a16="http://schemas.microsoft.com/office/drawing/2014/main" id="{A4D9E467-C4A7-227B-BFA0-40C06D28FED0}"/>
                  </a:ext>
                </a:extLst>
              </p:cNvPr>
              <p:cNvCxnSpPr/>
              <p:nvPr/>
            </p:nvCxnSpPr>
            <p:spPr>
              <a:xfrm flipH="1">
                <a:off x="57331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1" name="直接连接符 50210">
                <a:extLst>
                  <a:ext uri="{FF2B5EF4-FFF2-40B4-BE49-F238E27FC236}">
                    <a16:creationId xmlns:a16="http://schemas.microsoft.com/office/drawing/2014/main" id="{AC14C26B-C9B2-08DD-C84B-9DAC7988AFD4}"/>
                  </a:ext>
                </a:extLst>
              </p:cNvPr>
              <p:cNvCxnSpPr/>
              <p:nvPr/>
            </p:nvCxnSpPr>
            <p:spPr>
              <a:xfrm flipH="1">
                <a:off x="58178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2" name="直接连接符 50211">
                <a:extLst>
                  <a:ext uri="{FF2B5EF4-FFF2-40B4-BE49-F238E27FC236}">
                    <a16:creationId xmlns:a16="http://schemas.microsoft.com/office/drawing/2014/main" id="{5A0399B5-BE7D-D6AE-95B1-B62F74655A15}"/>
                  </a:ext>
                </a:extLst>
              </p:cNvPr>
              <p:cNvCxnSpPr/>
              <p:nvPr/>
            </p:nvCxnSpPr>
            <p:spPr>
              <a:xfrm flipH="1">
                <a:off x="59025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3" name="直接连接符 50212">
                <a:extLst>
                  <a:ext uri="{FF2B5EF4-FFF2-40B4-BE49-F238E27FC236}">
                    <a16:creationId xmlns:a16="http://schemas.microsoft.com/office/drawing/2014/main" id="{043D08A3-E841-3DCD-C290-5A57AB131288}"/>
                  </a:ext>
                </a:extLst>
              </p:cNvPr>
              <p:cNvCxnSpPr/>
              <p:nvPr/>
            </p:nvCxnSpPr>
            <p:spPr>
              <a:xfrm flipH="1">
                <a:off x="59872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4" name="直接连接符 50213">
                <a:extLst>
                  <a:ext uri="{FF2B5EF4-FFF2-40B4-BE49-F238E27FC236}">
                    <a16:creationId xmlns:a16="http://schemas.microsoft.com/office/drawing/2014/main" id="{BF036D94-2DE6-EF7C-89B2-B341BD338D96}"/>
                  </a:ext>
                </a:extLst>
              </p:cNvPr>
              <p:cNvCxnSpPr/>
              <p:nvPr/>
            </p:nvCxnSpPr>
            <p:spPr>
              <a:xfrm flipH="1">
                <a:off x="60719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5" name="直接连接符 50214">
                <a:extLst>
                  <a:ext uri="{FF2B5EF4-FFF2-40B4-BE49-F238E27FC236}">
                    <a16:creationId xmlns:a16="http://schemas.microsoft.com/office/drawing/2014/main" id="{6DE6BEA6-E19F-3D9C-FD21-38CBA7611989}"/>
                  </a:ext>
                </a:extLst>
              </p:cNvPr>
              <p:cNvCxnSpPr/>
              <p:nvPr/>
            </p:nvCxnSpPr>
            <p:spPr>
              <a:xfrm flipH="1">
                <a:off x="61567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6" name="直接连接符 50215">
                <a:extLst>
                  <a:ext uri="{FF2B5EF4-FFF2-40B4-BE49-F238E27FC236}">
                    <a16:creationId xmlns:a16="http://schemas.microsoft.com/office/drawing/2014/main" id="{461A95B7-0697-5491-258E-B25674F8E0D3}"/>
                  </a:ext>
                </a:extLst>
              </p:cNvPr>
              <p:cNvCxnSpPr/>
              <p:nvPr/>
            </p:nvCxnSpPr>
            <p:spPr>
              <a:xfrm flipH="1">
                <a:off x="62414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7" name="直接连接符 50216">
                <a:extLst>
                  <a:ext uri="{FF2B5EF4-FFF2-40B4-BE49-F238E27FC236}">
                    <a16:creationId xmlns:a16="http://schemas.microsoft.com/office/drawing/2014/main" id="{8949366C-DDF0-3D5F-E1C6-01352FACD894}"/>
                  </a:ext>
                </a:extLst>
              </p:cNvPr>
              <p:cNvCxnSpPr/>
              <p:nvPr/>
            </p:nvCxnSpPr>
            <p:spPr>
              <a:xfrm flipH="1">
                <a:off x="632612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8" name="直接连接符 50217">
                <a:extLst>
                  <a:ext uri="{FF2B5EF4-FFF2-40B4-BE49-F238E27FC236}">
                    <a16:creationId xmlns:a16="http://schemas.microsoft.com/office/drawing/2014/main" id="{B4E901A1-6CF0-90C9-544C-50DABB39306E}"/>
                  </a:ext>
                </a:extLst>
              </p:cNvPr>
              <p:cNvCxnSpPr/>
              <p:nvPr/>
            </p:nvCxnSpPr>
            <p:spPr>
              <a:xfrm flipH="1">
                <a:off x="64108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19" name="直接连接符 50218">
                <a:extLst>
                  <a:ext uri="{FF2B5EF4-FFF2-40B4-BE49-F238E27FC236}">
                    <a16:creationId xmlns:a16="http://schemas.microsoft.com/office/drawing/2014/main" id="{2B1B4E0A-9AAF-35C1-C452-4ECB0BBEE46A}"/>
                  </a:ext>
                </a:extLst>
              </p:cNvPr>
              <p:cNvCxnSpPr/>
              <p:nvPr/>
            </p:nvCxnSpPr>
            <p:spPr>
              <a:xfrm flipH="1">
                <a:off x="649554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0" name="直接连接符 50219">
                <a:extLst>
                  <a:ext uri="{FF2B5EF4-FFF2-40B4-BE49-F238E27FC236}">
                    <a16:creationId xmlns:a16="http://schemas.microsoft.com/office/drawing/2014/main" id="{6089DA65-F85E-41B8-E53C-546898B11687}"/>
                  </a:ext>
                </a:extLst>
              </p:cNvPr>
              <p:cNvCxnSpPr/>
              <p:nvPr/>
            </p:nvCxnSpPr>
            <p:spPr>
              <a:xfrm flipH="1">
                <a:off x="65802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1" name="直接连接符 50220">
                <a:extLst>
                  <a:ext uri="{FF2B5EF4-FFF2-40B4-BE49-F238E27FC236}">
                    <a16:creationId xmlns:a16="http://schemas.microsoft.com/office/drawing/2014/main" id="{0E21E13C-DB62-DDA7-E856-DE76F391858B}"/>
                  </a:ext>
                </a:extLst>
              </p:cNvPr>
              <p:cNvCxnSpPr/>
              <p:nvPr/>
            </p:nvCxnSpPr>
            <p:spPr>
              <a:xfrm flipH="1">
                <a:off x="66649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2" name="直接连接符 50221">
                <a:extLst>
                  <a:ext uri="{FF2B5EF4-FFF2-40B4-BE49-F238E27FC236}">
                    <a16:creationId xmlns:a16="http://schemas.microsoft.com/office/drawing/2014/main" id="{666089BA-18C7-4ED0-A1E9-83CA99A8E6F8}"/>
                  </a:ext>
                </a:extLst>
              </p:cNvPr>
              <p:cNvCxnSpPr/>
              <p:nvPr/>
            </p:nvCxnSpPr>
            <p:spPr>
              <a:xfrm flipH="1">
                <a:off x="67496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3" name="直接连接符 50222">
                <a:extLst>
                  <a:ext uri="{FF2B5EF4-FFF2-40B4-BE49-F238E27FC236}">
                    <a16:creationId xmlns:a16="http://schemas.microsoft.com/office/drawing/2014/main" id="{60EF0E85-7799-D785-BE14-A9C03FF93130}"/>
                  </a:ext>
                </a:extLst>
              </p:cNvPr>
              <p:cNvCxnSpPr/>
              <p:nvPr/>
            </p:nvCxnSpPr>
            <p:spPr>
              <a:xfrm flipH="1">
                <a:off x="68343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4" name="直接连接符 50223">
                <a:extLst>
                  <a:ext uri="{FF2B5EF4-FFF2-40B4-BE49-F238E27FC236}">
                    <a16:creationId xmlns:a16="http://schemas.microsoft.com/office/drawing/2014/main" id="{A4C32238-B5DA-941C-6354-3AFA12C36D4F}"/>
                  </a:ext>
                </a:extLst>
              </p:cNvPr>
              <p:cNvCxnSpPr/>
              <p:nvPr/>
            </p:nvCxnSpPr>
            <p:spPr>
              <a:xfrm flipH="1">
                <a:off x="69190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5" name="直接连接符 50224">
                <a:extLst>
                  <a:ext uri="{FF2B5EF4-FFF2-40B4-BE49-F238E27FC236}">
                    <a16:creationId xmlns:a16="http://schemas.microsoft.com/office/drawing/2014/main" id="{A7E9A5D2-C304-F75A-6D65-F48A7F58B2D9}"/>
                  </a:ext>
                </a:extLst>
              </p:cNvPr>
              <p:cNvCxnSpPr/>
              <p:nvPr/>
            </p:nvCxnSpPr>
            <p:spPr>
              <a:xfrm flipH="1">
                <a:off x="70038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6" name="直接连接符 50225">
                <a:extLst>
                  <a:ext uri="{FF2B5EF4-FFF2-40B4-BE49-F238E27FC236}">
                    <a16:creationId xmlns:a16="http://schemas.microsoft.com/office/drawing/2014/main" id="{467AF5D5-693E-B8FB-9916-C005988DA580}"/>
                  </a:ext>
                </a:extLst>
              </p:cNvPr>
              <p:cNvCxnSpPr/>
              <p:nvPr/>
            </p:nvCxnSpPr>
            <p:spPr>
              <a:xfrm flipH="1">
                <a:off x="70885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7" name="直接连接符 50226">
                <a:extLst>
                  <a:ext uri="{FF2B5EF4-FFF2-40B4-BE49-F238E27FC236}">
                    <a16:creationId xmlns:a16="http://schemas.microsoft.com/office/drawing/2014/main" id="{D7E8ACE2-E23A-C707-DA5D-28345DAFA2BB}"/>
                  </a:ext>
                </a:extLst>
              </p:cNvPr>
              <p:cNvCxnSpPr/>
              <p:nvPr/>
            </p:nvCxnSpPr>
            <p:spPr>
              <a:xfrm flipH="1">
                <a:off x="71732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8" name="直接连接符 50227">
                <a:extLst>
                  <a:ext uri="{FF2B5EF4-FFF2-40B4-BE49-F238E27FC236}">
                    <a16:creationId xmlns:a16="http://schemas.microsoft.com/office/drawing/2014/main" id="{609EF9C4-8300-1CF5-AB7E-AF051B67C812}"/>
                  </a:ext>
                </a:extLst>
              </p:cNvPr>
              <p:cNvCxnSpPr/>
              <p:nvPr/>
            </p:nvCxnSpPr>
            <p:spPr>
              <a:xfrm flipH="1">
                <a:off x="72579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29" name="直接连接符 50228">
                <a:extLst>
                  <a:ext uri="{FF2B5EF4-FFF2-40B4-BE49-F238E27FC236}">
                    <a16:creationId xmlns:a16="http://schemas.microsoft.com/office/drawing/2014/main" id="{373FC88A-06E5-0E67-D207-26DEF5CAAA48}"/>
                  </a:ext>
                </a:extLst>
              </p:cNvPr>
              <p:cNvCxnSpPr/>
              <p:nvPr/>
            </p:nvCxnSpPr>
            <p:spPr>
              <a:xfrm flipH="1">
                <a:off x="73426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0" name="直接连接符 50229">
                <a:extLst>
                  <a:ext uri="{FF2B5EF4-FFF2-40B4-BE49-F238E27FC236}">
                    <a16:creationId xmlns:a16="http://schemas.microsoft.com/office/drawing/2014/main" id="{CF918593-0B27-816E-3250-55090B732498}"/>
                  </a:ext>
                </a:extLst>
              </p:cNvPr>
              <p:cNvCxnSpPr/>
              <p:nvPr/>
            </p:nvCxnSpPr>
            <p:spPr>
              <a:xfrm flipH="1">
                <a:off x="7427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1" name="直接连接符 50230">
                <a:extLst>
                  <a:ext uri="{FF2B5EF4-FFF2-40B4-BE49-F238E27FC236}">
                    <a16:creationId xmlns:a16="http://schemas.microsoft.com/office/drawing/2014/main" id="{F985910B-C3DD-4AC1-D298-F4731274B038}"/>
                  </a:ext>
                </a:extLst>
              </p:cNvPr>
              <p:cNvCxnSpPr/>
              <p:nvPr/>
            </p:nvCxnSpPr>
            <p:spPr>
              <a:xfrm flipH="1">
                <a:off x="75120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2" name="直接连接符 50231">
                <a:extLst>
                  <a:ext uri="{FF2B5EF4-FFF2-40B4-BE49-F238E27FC236}">
                    <a16:creationId xmlns:a16="http://schemas.microsoft.com/office/drawing/2014/main" id="{1A152F19-77AF-3428-A511-A00C7CDBE2BA}"/>
                  </a:ext>
                </a:extLst>
              </p:cNvPr>
              <p:cNvCxnSpPr/>
              <p:nvPr/>
            </p:nvCxnSpPr>
            <p:spPr>
              <a:xfrm flipH="1">
                <a:off x="75967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3" name="直接连接符 50232">
                <a:extLst>
                  <a:ext uri="{FF2B5EF4-FFF2-40B4-BE49-F238E27FC236}">
                    <a16:creationId xmlns:a16="http://schemas.microsoft.com/office/drawing/2014/main" id="{63BA1231-3DC7-9932-A620-77E92E899FC7}"/>
                  </a:ext>
                </a:extLst>
              </p:cNvPr>
              <p:cNvCxnSpPr/>
              <p:nvPr/>
            </p:nvCxnSpPr>
            <p:spPr>
              <a:xfrm flipH="1">
                <a:off x="768147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4" name="直接连接符 50233">
                <a:extLst>
                  <a:ext uri="{FF2B5EF4-FFF2-40B4-BE49-F238E27FC236}">
                    <a16:creationId xmlns:a16="http://schemas.microsoft.com/office/drawing/2014/main" id="{8AFBCC71-A0E0-EB2B-A9A9-43325DE816E9}"/>
                  </a:ext>
                </a:extLst>
              </p:cNvPr>
              <p:cNvCxnSpPr/>
              <p:nvPr/>
            </p:nvCxnSpPr>
            <p:spPr>
              <a:xfrm flipH="1">
                <a:off x="776618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5" name="直接连接符 50234">
                <a:extLst>
                  <a:ext uri="{FF2B5EF4-FFF2-40B4-BE49-F238E27FC236}">
                    <a16:creationId xmlns:a16="http://schemas.microsoft.com/office/drawing/2014/main" id="{1C12E5A1-1CD8-1EE0-9B9C-DD2701F26832}"/>
                  </a:ext>
                </a:extLst>
              </p:cNvPr>
              <p:cNvCxnSpPr/>
              <p:nvPr/>
            </p:nvCxnSpPr>
            <p:spPr>
              <a:xfrm flipH="1">
                <a:off x="7850896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6" name="直接连接符 50235">
                <a:extLst>
                  <a:ext uri="{FF2B5EF4-FFF2-40B4-BE49-F238E27FC236}">
                    <a16:creationId xmlns:a16="http://schemas.microsoft.com/office/drawing/2014/main" id="{3EB1FEFE-6299-1358-DB71-E66F495093C1}"/>
                  </a:ext>
                </a:extLst>
              </p:cNvPr>
              <p:cNvCxnSpPr/>
              <p:nvPr/>
            </p:nvCxnSpPr>
            <p:spPr>
              <a:xfrm flipH="1">
                <a:off x="793560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7" name="直接连接符 50236">
                <a:extLst>
                  <a:ext uri="{FF2B5EF4-FFF2-40B4-BE49-F238E27FC236}">
                    <a16:creationId xmlns:a16="http://schemas.microsoft.com/office/drawing/2014/main" id="{CDEF922B-48D8-ED67-3D37-95CCBCD51360}"/>
                  </a:ext>
                </a:extLst>
              </p:cNvPr>
              <p:cNvCxnSpPr/>
              <p:nvPr/>
            </p:nvCxnSpPr>
            <p:spPr>
              <a:xfrm flipH="1">
                <a:off x="802031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8" name="直接连接符 50237">
                <a:extLst>
                  <a:ext uri="{FF2B5EF4-FFF2-40B4-BE49-F238E27FC236}">
                    <a16:creationId xmlns:a16="http://schemas.microsoft.com/office/drawing/2014/main" id="{AAC0F1DC-1726-75F3-5B9A-F9374165DF04}"/>
                  </a:ext>
                </a:extLst>
              </p:cNvPr>
              <p:cNvCxnSpPr/>
              <p:nvPr/>
            </p:nvCxnSpPr>
            <p:spPr>
              <a:xfrm flipH="1">
                <a:off x="8105025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39" name="直接连接符 50238">
                <a:extLst>
                  <a:ext uri="{FF2B5EF4-FFF2-40B4-BE49-F238E27FC236}">
                    <a16:creationId xmlns:a16="http://schemas.microsoft.com/office/drawing/2014/main" id="{678F9E29-C850-59AD-F47C-8A4175909AE9}"/>
                  </a:ext>
                </a:extLst>
              </p:cNvPr>
              <p:cNvCxnSpPr/>
              <p:nvPr/>
            </p:nvCxnSpPr>
            <p:spPr>
              <a:xfrm flipH="1">
                <a:off x="818973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0" name="直接连接符 46079">
                <a:extLst>
                  <a:ext uri="{FF2B5EF4-FFF2-40B4-BE49-F238E27FC236}">
                    <a16:creationId xmlns:a16="http://schemas.microsoft.com/office/drawing/2014/main" id="{6F6A3857-E58C-309A-AA97-32A90167850A}"/>
                  </a:ext>
                </a:extLst>
              </p:cNvPr>
              <p:cNvCxnSpPr/>
              <p:nvPr/>
            </p:nvCxnSpPr>
            <p:spPr>
              <a:xfrm flipH="1">
                <a:off x="8274444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1" name="直接连接符 46080">
                <a:extLst>
                  <a:ext uri="{FF2B5EF4-FFF2-40B4-BE49-F238E27FC236}">
                    <a16:creationId xmlns:a16="http://schemas.microsoft.com/office/drawing/2014/main" id="{AF67C6E5-5360-D4A8-11FD-5C01D02241D5}"/>
                  </a:ext>
                </a:extLst>
              </p:cNvPr>
              <p:cNvCxnSpPr/>
              <p:nvPr/>
            </p:nvCxnSpPr>
            <p:spPr>
              <a:xfrm flipH="1">
                <a:off x="835915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2" name="直接连接符 46081">
                <a:extLst>
                  <a:ext uri="{FF2B5EF4-FFF2-40B4-BE49-F238E27FC236}">
                    <a16:creationId xmlns:a16="http://schemas.microsoft.com/office/drawing/2014/main" id="{BAF88B58-A78D-C4D1-BF76-965FC265AD1C}"/>
                  </a:ext>
                </a:extLst>
              </p:cNvPr>
              <p:cNvCxnSpPr/>
              <p:nvPr/>
            </p:nvCxnSpPr>
            <p:spPr>
              <a:xfrm flipH="1">
                <a:off x="8443863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5" name="直接连接符 46084">
                <a:extLst>
                  <a:ext uri="{FF2B5EF4-FFF2-40B4-BE49-F238E27FC236}">
                    <a16:creationId xmlns:a16="http://schemas.microsoft.com/office/drawing/2014/main" id="{88B68997-31C5-8DE6-4802-CE2C2CBCED53}"/>
                  </a:ext>
                </a:extLst>
              </p:cNvPr>
              <p:cNvCxnSpPr/>
              <p:nvPr/>
            </p:nvCxnSpPr>
            <p:spPr>
              <a:xfrm flipH="1">
                <a:off x="852857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6" name="直接连接符 46085">
                <a:extLst>
                  <a:ext uri="{FF2B5EF4-FFF2-40B4-BE49-F238E27FC236}">
                    <a16:creationId xmlns:a16="http://schemas.microsoft.com/office/drawing/2014/main" id="{6EBA23F2-9CBD-F957-4F9F-22F675DB4158}"/>
                  </a:ext>
                </a:extLst>
              </p:cNvPr>
              <p:cNvCxnSpPr/>
              <p:nvPr/>
            </p:nvCxnSpPr>
            <p:spPr>
              <a:xfrm flipH="1">
                <a:off x="8613282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7" name="直接连接符 46086">
                <a:extLst>
                  <a:ext uri="{FF2B5EF4-FFF2-40B4-BE49-F238E27FC236}">
                    <a16:creationId xmlns:a16="http://schemas.microsoft.com/office/drawing/2014/main" id="{B981AA71-FEA5-EA4F-1DDF-B60F23B0CC85}"/>
                  </a:ext>
                </a:extLst>
              </p:cNvPr>
              <p:cNvCxnSpPr/>
              <p:nvPr/>
            </p:nvCxnSpPr>
            <p:spPr>
              <a:xfrm flipH="1">
                <a:off x="869799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8" name="直接连接符 46087">
                <a:extLst>
                  <a:ext uri="{FF2B5EF4-FFF2-40B4-BE49-F238E27FC236}">
                    <a16:creationId xmlns:a16="http://schemas.microsoft.com/office/drawing/2014/main" id="{FEB75BFD-BF15-D4A7-3241-40CC5F2A8C43}"/>
                  </a:ext>
                </a:extLst>
              </p:cNvPr>
              <p:cNvCxnSpPr/>
              <p:nvPr/>
            </p:nvCxnSpPr>
            <p:spPr>
              <a:xfrm flipH="1">
                <a:off x="8782701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89" name="直接连接符 46088">
                <a:extLst>
                  <a:ext uri="{FF2B5EF4-FFF2-40B4-BE49-F238E27FC236}">
                    <a16:creationId xmlns:a16="http://schemas.microsoft.com/office/drawing/2014/main" id="{DAD8F3DE-43FF-1108-A21B-43F71E9B8E52}"/>
                  </a:ext>
                </a:extLst>
              </p:cNvPr>
              <p:cNvCxnSpPr/>
              <p:nvPr/>
            </p:nvCxnSpPr>
            <p:spPr>
              <a:xfrm flipH="1">
                <a:off x="886741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0" name="直接连接符 46089">
                <a:extLst>
                  <a:ext uri="{FF2B5EF4-FFF2-40B4-BE49-F238E27FC236}">
                    <a16:creationId xmlns:a16="http://schemas.microsoft.com/office/drawing/2014/main" id="{62668607-A9A2-41C0-A173-0EBC7CD13557}"/>
                  </a:ext>
                </a:extLst>
              </p:cNvPr>
              <p:cNvCxnSpPr/>
              <p:nvPr/>
            </p:nvCxnSpPr>
            <p:spPr>
              <a:xfrm flipH="1">
                <a:off x="8952120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1" name="直接连接符 46090">
                <a:extLst>
                  <a:ext uri="{FF2B5EF4-FFF2-40B4-BE49-F238E27FC236}">
                    <a16:creationId xmlns:a16="http://schemas.microsoft.com/office/drawing/2014/main" id="{2514F8C4-7522-1E05-5126-C0AFD6535717}"/>
                  </a:ext>
                </a:extLst>
              </p:cNvPr>
              <p:cNvCxnSpPr/>
              <p:nvPr/>
            </p:nvCxnSpPr>
            <p:spPr>
              <a:xfrm flipH="1">
                <a:off x="903682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2" name="直接连接符 46091">
                <a:extLst>
                  <a:ext uri="{FF2B5EF4-FFF2-40B4-BE49-F238E27FC236}">
                    <a16:creationId xmlns:a16="http://schemas.microsoft.com/office/drawing/2014/main" id="{69632045-2B0C-5178-CF36-19307FAAE48B}"/>
                  </a:ext>
                </a:extLst>
              </p:cNvPr>
              <p:cNvCxnSpPr/>
              <p:nvPr/>
            </p:nvCxnSpPr>
            <p:spPr>
              <a:xfrm flipH="1">
                <a:off x="9121539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6" name="直接连接符 46095">
                <a:extLst>
                  <a:ext uri="{FF2B5EF4-FFF2-40B4-BE49-F238E27FC236}">
                    <a16:creationId xmlns:a16="http://schemas.microsoft.com/office/drawing/2014/main" id="{A5B3DC16-C18F-DBA0-AFAC-741837F5CD0D}"/>
                  </a:ext>
                </a:extLst>
              </p:cNvPr>
              <p:cNvCxnSpPr/>
              <p:nvPr/>
            </p:nvCxnSpPr>
            <p:spPr>
              <a:xfrm flipH="1">
                <a:off x="92062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7" name="直接连接符 46096">
                <a:extLst>
                  <a:ext uri="{FF2B5EF4-FFF2-40B4-BE49-F238E27FC236}">
                    <a16:creationId xmlns:a16="http://schemas.microsoft.com/office/drawing/2014/main" id="{5209AC56-4931-F86C-EFB9-425F9E0514EE}"/>
                  </a:ext>
                </a:extLst>
              </p:cNvPr>
              <p:cNvCxnSpPr/>
              <p:nvPr/>
            </p:nvCxnSpPr>
            <p:spPr>
              <a:xfrm flipH="1">
                <a:off x="929095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8" name="直接连接符 46097">
                <a:extLst>
                  <a:ext uri="{FF2B5EF4-FFF2-40B4-BE49-F238E27FC236}">
                    <a16:creationId xmlns:a16="http://schemas.microsoft.com/office/drawing/2014/main" id="{77B07D12-99B6-7C49-7D77-017FF6D8B649}"/>
                  </a:ext>
                </a:extLst>
              </p:cNvPr>
              <p:cNvCxnSpPr/>
              <p:nvPr/>
            </p:nvCxnSpPr>
            <p:spPr>
              <a:xfrm flipH="1">
                <a:off x="9375667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99" name="直接连接符 46098">
                <a:extLst>
                  <a:ext uri="{FF2B5EF4-FFF2-40B4-BE49-F238E27FC236}">
                    <a16:creationId xmlns:a16="http://schemas.microsoft.com/office/drawing/2014/main" id="{813EB836-895D-D796-C1CE-199AD949F355}"/>
                  </a:ext>
                </a:extLst>
              </p:cNvPr>
              <p:cNvCxnSpPr/>
              <p:nvPr/>
            </p:nvCxnSpPr>
            <p:spPr>
              <a:xfrm flipH="1">
                <a:off x="9460348" y="640727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AB295D9-8EE7-9E54-67F5-4FC176399C00}"/>
                </a:ext>
              </a:extLst>
            </p:cNvPr>
            <p:cNvGrpSpPr/>
            <p:nvPr userDrawn="1"/>
          </p:nvGrpSpPr>
          <p:grpSpPr>
            <a:xfrm>
              <a:off x="11597706" y="6414350"/>
              <a:ext cx="677642" cy="114300"/>
              <a:chOff x="11597706" y="6414350"/>
              <a:chExt cx="677642" cy="114300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7E297C12-4C52-09C5-8449-D457327F9162}"/>
                  </a:ext>
                </a:extLst>
              </p:cNvPr>
              <p:cNvCxnSpPr/>
              <p:nvPr/>
            </p:nvCxnSpPr>
            <p:spPr>
              <a:xfrm flipH="1">
                <a:off x="1159770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8E9ECEED-5219-CA32-0CC1-E3C1AC7338EE}"/>
                  </a:ext>
                </a:extLst>
              </p:cNvPr>
              <p:cNvCxnSpPr/>
              <p:nvPr/>
            </p:nvCxnSpPr>
            <p:spPr>
              <a:xfrm flipH="1">
                <a:off x="11682416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6CB10EB2-EC34-D627-3E4C-0FA0C646CAAC}"/>
                  </a:ext>
                </a:extLst>
              </p:cNvPr>
              <p:cNvCxnSpPr/>
              <p:nvPr/>
            </p:nvCxnSpPr>
            <p:spPr>
              <a:xfrm flipH="1">
                <a:off x="1176712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B16DE995-24B0-CDF4-C99C-739A1BC52ABC}"/>
                  </a:ext>
                </a:extLst>
              </p:cNvPr>
              <p:cNvCxnSpPr/>
              <p:nvPr/>
            </p:nvCxnSpPr>
            <p:spPr>
              <a:xfrm flipH="1">
                <a:off x="11851835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B2FE9436-C1F0-36E8-C9B3-44ED30983A17}"/>
                  </a:ext>
                </a:extLst>
              </p:cNvPr>
              <p:cNvCxnSpPr/>
              <p:nvPr/>
            </p:nvCxnSpPr>
            <p:spPr>
              <a:xfrm flipH="1">
                <a:off x="1193654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E1B61D0D-AA7E-3A8D-1FEE-F8F95845F289}"/>
                  </a:ext>
                </a:extLst>
              </p:cNvPr>
              <p:cNvCxnSpPr/>
              <p:nvPr/>
            </p:nvCxnSpPr>
            <p:spPr>
              <a:xfrm flipH="1">
                <a:off x="12021254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DACCB808-046F-0BED-A20F-BF3CAEA3DA6E}"/>
                  </a:ext>
                </a:extLst>
              </p:cNvPr>
              <p:cNvCxnSpPr/>
              <p:nvPr/>
            </p:nvCxnSpPr>
            <p:spPr>
              <a:xfrm flipH="1">
                <a:off x="1210596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5D47E607-0B0A-37B6-7C1B-E00EA86584F6}"/>
                  </a:ext>
                </a:extLst>
              </p:cNvPr>
              <p:cNvCxnSpPr/>
              <p:nvPr/>
            </p:nvCxnSpPr>
            <p:spPr>
              <a:xfrm flipH="1">
                <a:off x="12190673" y="6414350"/>
                <a:ext cx="84675" cy="114300"/>
              </a:xfrm>
              <a:prstGeom prst="line">
                <a:avLst/>
              </a:prstGeom>
              <a:ln w="9525">
                <a:solidFill>
                  <a:srgbClr val="7E0C6E">
                    <a:alpha val="2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1473457-9FD5-7270-BE39-86CD1AD08B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49032" y="6359109"/>
              <a:ext cx="1554456" cy="224782"/>
            </a:xfrm>
            <a:prstGeom prst="rect">
              <a:avLst/>
            </a:prstGeom>
          </p:spPr>
        </p:pic>
      </p:grpSp>
      <p:sp>
        <p:nvSpPr>
          <p:cNvPr id="5195" name="文本框 5194">
            <a:extLst>
              <a:ext uri="{FF2B5EF4-FFF2-40B4-BE49-F238E27FC236}">
                <a16:creationId xmlns:a16="http://schemas.microsoft.com/office/drawing/2014/main" id="{9384264B-29B1-2596-6A40-549B256D0DA4}"/>
              </a:ext>
            </a:extLst>
          </p:cNvPr>
          <p:cNvSpPr txBox="1"/>
          <p:nvPr/>
        </p:nvSpPr>
        <p:spPr>
          <a:xfrm>
            <a:off x="827584" y="1766978"/>
            <a:ext cx="588380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图的基本概念和数据结构：</a:t>
            </a:r>
            <a:endParaRPr lang="en-US" altLang="zh-CN" sz="2000" dirty="0">
              <a:solidFill>
                <a:schemeClr val="accent5">
                  <a:lumMod val="75000"/>
                </a:schemeClr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altLang="zh-CN" sz="1600" dirty="0">
              <a:solidFill>
                <a:schemeClr val="accent5">
                  <a:lumMod val="75000"/>
                </a:schemeClr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https://www.bilibili.com/video/BV1k44y1z7g6/?spm_id_from=333.788.videopod.sections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185" name="矩形: 圆角 5184">
            <a:extLst>
              <a:ext uri="{FF2B5EF4-FFF2-40B4-BE49-F238E27FC236}">
                <a16:creationId xmlns:a16="http://schemas.microsoft.com/office/drawing/2014/main" id="{365721D1-2AA9-FE9D-D039-33D0AEF3153A}"/>
              </a:ext>
            </a:extLst>
          </p:cNvPr>
          <p:cNvSpPr/>
          <p:nvPr/>
        </p:nvSpPr>
        <p:spPr>
          <a:xfrm flipV="1">
            <a:off x="91390" y="1340387"/>
            <a:ext cx="9052609" cy="45719"/>
          </a:xfrm>
          <a:prstGeom prst="roundRect">
            <a:avLst>
              <a:gd name="adj" fmla="val 50000"/>
            </a:avLst>
          </a:prstGeom>
          <a:solidFill>
            <a:srgbClr val="7E0C6E">
              <a:alpha val="95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356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主题1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A00072"/>
      </a:accent4>
      <a:accent5>
        <a:srgbClr val="AD1798"/>
      </a:accent5>
      <a:accent6>
        <a:srgbClr val="D84D91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915C5BE5-B032-485A-84D1-D8260B13304C}" vid="{BFC930FF-91FA-4820-A818-0387AAC554F1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4335</TotalTime>
  <Words>6829</Words>
  <Application>Microsoft Office PowerPoint</Application>
  <PresentationFormat>全屏显示(4:3)</PresentationFormat>
  <Paragraphs>576</Paragraphs>
  <Slides>70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5" baseType="lpstr">
      <vt:lpstr>Arial Unicode MS</vt:lpstr>
      <vt:lpstr>Inter</vt:lpstr>
      <vt:lpstr>KaTeX_Main</vt:lpstr>
      <vt:lpstr>KaTeX_Math</vt:lpstr>
      <vt:lpstr>等线</vt:lpstr>
      <vt:lpstr>华文隶书</vt:lpstr>
      <vt:lpstr>宋体</vt:lpstr>
      <vt:lpstr>Arial</vt:lpstr>
      <vt:lpstr>Calibri</vt:lpstr>
      <vt:lpstr>Comic Sans MS</vt:lpstr>
      <vt:lpstr>Courier New</vt:lpstr>
      <vt:lpstr>Symbol</vt:lpstr>
      <vt:lpstr>Times New Roman</vt:lpstr>
      <vt:lpstr>Wingdings</vt:lpstr>
      <vt:lpstr>主题1</vt:lpstr>
      <vt:lpstr>PowerPoint 演示文稿</vt:lpstr>
      <vt:lpstr>3.1 基本定义与应用</vt:lpstr>
      <vt:lpstr>3.1 基本定义与应用</vt:lpstr>
      <vt:lpstr>3.1 基本定义与应用</vt:lpstr>
      <vt:lpstr>3.1 基本定义与应用</vt:lpstr>
      <vt:lpstr>3.1 基本定义与应用</vt:lpstr>
      <vt:lpstr>3.1 基本定义与应用</vt:lpstr>
      <vt:lpstr>3.1 基本定义与应用</vt:lpstr>
      <vt:lpstr>3.1 基本定义与应用</vt:lpstr>
      <vt:lpstr>图的表示</vt:lpstr>
      <vt:lpstr>图的表示</vt:lpstr>
      <vt:lpstr>路径与连通性</vt:lpstr>
      <vt:lpstr>圈的定义</vt:lpstr>
      <vt:lpstr>树的定义</vt:lpstr>
      <vt:lpstr>根树</vt:lpstr>
      <vt:lpstr>系统发育树</vt:lpstr>
      <vt:lpstr>3.2 图的连通性与图的遍历</vt:lpstr>
      <vt:lpstr>广度优先(Breadth-First Search)</vt:lpstr>
      <vt:lpstr>BFS性质</vt:lpstr>
      <vt:lpstr>BFS性质</vt:lpstr>
      <vt:lpstr>BFS性质</vt:lpstr>
      <vt:lpstr>BFS 性质</vt:lpstr>
      <vt:lpstr>DFS:深度优先搜索</vt:lpstr>
      <vt:lpstr>DFS:深度优先搜索</vt:lpstr>
      <vt:lpstr>DFS</vt:lpstr>
      <vt:lpstr>BFS &amp; DFS</vt:lpstr>
      <vt:lpstr>应用实例</vt:lpstr>
      <vt:lpstr>应用实例</vt:lpstr>
      <vt:lpstr>应用实例</vt:lpstr>
      <vt:lpstr>连通分支</vt:lpstr>
      <vt:lpstr>连通分支</vt:lpstr>
      <vt:lpstr>连通性质</vt:lpstr>
      <vt:lpstr>连通性质</vt:lpstr>
      <vt:lpstr>有向图中的连通性</vt:lpstr>
      <vt:lpstr>强连通性</vt:lpstr>
      <vt:lpstr>强连通性</vt:lpstr>
      <vt:lpstr>强连通性</vt:lpstr>
      <vt:lpstr>强连通性</vt:lpstr>
      <vt:lpstr>强连通性</vt:lpstr>
      <vt:lpstr>强连通性</vt:lpstr>
      <vt:lpstr>3.4 二分性测试</vt:lpstr>
      <vt:lpstr>3.4 二分性测试</vt:lpstr>
      <vt:lpstr>二部图性质</vt:lpstr>
      <vt:lpstr>二部图性质</vt:lpstr>
      <vt:lpstr>二部图性质</vt:lpstr>
      <vt:lpstr>二部图性质</vt:lpstr>
      <vt:lpstr>二部图性质</vt:lpstr>
      <vt:lpstr>二部图性质</vt:lpstr>
      <vt:lpstr>二部图性质</vt:lpstr>
      <vt:lpstr>二部图性质</vt:lpstr>
      <vt:lpstr>二部图性质</vt:lpstr>
      <vt:lpstr>二部图性质</vt:lpstr>
      <vt:lpstr>3.6 有向无圈图与拓扑排序</vt:lpstr>
      <vt:lpstr>3.6 有向无圈图与拓扑排序</vt:lpstr>
      <vt:lpstr>3.6 有向无圈图与拓扑排序</vt:lpstr>
      <vt:lpstr>3.6 有向无圈图与拓扑排序</vt:lpstr>
      <vt:lpstr>3.6 有向无圈图与拓扑排序</vt:lpstr>
      <vt:lpstr>3.6 有向无圈图与拓扑排序</vt:lpstr>
      <vt:lpstr>拓扑排序</vt:lpstr>
      <vt:lpstr>有向无圈图与拓扑排序</vt:lpstr>
      <vt:lpstr>有向无圈图与拓扑排序</vt:lpstr>
      <vt:lpstr>有向无圈图与拓扑排序</vt:lpstr>
      <vt:lpstr>DAG</vt:lpstr>
      <vt:lpstr>DAG</vt:lpstr>
      <vt:lpstr>DAG</vt:lpstr>
      <vt:lpstr>DAG</vt:lpstr>
      <vt:lpstr>DAG</vt:lpstr>
      <vt:lpstr>DAG</vt:lpstr>
      <vt:lpstr>DAG</vt:lpstr>
      <vt:lpstr>复习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 Su</dc:creator>
  <cp:lastModifiedBy>David Ma</cp:lastModifiedBy>
  <cp:revision>216</cp:revision>
  <dcterms:created xsi:type="dcterms:W3CDTF">2008-09-17T02:40:55Z</dcterms:created>
  <dcterms:modified xsi:type="dcterms:W3CDTF">2025-03-04T15:25:36Z</dcterms:modified>
</cp:coreProperties>
</file>